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9"/>
    <p:sldId id="263" r:id="rId10"/>
    <p:sldId id="282" r:id="rId11"/>
    <p:sldId id="264" r:id="rId12"/>
    <p:sldId id="283" r:id="rId13"/>
    <p:sldId id="265" r:id="rId14"/>
    <p:sldId id="284" r:id="rId15"/>
    <p:sldId id="266" r:id="rId16"/>
    <p:sldId id="267" r:id="rId17"/>
    <p:sldId id="268" r:id="rId18"/>
    <p:sldId id="291" r:id="rId19"/>
    <p:sldId id="269" r:id="rId20"/>
    <p:sldId id="270" r:id="rId21"/>
    <p:sldId id="292" r:id="rId22"/>
    <p:sldId id="271" r:id="rId23"/>
    <p:sldId id="272" r:id="rId24"/>
    <p:sldId id="273" r:id="rId25"/>
    <p:sldId id="274" r:id="rId26"/>
    <p:sldId id="286" r:id="rId27"/>
    <p:sldId id="287" r:id="rId28"/>
    <p:sldId id="275" r:id="rId29"/>
    <p:sldId id="288" r:id="rId30"/>
    <p:sldId id="277" r:id="rId31"/>
    <p:sldId id="278" r:id="rId32"/>
    <p:sldId id="279" r:id="rId33"/>
    <p:sldId id="289" r:id="rId34"/>
    <p:sldId id="276" r:id="rId35"/>
    <p:sldId id="290" r:id="rId36"/>
    <p:sldId id="28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9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达 周" userId="d3c3af45359772bc" providerId="LiveId" clId="{FCF2966E-A0F8-4B96-835D-BB0B037895AF}"/>
    <pc:docChg chg="custSel addSld modSld">
      <pc:chgData name="达 周" userId="d3c3af45359772bc" providerId="LiveId" clId="{FCF2966E-A0F8-4B96-835D-BB0B037895AF}" dt="2020-02-17T05:33:19.627" v="684" actId="20577"/>
      <pc:docMkLst>
        <pc:docMk/>
      </pc:docMkLst>
      <pc:sldChg chg="modSp add">
        <pc:chgData name="达 周" userId="d3c3af45359772bc" providerId="LiveId" clId="{FCF2966E-A0F8-4B96-835D-BB0B037895AF}" dt="2020-02-17T05:33:19.627" v="684" actId="20577"/>
        <pc:sldMkLst>
          <pc:docMk/>
          <pc:sldMk cId="1507489722" sldId="291"/>
        </pc:sldMkLst>
        <pc:spChg chg="mod">
          <ac:chgData name="达 周" userId="d3c3af45359772bc" providerId="LiveId" clId="{FCF2966E-A0F8-4B96-835D-BB0B037895AF}" dt="2020-02-17T04:59:21.539" v="15"/>
          <ac:spMkLst>
            <pc:docMk/>
            <pc:sldMk cId="1507489722" sldId="291"/>
            <ac:spMk id="2" creationId="{4B7400EC-3764-4534-ACB9-8A08C7CB6154}"/>
          </ac:spMkLst>
        </pc:spChg>
        <pc:spChg chg="mod">
          <ac:chgData name="达 周" userId="d3c3af45359772bc" providerId="LiveId" clId="{FCF2966E-A0F8-4B96-835D-BB0B037895AF}" dt="2020-02-17T05:33:19.627" v="684" actId="20577"/>
          <ac:spMkLst>
            <pc:docMk/>
            <pc:sldMk cId="1507489722" sldId="291"/>
            <ac:spMk id="3" creationId="{97448A74-C355-4D0E-B3F9-5C1736760123}"/>
          </ac:spMkLst>
        </pc:spChg>
      </pc:sldChg>
    </pc:docChg>
  </pc:docChgLst>
  <pc:docChgLst>
    <pc:chgData name="周 达" userId="d3c3af45359772bc" providerId="LiveId" clId="{FE5474D5-CADA-466E-827B-93416980C8E5}"/>
    <pc:docChg chg="modSld">
      <pc:chgData name="周 达" userId="d3c3af45359772bc" providerId="LiveId" clId="{FE5474D5-CADA-466E-827B-93416980C8E5}" dt="2023-04-09T08:59:25.564" v="1" actId="1076"/>
      <pc:docMkLst>
        <pc:docMk/>
      </pc:docMkLst>
      <pc:sldChg chg="modSp mod">
        <pc:chgData name="周 达" userId="d3c3af45359772bc" providerId="LiveId" clId="{FE5474D5-CADA-466E-827B-93416980C8E5}" dt="2023-04-09T08:59:25.564" v="1" actId="1076"/>
        <pc:sldMkLst>
          <pc:docMk/>
          <pc:sldMk cId="3689914018" sldId="271"/>
        </pc:sldMkLst>
        <pc:graphicFrameChg chg="mod">
          <ac:chgData name="周 达" userId="d3c3af45359772bc" providerId="LiveId" clId="{FE5474D5-CADA-466E-827B-93416980C8E5}" dt="2023-04-09T08:59:25.564" v="1" actId="1076"/>
          <ac:graphicFrameMkLst>
            <pc:docMk/>
            <pc:sldMk cId="3689914018" sldId="271"/>
            <ac:graphicFrameMk id="7" creationId="{B01EC5DF-517F-49CB-8E01-C6B63BD00A83}"/>
          </ac:graphicFrameMkLst>
        </pc:graphicFrameChg>
      </pc:sldChg>
    </pc:docChg>
  </pc:docChgLst>
  <pc:docChgLst>
    <pc:chgData name="达 周" userId="d3c3af45359772bc" providerId="LiveId" clId="{569B4D79-D98A-4DFA-B2CA-190F99E89BE1}"/>
    <pc:docChg chg="undo custSel addSld delSld modSld sldOrd">
      <pc:chgData name="达 周" userId="d3c3af45359772bc" providerId="LiveId" clId="{569B4D79-D98A-4DFA-B2CA-190F99E89BE1}" dt="2020-01-19T09:31:12.856" v="1246" actId="47"/>
      <pc:docMkLst>
        <pc:docMk/>
      </pc:docMkLst>
      <pc:sldChg chg="addSp delSp modSp add">
        <pc:chgData name="达 周" userId="d3c3af45359772bc" providerId="LiveId" clId="{569B4D79-D98A-4DFA-B2CA-190F99E89BE1}" dt="2020-01-19T06:28:14.169" v="16" actId="1076"/>
        <pc:sldMkLst>
          <pc:docMk/>
          <pc:sldMk cId="403968399" sldId="257"/>
        </pc:sldMkLst>
        <pc:spChg chg="mod">
          <ac:chgData name="达 周" userId="d3c3af45359772bc" providerId="LiveId" clId="{569B4D79-D98A-4DFA-B2CA-190F99E89BE1}" dt="2020-01-19T06:27:45.694" v="15" actId="20577"/>
          <ac:spMkLst>
            <pc:docMk/>
            <pc:sldMk cId="403968399" sldId="257"/>
            <ac:spMk id="2" creationId="{B1492537-D1D7-4B3C-B1A5-F8A032FCDB75}"/>
          </ac:spMkLst>
        </pc:spChg>
        <pc:spChg chg="del">
          <ac:chgData name="达 周" userId="d3c3af45359772bc" providerId="LiveId" clId="{569B4D79-D98A-4DFA-B2CA-190F99E89BE1}" dt="2020-01-19T06:27:35.354" v="1"/>
          <ac:spMkLst>
            <pc:docMk/>
            <pc:sldMk cId="403968399" sldId="257"/>
            <ac:spMk id="3" creationId="{4AEFC5CD-71E1-420A-9D2E-CB0B5DED816A}"/>
          </ac:spMkLst>
        </pc:spChg>
        <pc:graphicFrameChg chg="add mod">
          <ac:chgData name="达 周" userId="d3c3af45359772bc" providerId="LiveId" clId="{569B4D79-D98A-4DFA-B2CA-190F99E89BE1}" dt="2020-01-19T06:28:14.169" v="16" actId="1076"/>
          <ac:graphicFrameMkLst>
            <pc:docMk/>
            <pc:sldMk cId="403968399" sldId="257"/>
            <ac:graphicFrameMk id="4" creationId="{24F326F7-D435-4EFC-B5FD-EC6FF7E3353D}"/>
          </ac:graphicFrameMkLst>
        </pc:graphicFrameChg>
      </pc:sldChg>
      <pc:sldChg chg="addSp delSp modSp add">
        <pc:chgData name="达 周" userId="d3c3af45359772bc" providerId="LiveId" clId="{569B4D79-D98A-4DFA-B2CA-190F99E89BE1}" dt="2020-01-19T06:30:55.695" v="105" actId="20577"/>
        <pc:sldMkLst>
          <pc:docMk/>
          <pc:sldMk cId="1396853535" sldId="258"/>
        </pc:sldMkLst>
        <pc:spChg chg="mod">
          <ac:chgData name="达 周" userId="d3c3af45359772bc" providerId="LiveId" clId="{569B4D79-D98A-4DFA-B2CA-190F99E89BE1}" dt="2020-01-19T06:30:55.695" v="105" actId="20577"/>
          <ac:spMkLst>
            <pc:docMk/>
            <pc:sldMk cId="1396853535" sldId="258"/>
            <ac:spMk id="2" creationId="{B7C544E8-F05B-45D9-9B3C-54706DBDEC1F}"/>
          </ac:spMkLst>
        </pc:spChg>
        <pc:spChg chg="del">
          <ac:chgData name="达 周" userId="d3c3af45359772bc" providerId="LiveId" clId="{569B4D79-D98A-4DFA-B2CA-190F99E89BE1}" dt="2020-01-19T06:30:21.862" v="59"/>
          <ac:spMkLst>
            <pc:docMk/>
            <pc:sldMk cId="1396853535" sldId="258"/>
            <ac:spMk id="3" creationId="{6245C1E4-CC69-4FD5-BE0F-81309E4EABA2}"/>
          </ac:spMkLst>
        </pc:spChg>
        <pc:picChg chg="add mod">
          <ac:chgData name="达 周" userId="d3c3af45359772bc" providerId="LiveId" clId="{569B4D79-D98A-4DFA-B2CA-190F99E89BE1}" dt="2020-01-19T06:30:29.256" v="61" actId="1076"/>
          <ac:picMkLst>
            <pc:docMk/>
            <pc:sldMk cId="1396853535" sldId="258"/>
            <ac:picMk id="4" creationId="{92388EB1-FAC7-4F4E-9004-AF5BF53F97BE}"/>
          </ac:picMkLst>
        </pc:picChg>
      </pc:sldChg>
      <pc:sldChg chg="addSp delSp modSp add">
        <pc:chgData name="达 周" userId="d3c3af45359772bc" providerId="LiveId" clId="{569B4D79-D98A-4DFA-B2CA-190F99E89BE1}" dt="2020-01-19T06:34:11.310" v="155" actId="1076"/>
        <pc:sldMkLst>
          <pc:docMk/>
          <pc:sldMk cId="3385726500" sldId="259"/>
        </pc:sldMkLst>
        <pc:spChg chg="mod">
          <ac:chgData name="达 周" userId="d3c3af45359772bc" providerId="LiveId" clId="{569B4D79-D98A-4DFA-B2CA-190F99E89BE1}" dt="2020-01-19T06:34:03.862" v="153" actId="20577"/>
          <ac:spMkLst>
            <pc:docMk/>
            <pc:sldMk cId="3385726500" sldId="259"/>
            <ac:spMk id="2" creationId="{12C44D02-6EB0-482E-AFEA-BE8AB406AC36}"/>
          </ac:spMkLst>
        </pc:spChg>
        <pc:spChg chg="del">
          <ac:chgData name="达 周" userId="d3c3af45359772bc" providerId="LiveId" clId="{569B4D79-D98A-4DFA-B2CA-190F99E89BE1}" dt="2020-01-19T06:33:46.405" v="107"/>
          <ac:spMkLst>
            <pc:docMk/>
            <pc:sldMk cId="3385726500" sldId="259"/>
            <ac:spMk id="3" creationId="{C2330520-E766-44F4-A474-36EFCB1C0166}"/>
          </ac:spMkLst>
        </pc:spChg>
        <pc:graphicFrameChg chg="add mod">
          <ac:chgData name="达 周" userId="d3c3af45359772bc" providerId="LiveId" clId="{569B4D79-D98A-4DFA-B2CA-190F99E89BE1}" dt="2020-01-19T06:34:11.310" v="155" actId="1076"/>
          <ac:graphicFrameMkLst>
            <pc:docMk/>
            <pc:sldMk cId="3385726500" sldId="259"/>
            <ac:graphicFrameMk id="4" creationId="{DF945913-583A-4BDE-9AA2-EF4CDF89B89E}"/>
          </ac:graphicFrameMkLst>
        </pc:graphicFrameChg>
      </pc:sldChg>
      <pc:sldChg chg="addSp modSp add">
        <pc:chgData name="达 周" userId="d3c3af45359772bc" providerId="LiveId" clId="{569B4D79-D98A-4DFA-B2CA-190F99E89BE1}" dt="2020-01-19T06:38:28.659" v="186" actId="1076"/>
        <pc:sldMkLst>
          <pc:docMk/>
          <pc:sldMk cId="2073813928" sldId="260"/>
        </pc:sldMkLst>
        <pc:spChg chg="mod">
          <ac:chgData name="达 周" userId="d3c3af45359772bc" providerId="LiveId" clId="{569B4D79-D98A-4DFA-B2CA-190F99E89BE1}" dt="2020-01-19T06:35:47.227" v="161" actId="255"/>
          <ac:spMkLst>
            <pc:docMk/>
            <pc:sldMk cId="2073813928" sldId="260"/>
            <ac:spMk id="2" creationId="{F59BFD7E-49B7-4E43-BB68-57BB3BB6756F}"/>
          </ac:spMkLst>
        </pc:spChg>
        <pc:spChg chg="mod">
          <ac:chgData name="达 周" userId="d3c3af45359772bc" providerId="LiveId" clId="{569B4D79-D98A-4DFA-B2CA-190F99E89BE1}" dt="2020-01-19T06:37:52.693" v="180" actId="20577"/>
          <ac:spMkLst>
            <pc:docMk/>
            <pc:sldMk cId="2073813928" sldId="260"/>
            <ac:spMk id="3" creationId="{07E43EDB-8938-43D5-A267-075D5F59133F}"/>
          </ac:spMkLst>
        </pc:spChg>
        <pc:graphicFrameChg chg="add mod">
          <ac:chgData name="达 周" userId="d3c3af45359772bc" providerId="LiveId" clId="{569B4D79-D98A-4DFA-B2CA-190F99E89BE1}" dt="2020-01-19T06:38:28.659" v="186" actId="1076"/>
          <ac:graphicFrameMkLst>
            <pc:docMk/>
            <pc:sldMk cId="2073813928" sldId="260"/>
            <ac:graphicFrameMk id="4" creationId="{4F33294D-9B7B-4F2B-AEB5-122BEA02A349}"/>
          </ac:graphicFrameMkLst>
        </pc:graphicFrameChg>
      </pc:sldChg>
      <pc:sldChg chg="addSp delSp modSp add">
        <pc:chgData name="达 周" userId="d3c3af45359772bc" providerId="LiveId" clId="{569B4D79-D98A-4DFA-B2CA-190F99E89BE1}" dt="2020-01-19T06:40:56.990" v="199" actId="1076"/>
        <pc:sldMkLst>
          <pc:docMk/>
          <pc:sldMk cId="144811130" sldId="261"/>
        </pc:sldMkLst>
        <pc:spChg chg="del mod">
          <ac:chgData name="达 周" userId="d3c3af45359772bc" providerId="LiveId" clId="{569B4D79-D98A-4DFA-B2CA-190F99E89BE1}" dt="2020-01-19T06:39:44.870" v="190"/>
          <ac:spMkLst>
            <pc:docMk/>
            <pc:sldMk cId="144811130" sldId="261"/>
            <ac:spMk id="3" creationId="{07E43EDB-8938-43D5-A267-075D5F59133F}"/>
          </ac:spMkLst>
        </pc:spChg>
        <pc:spChg chg="add del mod">
          <ac:chgData name="达 周" userId="d3c3af45359772bc" providerId="LiveId" clId="{569B4D79-D98A-4DFA-B2CA-190F99E89BE1}" dt="2020-01-19T06:40:29.148" v="195"/>
          <ac:spMkLst>
            <pc:docMk/>
            <pc:sldMk cId="144811130" sldId="261"/>
            <ac:spMk id="7" creationId="{914D39DC-1A39-4487-BB51-AEA44181C1EB}"/>
          </ac:spMkLst>
        </pc:spChg>
        <pc:graphicFrameChg chg="mod">
          <ac:chgData name="达 周" userId="d3c3af45359772bc" providerId="LiveId" clId="{569B4D79-D98A-4DFA-B2CA-190F99E89BE1}" dt="2020-01-19T06:40:56.990" v="199" actId="1076"/>
          <ac:graphicFrameMkLst>
            <pc:docMk/>
            <pc:sldMk cId="144811130" sldId="261"/>
            <ac:graphicFrameMk id="4" creationId="{4F33294D-9B7B-4F2B-AEB5-122BEA02A349}"/>
          </ac:graphicFrameMkLst>
        </pc:graphicFrameChg>
        <pc:picChg chg="add del mod">
          <ac:chgData name="达 周" userId="d3c3af45359772bc" providerId="LiveId" clId="{569B4D79-D98A-4DFA-B2CA-190F99E89BE1}" dt="2020-01-19T06:40:05.624" v="194" actId="478"/>
          <ac:picMkLst>
            <pc:docMk/>
            <pc:sldMk cId="144811130" sldId="261"/>
            <ac:picMk id="5" creationId="{FE351779-731B-4A54-9466-3B125F0E034A}"/>
          </ac:picMkLst>
        </pc:picChg>
        <pc:picChg chg="add mod">
          <ac:chgData name="达 周" userId="d3c3af45359772bc" providerId="LiveId" clId="{569B4D79-D98A-4DFA-B2CA-190F99E89BE1}" dt="2020-01-19T06:40:32.457" v="197" actId="1076"/>
          <ac:picMkLst>
            <pc:docMk/>
            <pc:sldMk cId="144811130" sldId="261"/>
            <ac:picMk id="8" creationId="{CAB88753-B2F6-4D3A-B43F-7FAD766D12A7}"/>
          </ac:picMkLst>
        </pc:picChg>
      </pc:sldChg>
      <pc:sldChg chg="addSp delSp modSp add">
        <pc:chgData name="达 周" userId="d3c3af45359772bc" providerId="LiveId" clId="{569B4D79-D98A-4DFA-B2CA-190F99E89BE1}" dt="2020-01-19T06:43:32.831" v="247" actId="20577"/>
        <pc:sldMkLst>
          <pc:docMk/>
          <pc:sldMk cId="3982196568" sldId="262"/>
        </pc:sldMkLst>
        <pc:spChg chg="mod">
          <ac:chgData name="达 周" userId="d3c3af45359772bc" providerId="LiveId" clId="{569B4D79-D98A-4DFA-B2CA-190F99E89BE1}" dt="2020-01-19T06:43:32.831" v="247" actId="20577"/>
          <ac:spMkLst>
            <pc:docMk/>
            <pc:sldMk cId="3982196568" sldId="262"/>
            <ac:spMk id="2" creationId="{47262864-7C83-45C6-B863-C86E773A2603}"/>
          </ac:spMkLst>
        </pc:spChg>
        <pc:spChg chg="del">
          <ac:chgData name="达 周" userId="d3c3af45359772bc" providerId="LiveId" clId="{569B4D79-D98A-4DFA-B2CA-190F99E89BE1}" dt="2020-01-19T06:42:10.470" v="201"/>
          <ac:spMkLst>
            <pc:docMk/>
            <pc:sldMk cId="3982196568" sldId="262"/>
            <ac:spMk id="3" creationId="{850C5E74-6021-4E1E-AFBF-A6300B5ED4BF}"/>
          </ac:spMkLst>
        </pc:spChg>
        <pc:picChg chg="add mod">
          <ac:chgData name="达 周" userId="d3c3af45359772bc" providerId="LiveId" clId="{569B4D79-D98A-4DFA-B2CA-190F99E89BE1}" dt="2020-01-19T06:42:17.123" v="203" actId="1076"/>
          <ac:picMkLst>
            <pc:docMk/>
            <pc:sldMk cId="3982196568" sldId="262"/>
            <ac:picMk id="4" creationId="{3878798D-E6AE-446A-BAC9-0CB3065E58F9}"/>
          </ac:picMkLst>
        </pc:picChg>
      </pc:sldChg>
      <pc:sldChg chg="addSp delSp modSp add">
        <pc:chgData name="达 周" userId="d3c3af45359772bc" providerId="LiveId" clId="{569B4D79-D98A-4DFA-B2CA-190F99E89BE1}" dt="2020-01-19T06:45:04.625" v="256" actId="1076"/>
        <pc:sldMkLst>
          <pc:docMk/>
          <pc:sldMk cId="806859612" sldId="263"/>
        </pc:sldMkLst>
        <pc:spChg chg="mod">
          <ac:chgData name="达 周" userId="d3c3af45359772bc" providerId="LiveId" clId="{569B4D79-D98A-4DFA-B2CA-190F99E89BE1}" dt="2020-01-19T06:43:57.583" v="250"/>
          <ac:spMkLst>
            <pc:docMk/>
            <pc:sldMk cId="806859612" sldId="263"/>
            <ac:spMk id="2" creationId="{DD79F19D-2797-430A-A058-AEF321C34034}"/>
          </ac:spMkLst>
        </pc:spChg>
        <pc:spChg chg="del">
          <ac:chgData name="达 周" userId="d3c3af45359772bc" providerId="LiveId" clId="{569B4D79-D98A-4DFA-B2CA-190F99E89BE1}" dt="2020-01-19T06:44:02.960" v="251" actId="478"/>
          <ac:spMkLst>
            <pc:docMk/>
            <pc:sldMk cId="806859612" sldId="263"/>
            <ac:spMk id="3" creationId="{A1A07D51-471F-4D93-9417-7E43A8C9B201}"/>
          </ac:spMkLst>
        </pc:spChg>
        <pc:picChg chg="add del">
          <ac:chgData name="达 周" userId="d3c3af45359772bc" providerId="LiveId" clId="{569B4D79-D98A-4DFA-B2CA-190F99E89BE1}" dt="2020-01-19T06:44:04.279" v="252" actId="478"/>
          <ac:picMkLst>
            <pc:docMk/>
            <pc:sldMk cId="806859612" sldId="263"/>
            <ac:picMk id="4" creationId="{F483ED9B-AAB9-4789-BBFD-08531AB0DE08}"/>
          </ac:picMkLst>
        </pc:picChg>
        <pc:picChg chg="add mod">
          <ac:chgData name="达 周" userId="d3c3af45359772bc" providerId="LiveId" clId="{569B4D79-D98A-4DFA-B2CA-190F99E89BE1}" dt="2020-01-19T06:44:35.203" v="254" actId="1076"/>
          <ac:picMkLst>
            <pc:docMk/>
            <pc:sldMk cId="806859612" sldId="263"/>
            <ac:picMk id="5" creationId="{5C7DC28E-9B64-4A3F-88B9-391ABDE6CD34}"/>
          </ac:picMkLst>
        </pc:picChg>
        <pc:picChg chg="add mod">
          <ac:chgData name="达 周" userId="d3c3af45359772bc" providerId="LiveId" clId="{569B4D79-D98A-4DFA-B2CA-190F99E89BE1}" dt="2020-01-19T06:45:04.625" v="256" actId="1076"/>
          <ac:picMkLst>
            <pc:docMk/>
            <pc:sldMk cId="806859612" sldId="263"/>
            <ac:picMk id="6" creationId="{2898899A-0DF4-41CD-9956-4A6C359CA9F1}"/>
          </ac:picMkLst>
        </pc:picChg>
      </pc:sldChg>
      <pc:sldChg chg="addSp modSp add">
        <pc:chgData name="达 周" userId="d3c3af45359772bc" providerId="LiveId" clId="{569B4D79-D98A-4DFA-B2CA-190F99E89BE1}" dt="2020-01-19T08:28:02.399" v="544" actId="20577"/>
        <pc:sldMkLst>
          <pc:docMk/>
          <pc:sldMk cId="339034258" sldId="264"/>
        </pc:sldMkLst>
        <pc:spChg chg="mod">
          <ac:chgData name="达 周" userId="d3c3af45359772bc" providerId="LiveId" clId="{569B4D79-D98A-4DFA-B2CA-190F99E89BE1}" dt="2020-01-19T06:51:04.423" v="365" actId="20577"/>
          <ac:spMkLst>
            <pc:docMk/>
            <pc:sldMk cId="339034258" sldId="264"/>
            <ac:spMk id="2" creationId="{0E9488A3-1C42-4EAD-90F1-0E4157B36870}"/>
          </ac:spMkLst>
        </pc:spChg>
        <pc:spChg chg="mod">
          <ac:chgData name="达 周" userId="d3c3af45359772bc" providerId="LiveId" clId="{569B4D79-D98A-4DFA-B2CA-190F99E89BE1}" dt="2020-01-19T08:28:02.399" v="544" actId="20577"/>
          <ac:spMkLst>
            <pc:docMk/>
            <pc:sldMk cId="339034258" sldId="264"/>
            <ac:spMk id="3" creationId="{3A997228-C0E8-42D4-90E5-E4655987B6D6}"/>
          </ac:spMkLst>
        </pc:spChg>
        <pc:picChg chg="add mod">
          <ac:chgData name="达 周" userId="d3c3af45359772bc" providerId="LiveId" clId="{569B4D79-D98A-4DFA-B2CA-190F99E89BE1}" dt="2020-01-19T06:51:28.309" v="381" actId="1076"/>
          <ac:picMkLst>
            <pc:docMk/>
            <pc:sldMk cId="339034258" sldId="264"/>
            <ac:picMk id="4" creationId="{B310828E-8687-4959-8DB3-B0E1181CA06A}"/>
          </ac:picMkLst>
        </pc:picChg>
      </pc:sldChg>
      <pc:sldChg chg="addSp delSp modSp add ord">
        <pc:chgData name="达 周" userId="d3c3af45359772bc" providerId="LiveId" clId="{569B4D79-D98A-4DFA-B2CA-190F99E89BE1}" dt="2020-01-19T08:37:51.866" v="650"/>
        <pc:sldMkLst>
          <pc:docMk/>
          <pc:sldMk cId="2301493920" sldId="265"/>
        </pc:sldMkLst>
        <pc:spChg chg="mod">
          <ac:chgData name="达 周" userId="d3c3af45359772bc" providerId="LiveId" clId="{569B4D79-D98A-4DFA-B2CA-190F99E89BE1}" dt="2020-01-19T08:37:47.998" v="648" actId="20577"/>
          <ac:spMkLst>
            <pc:docMk/>
            <pc:sldMk cId="2301493920" sldId="265"/>
            <ac:spMk id="2" creationId="{44ACFE5A-F79A-4447-8ACD-3D4D74BF0FA8}"/>
          </ac:spMkLst>
        </pc:spChg>
        <pc:spChg chg="del">
          <ac:chgData name="达 周" userId="d3c3af45359772bc" providerId="LiveId" clId="{569B4D79-D98A-4DFA-B2CA-190F99E89BE1}" dt="2020-01-19T06:53:44.405" v="469"/>
          <ac:spMkLst>
            <pc:docMk/>
            <pc:sldMk cId="2301493920" sldId="265"/>
            <ac:spMk id="3" creationId="{E8F01AA5-89CD-4861-9C0C-E5C82249F5C5}"/>
          </ac:spMkLst>
        </pc:spChg>
        <pc:picChg chg="add mod">
          <ac:chgData name="达 周" userId="d3c3af45359772bc" providerId="LiveId" clId="{569B4D79-D98A-4DFA-B2CA-190F99E89BE1}" dt="2020-01-19T06:54:39.658" v="476" actId="732"/>
          <ac:picMkLst>
            <pc:docMk/>
            <pc:sldMk cId="2301493920" sldId="265"/>
            <ac:picMk id="4" creationId="{4C6A63B8-18B9-437B-83FC-768247C8A37E}"/>
          </ac:picMkLst>
        </pc:picChg>
        <pc:picChg chg="add mod">
          <ac:chgData name="达 周" userId="d3c3af45359772bc" providerId="LiveId" clId="{569B4D79-D98A-4DFA-B2CA-190F99E89BE1}" dt="2020-01-19T06:55:24.553" v="479" actId="732"/>
          <ac:picMkLst>
            <pc:docMk/>
            <pc:sldMk cId="2301493920" sldId="265"/>
            <ac:picMk id="5" creationId="{79A9633D-3180-450A-987B-98A746E85E4C}"/>
          </ac:picMkLst>
        </pc:picChg>
      </pc:sldChg>
      <pc:sldChg chg="addSp delSp modSp add ord">
        <pc:chgData name="达 周" userId="d3c3af45359772bc" providerId="LiveId" clId="{569B4D79-D98A-4DFA-B2CA-190F99E89BE1}" dt="2020-01-19T08:38:32.336" v="712" actId="20577"/>
        <pc:sldMkLst>
          <pc:docMk/>
          <pc:sldMk cId="2462487601" sldId="266"/>
        </pc:sldMkLst>
        <pc:spChg chg="mod">
          <ac:chgData name="达 周" userId="d3c3af45359772bc" providerId="LiveId" clId="{569B4D79-D98A-4DFA-B2CA-190F99E89BE1}" dt="2020-01-19T08:38:32.336" v="712" actId="20577"/>
          <ac:spMkLst>
            <pc:docMk/>
            <pc:sldMk cId="2462487601" sldId="266"/>
            <ac:spMk id="2" creationId="{2E93274D-F341-49BC-8388-746201BB38FA}"/>
          </ac:spMkLst>
        </pc:spChg>
        <pc:spChg chg="mod">
          <ac:chgData name="达 周" userId="d3c3af45359772bc" providerId="LiveId" clId="{569B4D79-D98A-4DFA-B2CA-190F99E89BE1}" dt="2020-01-19T06:59:37.844" v="513" actId="20577"/>
          <ac:spMkLst>
            <pc:docMk/>
            <pc:sldMk cId="2462487601" sldId="266"/>
            <ac:spMk id="3" creationId="{DA80ACB5-882F-455D-A0BE-B210D2C6B17D}"/>
          </ac:spMkLst>
        </pc:spChg>
        <pc:picChg chg="add del">
          <ac:chgData name="达 周" userId="d3c3af45359772bc" providerId="LiveId" clId="{569B4D79-D98A-4DFA-B2CA-190F99E89BE1}" dt="2020-01-19T07:00:11.870" v="515" actId="478"/>
          <ac:picMkLst>
            <pc:docMk/>
            <pc:sldMk cId="2462487601" sldId="266"/>
            <ac:picMk id="4" creationId="{DDF36325-2116-4133-898C-86A030E1C5F6}"/>
          </ac:picMkLst>
        </pc:picChg>
        <pc:picChg chg="add mod">
          <ac:chgData name="达 周" userId="d3c3af45359772bc" providerId="LiveId" clId="{569B4D79-D98A-4DFA-B2CA-190F99E89BE1}" dt="2020-01-19T07:00:37.002" v="519" actId="1076"/>
          <ac:picMkLst>
            <pc:docMk/>
            <pc:sldMk cId="2462487601" sldId="266"/>
            <ac:picMk id="5" creationId="{C93F84B1-DC7A-462D-98E9-757B54D5030D}"/>
          </ac:picMkLst>
        </pc:picChg>
        <pc:picChg chg="add mod">
          <ac:chgData name="达 周" userId="d3c3af45359772bc" providerId="LiveId" clId="{569B4D79-D98A-4DFA-B2CA-190F99E89BE1}" dt="2020-01-19T07:01:07.870" v="521" actId="1076"/>
          <ac:picMkLst>
            <pc:docMk/>
            <pc:sldMk cId="2462487601" sldId="266"/>
            <ac:picMk id="6" creationId="{556FFD5C-C1E7-495E-BD50-63045B71E10B}"/>
          </ac:picMkLst>
        </pc:picChg>
      </pc:sldChg>
      <pc:sldChg chg="addSp delSp modSp add ord">
        <pc:chgData name="达 周" userId="d3c3af45359772bc" providerId="LiveId" clId="{569B4D79-D98A-4DFA-B2CA-190F99E89BE1}" dt="2020-01-19T08:30:30.994" v="595" actId="20577"/>
        <pc:sldMkLst>
          <pc:docMk/>
          <pc:sldMk cId="1755123075" sldId="267"/>
        </pc:sldMkLst>
        <pc:spChg chg="mod">
          <ac:chgData name="达 周" userId="d3c3af45359772bc" providerId="LiveId" clId="{569B4D79-D98A-4DFA-B2CA-190F99E89BE1}" dt="2020-01-19T08:30:30.994" v="595" actId="20577"/>
          <ac:spMkLst>
            <pc:docMk/>
            <pc:sldMk cId="1755123075" sldId="267"/>
            <ac:spMk id="2" creationId="{CAA48E7A-AD09-4267-95E4-77AFC4F74507}"/>
          </ac:spMkLst>
        </pc:spChg>
        <pc:spChg chg="del">
          <ac:chgData name="达 周" userId="d3c3af45359772bc" providerId="LiveId" clId="{569B4D79-D98A-4DFA-B2CA-190F99E89BE1}" dt="2020-01-19T08:29:36.063" v="581"/>
          <ac:spMkLst>
            <pc:docMk/>
            <pc:sldMk cId="1755123075" sldId="267"/>
            <ac:spMk id="3" creationId="{CA80001A-F388-405E-862D-D83082458D8C}"/>
          </ac:spMkLst>
        </pc:spChg>
        <pc:picChg chg="add mod">
          <ac:chgData name="达 周" userId="d3c3af45359772bc" providerId="LiveId" clId="{569B4D79-D98A-4DFA-B2CA-190F99E89BE1}" dt="2020-01-19T08:29:41.242" v="584" actId="1076"/>
          <ac:picMkLst>
            <pc:docMk/>
            <pc:sldMk cId="1755123075" sldId="267"/>
            <ac:picMk id="4" creationId="{8D609CD2-47D8-463B-8E35-8E6981A9CB78}"/>
          </ac:picMkLst>
        </pc:picChg>
      </pc:sldChg>
      <pc:sldChg chg="addSp delSp modSp add">
        <pc:chgData name="达 周" userId="d3c3af45359772bc" providerId="LiveId" clId="{569B4D79-D98A-4DFA-B2CA-190F99E89BE1}" dt="2020-01-19T08:36:29.283" v="644" actId="1076"/>
        <pc:sldMkLst>
          <pc:docMk/>
          <pc:sldMk cId="248822013" sldId="268"/>
        </pc:sldMkLst>
        <pc:spChg chg="mod">
          <ac:chgData name="达 周" userId="d3c3af45359772bc" providerId="LiveId" clId="{569B4D79-D98A-4DFA-B2CA-190F99E89BE1}" dt="2020-01-19T08:35:39.076" v="633" actId="20577"/>
          <ac:spMkLst>
            <pc:docMk/>
            <pc:sldMk cId="248822013" sldId="268"/>
            <ac:spMk id="2" creationId="{2B2E4E1B-F662-44C6-A8FE-C7AD91BF7721}"/>
          </ac:spMkLst>
        </pc:spChg>
        <pc:spChg chg="del">
          <ac:chgData name="达 周" userId="d3c3af45359772bc" providerId="LiveId" clId="{569B4D79-D98A-4DFA-B2CA-190F99E89BE1}" dt="2020-01-19T08:35:16.703" v="622"/>
          <ac:spMkLst>
            <pc:docMk/>
            <pc:sldMk cId="248822013" sldId="268"/>
            <ac:spMk id="3" creationId="{20D810C7-E6CF-45C6-8EE9-9DFFF10C44DE}"/>
          </ac:spMkLst>
        </pc:spChg>
        <pc:spChg chg="add del mod">
          <ac:chgData name="达 周" userId="d3c3af45359772bc" providerId="LiveId" clId="{569B4D79-D98A-4DFA-B2CA-190F99E89BE1}" dt="2020-01-19T08:35:49.533" v="634"/>
          <ac:spMkLst>
            <pc:docMk/>
            <pc:sldMk cId="248822013" sldId="268"/>
            <ac:spMk id="6" creationId="{11C03CAF-C1CA-4275-A191-709D5E8D6F43}"/>
          </ac:spMkLst>
        </pc:spChg>
        <pc:graphicFrameChg chg="add mod">
          <ac:chgData name="达 周" userId="d3c3af45359772bc" providerId="LiveId" clId="{569B4D79-D98A-4DFA-B2CA-190F99E89BE1}" dt="2020-01-19T08:36:26.840" v="643" actId="1076"/>
          <ac:graphicFrameMkLst>
            <pc:docMk/>
            <pc:sldMk cId="248822013" sldId="268"/>
            <ac:graphicFrameMk id="7" creationId="{026817A4-079A-4514-9EA1-742C50062565}"/>
          </ac:graphicFrameMkLst>
        </pc:graphicFrameChg>
        <pc:graphicFrameChg chg="add mod">
          <ac:chgData name="达 周" userId="d3c3af45359772bc" providerId="LiveId" clId="{569B4D79-D98A-4DFA-B2CA-190F99E89BE1}" dt="2020-01-19T08:36:29.283" v="644" actId="1076"/>
          <ac:graphicFrameMkLst>
            <pc:docMk/>
            <pc:sldMk cId="248822013" sldId="268"/>
            <ac:graphicFrameMk id="8" creationId="{CEB5ACD9-4417-48B0-AA9A-4E37ADC7942B}"/>
          </ac:graphicFrameMkLst>
        </pc:graphicFrameChg>
        <pc:picChg chg="add del mod">
          <ac:chgData name="达 周" userId="d3c3af45359772bc" providerId="LiveId" clId="{569B4D79-D98A-4DFA-B2CA-190F99E89BE1}" dt="2020-01-19T08:35:35.054" v="625" actId="478"/>
          <ac:picMkLst>
            <pc:docMk/>
            <pc:sldMk cId="248822013" sldId="268"/>
            <ac:picMk id="4" creationId="{38357A03-A0B5-42C0-8AEA-D8DB474E971C}"/>
          </ac:picMkLst>
        </pc:picChg>
      </pc:sldChg>
      <pc:sldChg chg="modSp add del">
        <pc:chgData name="达 周" userId="d3c3af45359772bc" providerId="LiveId" clId="{569B4D79-D98A-4DFA-B2CA-190F99E89BE1}" dt="2020-01-19T08:34:16.397" v="598" actId="47"/>
        <pc:sldMkLst>
          <pc:docMk/>
          <pc:sldMk cId="2334815380" sldId="268"/>
        </pc:sldMkLst>
        <pc:spChg chg="mod">
          <ac:chgData name="达 周" userId="d3c3af45359772bc" providerId="LiveId" clId="{569B4D79-D98A-4DFA-B2CA-190F99E89BE1}" dt="2020-01-19T08:31:27.914" v="597"/>
          <ac:spMkLst>
            <pc:docMk/>
            <pc:sldMk cId="2334815380" sldId="268"/>
            <ac:spMk id="2" creationId="{2B957F81-C689-4C07-80DC-3F34FA0289DD}"/>
          </ac:spMkLst>
        </pc:spChg>
      </pc:sldChg>
      <pc:sldChg chg="addSp delSp modSp add">
        <pc:chgData name="达 周" userId="d3c3af45359772bc" providerId="LiveId" clId="{569B4D79-D98A-4DFA-B2CA-190F99E89BE1}" dt="2020-01-19T08:39:25.552" v="738" actId="1076"/>
        <pc:sldMkLst>
          <pc:docMk/>
          <pc:sldMk cId="2705184478" sldId="269"/>
        </pc:sldMkLst>
        <pc:spChg chg="mod">
          <ac:chgData name="达 周" userId="d3c3af45359772bc" providerId="LiveId" clId="{569B4D79-D98A-4DFA-B2CA-190F99E89BE1}" dt="2020-01-19T08:39:05.742" v="737" actId="20577"/>
          <ac:spMkLst>
            <pc:docMk/>
            <pc:sldMk cId="2705184478" sldId="269"/>
            <ac:spMk id="2" creationId="{8DCC7080-8412-4EB2-AEB4-D74C49D193A1}"/>
          </ac:spMkLst>
        </pc:spChg>
        <pc:spChg chg="del">
          <ac:chgData name="达 周" userId="d3c3af45359772bc" providerId="LiveId" clId="{569B4D79-D98A-4DFA-B2CA-190F99E89BE1}" dt="2020-01-19T08:37:36.409" v="646"/>
          <ac:spMkLst>
            <pc:docMk/>
            <pc:sldMk cId="2705184478" sldId="269"/>
            <ac:spMk id="3" creationId="{34117315-6550-48AF-A3F8-5E7F9DFBBEA9}"/>
          </ac:spMkLst>
        </pc:spChg>
        <pc:picChg chg="add mod">
          <ac:chgData name="达 周" userId="d3c3af45359772bc" providerId="LiveId" clId="{569B4D79-D98A-4DFA-B2CA-190F99E89BE1}" dt="2020-01-19T08:39:25.552" v="738" actId="1076"/>
          <ac:picMkLst>
            <pc:docMk/>
            <pc:sldMk cId="2705184478" sldId="269"/>
            <ac:picMk id="4" creationId="{5C124F92-801B-4B38-8281-A3F5BC4853A1}"/>
          </ac:picMkLst>
        </pc:picChg>
      </pc:sldChg>
      <pc:sldChg chg="addSp delSp modSp add">
        <pc:chgData name="达 周" userId="d3c3af45359772bc" providerId="LiveId" clId="{569B4D79-D98A-4DFA-B2CA-190F99E89BE1}" dt="2020-01-19T08:43:31.915" v="775" actId="14100"/>
        <pc:sldMkLst>
          <pc:docMk/>
          <pc:sldMk cId="751630207" sldId="270"/>
        </pc:sldMkLst>
        <pc:spChg chg="mod">
          <ac:chgData name="达 周" userId="d3c3af45359772bc" providerId="LiveId" clId="{569B4D79-D98A-4DFA-B2CA-190F99E89BE1}" dt="2020-01-19T08:42:18.783" v="761" actId="20577"/>
          <ac:spMkLst>
            <pc:docMk/>
            <pc:sldMk cId="751630207" sldId="270"/>
            <ac:spMk id="2" creationId="{863CB96A-DC6F-4F29-927B-46FC60ADC366}"/>
          </ac:spMkLst>
        </pc:spChg>
        <pc:spChg chg="del">
          <ac:chgData name="达 周" userId="d3c3af45359772bc" providerId="LiveId" clId="{569B4D79-D98A-4DFA-B2CA-190F99E89BE1}" dt="2020-01-19T08:42:08.667" v="740"/>
          <ac:spMkLst>
            <pc:docMk/>
            <pc:sldMk cId="751630207" sldId="270"/>
            <ac:spMk id="3" creationId="{92B75792-A75F-426B-8939-E37CF8E9756D}"/>
          </ac:spMkLst>
        </pc:spChg>
        <pc:graphicFrameChg chg="add mod">
          <ac:chgData name="达 周" userId="d3c3af45359772bc" providerId="LiveId" clId="{569B4D79-D98A-4DFA-B2CA-190F99E89BE1}" dt="2020-01-19T08:43:24.040" v="774" actId="14100"/>
          <ac:graphicFrameMkLst>
            <pc:docMk/>
            <pc:sldMk cId="751630207" sldId="270"/>
            <ac:graphicFrameMk id="4" creationId="{BB9A9B64-21F8-4CEE-8B30-495F3E445948}"/>
          </ac:graphicFrameMkLst>
        </pc:graphicFrameChg>
        <pc:graphicFrameChg chg="add mod">
          <ac:chgData name="达 周" userId="d3c3af45359772bc" providerId="LiveId" clId="{569B4D79-D98A-4DFA-B2CA-190F99E89BE1}" dt="2020-01-19T08:43:31.915" v="775" actId="14100"/>
          <ac:graphicFrameMkLst>
            <pc:docMk/>
            <pc:sldMk cId="751630207" sldId="270"/>
            <ac:graphicFrameMk id="5" creationId="{FBA499A8-B80A-42A6-B3E9-133D22E4A61D}"/>
          </ac:graphicFrameMkLst>
        </pc:graphicFrameChg>
      </pc:sldChg>
      <pc:sldChg chg="addSp delSp modSp add modAnim">
        <pc:chgData name="达 周" userId="d3c3af45359772bc" providerId="LiveId" clId="{569B4D79-D98A-4DFA-B2CA-190F99E89BE1}" dt="2020-01-19T08:48:36.591" v="804" actId="1076"/>
        <pc:sldMkLst>
          <pc:docMk/>
          <pc:sldMk cId="3689914018" sldId="271"/>
        </pc:sldMkLst>
        <pc:spChg chg="del">
          <ac:chgData name="达 周" userId="d3c3af45359772bc" providerId="LiveId" clId="{569B4D79-D98A-4DFA-B2CA-190F99E89BE1}" dt="2020-01-19T08:46:04.713" v="778" actId="478"/>
          <ac:spMkLst>
            <pc:docMk/>
            <pc:sldMk cId="3689914018" sldId="271"/>
            <ac:spMk id="2" creationId="{1D56EEE1-3145-47ED-80AD-9677BF64F7C5}"/>
          </ac:spMkLst>
        </pc:spChg>
        <pc:spChg chg="del">
          <ac:chgData name="达 周" userId="d3c3af45359772bc" providerId="LiveId" clId="{569B4D79-D98A-4DFA-B2CA-190F99E89BE1}" dt="2020-01-19T08:47:04.837" v="799" actId="478"/>
          <ac:spMkLst>
            <pc:docMk/>
            <pc:sldMk cId="3689914018" sldId="271"/>
            <ac:spMk id="3" creationId="{9A4D7027-2370-4093-AC21-FE9A318EDF33}"/>
          </ac:spMkLst>
        </pc:spChg>
        <pc:spChg chg="del">
          <ac:chgData name="达 周" userId="d3c3af45359772bc" providerId="LiveId" clId="{569B4D79-D98A-4DFA-B2CA-190F99E89BE1}" dt="2020-01-19T08:46:16.243" v="780" actId="478"/>
          <ac:spMkLst>
            <pc:docMk/>
            <pc:sldMk cId="3689914018" sldId="271"/>
            <ac:spMk id="5" creationId="{7B54D799-ED90-47F1-A40E-E9B26CDFFAF4}"/>
          </ac:spMkLst>
        </pc:spChg>
        <pc:spChg chg="del">
          <ac:chgData name="达 周" userId="d3c3af45359772bc" providerId="LiveId" clId="{569B4D79-D98A-4DFA-B2CA-190F99E89BE1}" dt="2020-01-19T08:46:19.420" v="781" actId="478"/>
          <ac:spMkLst>
            <pc:docMk/>
            <pc:sldMk cId="3689914018" sldId="271"/>
            <ac:spMk id="6" creationId="{4958FB93-342A-4751-820B-0785DAB8F1A8}"/>
          </ac:spMkLst>
        </pc:spChg>
        <pc:spChg chg="add mod">
          <ac:chgData name="达 周" userId="d3c3af45359772bc" providerId="LiveId" clId="{569B4D79-D98A-4DFA-B2CA-190F99E89BE1}" dt="2020-01-19T08:46:56.799" v="796" actId="20577"/>
          <ac:spMkLst>
            <pc:docMk/>
            <pc:sldMk cId="3689914018" sldId="271"/>
            <ac:spMk id="8" creationId="{CFD180BE-5048-4FBF-B137-D75980814A85}"/>
          </ac:spMkLst>
        </pc:spChg>
        <pc:grpChg chg="add del mod">
          <ac:chgData name="达 周" userId="d3c3af45359772bc" providerId="LiveId" clId="{569B4D79-D98A-4DFA-B2CA-190F99E89BE1}" dt="2020-01-19T08:46:19.420" v="781" actId="478"/>
          <ac:grpSpMkLst>
            <pc:docMk/>
            <pc:sldMk cId="3689914018" sldId="271"/>
            <ac:grpSpMk id="4" creationId="{93E1D93A-B35D-4DC6-A6E1-23875AFB744B}"/>
          </ac:grpSpMkLst>
        </pc:grpChg>
        <pc:grpChg chg="add mod">
          <ac:chgData name="达 周" userId="d3c3af45359772bc" providerId="LiveId" clId="{569B4D79-D98A-4DFA-B2CA-190F99E89BE1}" dt="2020-01-19T08:48:36.591" v="804" actId="1076"/>
          <ac:grpSpMkLst>
            <pc:docMk/>
            <pc:sldMk cId="3689914018" sldId="271"/>
            <ac:grpSpMk id="9" creationId="{171FB25D-ED5C-4D57-A178-1E164119C159}"/>
          </ac:grpSpMkLst>
        </pc:grpChg>
        <pc:graphicFrameChg chg="mod">
          <ac:chgData name="达 周" userId="d3c3af45359772bc" providerId="LiveId" clId="{569B4D79-D98A-4DFA-B2CA-190F99E89BE1}" dt="2020-01-19T08:47:38.881" v="801" actId="1076"/>
          <ac:graphicFrameMkLst>
            <pc:docMk/>
            <pc:sldMk cId="3689914018" sldId="271"/>
            <ac:graphicFrameMk id="7" creationId="{B01EC5DF-517F-49CB-8E01-C6B63BD00A83}"/>
          </ac:graphicFrameMkLst>
        </pc:graphicFrameChg>
        <pc:graphicFrameChg chg="mod">
          <ac:chgData name="达 周" userId="d3c3af45359772bc" providerId="LiveId" clId="{569B4D79-D98A-4DFA-B2CA-190F99E89BE1}" dt="2020-01-19T08:48:28.539" v="803" actId="1076"/>
          <ac:graphicFrameMkLst>
            <pc:docMk/>
            <pc:sldMk cId="3689914018" sldId="271"/>
            <ac:graphicFrameMk id="10" creationId="{84CE93D9-FCA8-4DC3-8271-EB0E6B8273E6}"/>
          </ac:graphicFrameMkLst>
        </pc:graphicFrameChg>
      </pc:sldChg>
      <pc:sldChg chg="addSp delSp modSp add">
        <pc:chgData name="达 周" userId="d3c3af45359772bc" providerId="LiveId" clId="{569B4D79-D98A-4DFA-B2CA-190F99E89BE1}" dt="2020-01-19T08:50:12.073" v="834" actId="1076"/>
        <pc:sldMkLst>
          <pc:docMk/>
          <pc:sldMk cId="56793696" sldId="272"/>
        </pc:sldMkLst>
        <pc:spChg chg="mod">
          <ac:chgData name="达 周" userId="d3c3af45359772bc" providerId="LiveId" clId="{569B4D79-D98A-4DFA-B2CA-190F99E89BE1}" dt="2020-01-19T08:49:27.603" v="831" actId="20577"/>
          <ac:spMkLst>
            <pc:docMk/>
            <pc:sldMk cId="56793696" sldId="272"/>
            <ac:spMk id="2" creationId="{092CCC7E-45F8-42D2-8255-E6F42E8D06FC}"/>
          </ac:spMkLst>
        </pc:spChg>
        <pc:spChg chg="del">
          <ac:chgData name="达 周" userId="d3c3af45359772bc" providerId="LiveId" clId="{569B4D79-D98A-4DFA-B2CA-190F99E89BE1}" dt="2020-01-19T08:50:01.909" v="832"/>
          <ac:spMkLst>
            <pc:docMk/>
            <pc:sldMk cId="56793696" sldId="272"/>
            <ac:spMk id="3" creationId="{AEB4BA0A-366B-491E-A077-C9F90B37990C}"/>
          </ac:spMkLst>
        </pc:spChg>
        <pc:picChg chg="add mod">
          <ac:chgData name="达 周" userId="d3c3af45359772bc" providerId="LiveId" clId="{569B4D79-D98A-4DFA-B2CA-190F99E89BE1}" dt="2020-01-19T08:50:12.073" v="834" actId="1076"/>
          <ac:picMkLst>
            <pc:docMk/>
            <pc:sldMk cId="56793696" sldId="272"/>
            <ac:picMk id="4" creationId="{499650EB-510E-45A3-91CF-C88C449BA9BB}"/>
          </ac:picMkLst>
        </pc:picChg>
      </pc:sldChg>
      <pc:sldChg chg="addSp delSp modSp add">
        <pc:chgData name="达 周" userId="d3c3af45359772bc" providerId="LiveId" clId="{569B4D79-D98A-4DFA-B2CA-190F99E89BE1}" dt="2020-01-19T08:51:37.065" v="857" actId="1076"/>
        <pc:sldMkLst>
          <pc:docMk/>
          <pc:sldMk cId="359353098" sldId="273"/>
        </pc:sldMkLst>
        <pc:spChg chg="mod">
          <ac:chgData name="达 周" userId="d3c3af45359772bc" providerId="LiveId" clId="{569B4D79-D98A-4DFA-B2CA-190F99E89BE1}" dt="2020-01-19T08:50:44.324" v="853" actId="20577"/>
          <ac:spMkLst>
            <pc:docMk/>
            <pc:sldMk cId="359353098" sldId="273"/>
            <ac:spMk id="2" creationId="{7A8FF860-2610-4FBC-BC0C-1BA78B85B5D9}"/>
          </ac:spMkLst>
        </pc:spChg>
        <pc:spChg chg="del">
          <ac:chgData name="达 周" userId="d3c3af45359772bc" providerId="LiveId" clId="{569B4D79-D98A-4DFA-B2CA-190F99E89BE1}" dt="2020-01-19T08:51:29.719" v="854"/>
          <ac:spMkLst>
            <pc:docMk/>
            <pc:sldMk cId="359353098" sldId="273"/>
            <ac:spMk id="3" creationId="{322D77C4-36B7-4265-BAD2-7654F5EDD978}"/>
          </ac:spMkLst>
        </pc:spChg>
        <pc:picChg chg="add mod">
          <ac:chgData name="达 周" userId="d3c3af45359772bc" providerId="LiveId" clId="{569B4D79-D98A-4DFA-B2CA-190F99E89BE1}" dt="2020-01-19T08:51:37.065" v="857" actId="1076"/>
          <ac:picMkLst>
            <pc:docMk/>
            <pc:sldMk cId="359353098" sldId="273"/>
            <ac:picMk id="4" creationId="{3B1A2F5A-EC46-400D-BDC6-7A08F130254D}"/>
          </ac:picMkLst>
        </pc:picChg>
      </pc:sldChg>
      <pc:sldChg chg="addSp delSp modSp add">
        <pc:chgData name="达 周" userId="d3c3af45359772bc" providerId="LiveId" clId="{569B4D79-D98A-4DFA-B2CA-190F99E89BE1}" dt="2020-01-19T08:54:49.127" v="881" actId="14100"/>
        <pc:sldMkLst>
          <pc:docMk/>
          <pc:sldMk cId="3135151657" sldId="274"/>
        </pc:sldMkLst>
        <pc:spChg chg="mod">
          <ac:chgData name="达 周" userId="d3c3af45359772bc" providerId="LiveId" clId="{569B4D79-D98A-4DFA-B2CA-190F99E89BE1}" dt="2020-01-19T08:52:45.121" v="866" actId="20577"/>
          <ac:spMkLst>
            <pc:docMk/>
            <pc:sldMk cId="3135151657" sldId="274"/>
            <ac:spMk id="2" creationId="{9991BC58-6A9A-4031-9A8F-BF6D8D097D02}"/>
          </ac:spMkLst>
        </pc:spChg>
        <pc:spChg chg="del">
          <ac:chgData name="达 周" userId="d3c3af45359772bc" providerId="LiveId" clId="{569B4D79-D98A-4DFA-B2CA-190F99E89BE1}" dt="2020-01-19T08:52:59.181" v="867"/>
          <ac:spMkLst>
            <pc:docMk/>
            <pc:sldMk cId="3135151657" sldId="274"/>
            <ac:spMk id="3" creationId="{C319722F-5E5D-4C67-BDF1-95E066DC02C7}"/>
          </ac:spMkLst>
        </pc:spChg>
        <pc:graphicFrameChg chg="add mod">
          <ac:chgData name="达 周" userId="d3c3af45359772bc" providerId="LiveId" clId="{569B4D79-D98A-4DFA-B2CA-190F99E89BE1}" dt="2020-01-19T08:53:16.853" v="871" actId="1076"/>
          <ac:graphicFrameMkLst>
            <pc:docMk/>
            <pc:sldMk cId="3135151657" sldId="274"/>
            <ac:graphicFrameMk id="4" creationId="{BAA68AFF-EF64-41FB-B9DD-42C8086FD6FF}"/>
          </ac:graphicFrameMkLst>
        </pc:graphicFrameChg>
        <pc:graphicFrameChg chg="add mod">
          <ac:chgData name="达 周" userId="d3c3af45359772bc" providerId="LiveId" clId="{569B4D79-D98A-4DFA-B2CA-190F99E89BE1}" dt="2020-01-19T08:54:01.314" v="873" actId="1076"/>
          <ac:graphicFrameMkLst>
            <pc:docMk/>
            <pc:sldMk cId="3135151657" sldId="274"/>
            <ac:graphicFrameMk id="5" creationId="{536D9FEB-3589-4254-AAD6-B0BB6944464B}"/>
          </ac:graphicFrameMkLst>
        </pc:graphicFrameChg>
        <pc:graphicFrameChg chg="add mod">
          <ac:chgData name="达 周" userId="d3c3af45359772bc" providerId="LiveId" clId="{569B4D79-D98A-4DFA-B2CA-190F99E89BE1}" dt="2020-01-19T08:54:49.127" v="881" actId="14100"/>
          <ac:graphicFrameMkLst>
            <pc:docMk/>
            <pc:sldMk cId="3135151657" sldId="274"/>
            <ac:graphicFrameMk id="6" creationId="{6DEC028D-CCC9-41E4-9A4A-A117D22C9CFA}"/>
          </ac:graphicFrameMkLst>
        </pc:graphicFrameChg>
        <pc:graphicFrameChg chg="add mod">
          <ac:chgData name="达 周" userId="d3c3af45359772bc" providerId="LiveId" clId="{569B4D79-D98A-4DFA-B2CA-190F99E89BE1}" dt="2020-01-19T08:54:38.466" v="880" actId="1076"/>
          <ac:graphicFrameMkLst>
            <pc:docMk/>
            <pc:sldMk cId="3135151657" sldId="274"/>
            <ac:graphicFrameMk id="7" creationId="{23F2255C-41D0-4DAA-B320-57B26D0AD2D8}"/>
          </ac:graphicFrameMkLst>
        </pc:graphicFrameChg>
      </pc:sldChg>
      <pc:sldChg chg="addSp delSp modSp add modAnim">
        <pc:chgData name="达 周" userId="d3c3af45359772bc" providerId="LiveId" clId="{569B4D79-D98A-4DFA-B2CA-190F99E89BE1}" dt="2020-01-19T08:58:07.272" v="927"/>
        <pc:sldMkLst>
          <pc:docMk/>
          <pc:sldMk cId="2472901087" sldId="275"/>
        </pc:sldMkLst>
        <pc:spChg chg="mod">
          <ac:chgData name="达 周" userId="d3c3af45359772bc" providerId="LiveId" clId="{569B4D79-D98A-4DFA-B2CA-190F99E89BE1}" dt="2020-01-19T08:56:17.328" v="900"/>
          <ac:spMkLst>
            <pc:docMk/>
            <pc:sldMk cId="2472901087" sldId="275"/>
            <ac:spMk id="2" creationId="{6C54A42E-1453-4C62-94FB-02CCCB786CA9}"/>
          </ac:spMkLst>
        </pc:spChg>
        <pc:spChg chg="del">
          <ac:chgData name="达 周" userId="d3c3af45359772bc" providerId="LiveId" clId="{569B4D79-D98A-4DFA-B2CA-190F99E89BE1}" dt="2020-01-19T08:57:58.706" v="926" actId="478"/>
          <ac:spMkLst>
            <pc:docMk/>
            <pc:sldMk cId="2472901087" sldId="275"/>
            <ac:spMk id="3" creationId="{111F18F3-9F3D-4863-AC41-0ECDD0DC5F49}"/>
          </ac:spMkLst>
        </pc:spChg>
        <pc:spChg chg="del">
          <ac:chgData name="达 周" userId="d3c3af45359772bc" providerId="LiveId" clId="{569B4D79-D98A-4DFA-B2CA-190F99E89BE1}" dt="2020-01-19T08:56:26.274" v="903" actId="478"/>
          <ac:spMkLst>
            <pc:docMk/>
            <pc:sldMk cId="2472901087" sldId="275"/>
            <ac:spMk id="5" creationId="{3502A79B-7F9F-4751-B7F3-617849009549}"/>
          </ac:spMkLst>
        </pc:spChg>
        <pc:grpChg chg="add del mod">
          <ac:chgData name="达 周" userId="d3c3af45359772bc" providerId="LiveId" clId="{569B4D79-D98A-4DFA-B2CA-190F99E89BE1}" dt="2020-01-19T08:56:26.274" v="903" actId="478"/>
          <ac:grpSpMkLst>
            <pc:docMk/>
            <pc:sldMk cId="2472901087" sldId="275"/>
            <ac:grpSpMk id="4" creationId="{770AA830-E3B1-4156-8C24-8880A0146C64}"/>
          </ac:grpSpMkLst>
        </pc:grpChg>
        <pc:graphicFrameChg chg="mod">
          <ac:chgData name="达 周" userId="d3c3af45359772bc" providerId="LiveId" clId="{569B4D79-D98A-4DFA-B2CA-190F99E89BE1}" dt="2020-01-19T08:56:36.911" v="908" actId="1076"/>
          <ac:graphicFrameMkLst>
            <pc:docMk/>
            <pc:sldMk cId="2472901087" sldId="275"/>
            <ac:graphicFrameMk id="6" creationId="{250C9652-C2AC-4028-A673-F83221480D21}"/>
          </ac:graphicFrameMkLst>
        </pc:graphicFrameChg>
        <pc:graphicFrameChg chg="add mod">
          <ac:chgData name="达 周" userId="d3c3af45359772bc" providerId="LiveId" clId="{569B4D79-D98A-4DFA-B2CA-190F99E89BE1}" dt="2020-01-19T08:58:07.272" v="927"/>
          <ac:graphicFrameMkLst>
            <pc:docMk/>
            <pc:sldMk cId="2472901087" sldId="275"/>
            <ac:graphicFrameMk id="7" creationId="{11020AD5-B53F-424C-BA60-7D8E5B70AF86}"/>
          </ac:graphicFrameMkLst>
        </pc:graphicFrameChg>
        <pc:graphicFrameChg chg="add mod">
          <ac:chgData name="达 周" userId="d3c3af45359772bc" providerId="LiveId" clId="{569B4D79-D98A-4DFA-B2CA-190F99E89BE1}" dt="2020-01-19T08:57:38.424" v="922" actId="14100"/>
          <ac:graphicFrameMkLst>
            <pc:docMk/>
            <pc:sldMk cId="2472901087" sldId="275"/>
            <ac:graphicFrameMk id="8" creationId="{590DF91F-EB51-4036-BDC8-7215F7830415}"/>
          </ac:graphicFrameMkLst>
        </pc:graphicFrameChg>
        <pc:graphicFrameChg chg="add mod">
          <ac:chgData name="达 周" userId="d3c3af45359772bc" providerId="LiveId" clId="{569B4D79-D98A-4DFA-B2CA-190F99E89BE1}" dt="2020-01-19T08:57:41.961" v="923" actId="1076"/>
          <ac:graphicFrameMkLst>
            <pc:docMk/>
            <pc:sldMk cId="2472901087" sldId="275"/>
            <ac:graphicFrameMk id="9" creationId="{5C9052C6-7A18-4F1A-9E91-2BFCC504883F}"/>
          </ac:graphicFrameMkLst>
        </pc:graphicFrameChg>
      </pc:sldChg>
      <pc:sldChg chg="addSp delSp modSp add">
        <pc:chgData name="达 周" userId="d3c3af45359772bc" providerId="LiveId" clId="{569B4D79-D98A-4DFA-B2CA-190F99E89BE1}" dt="2020-01-19T09:17:02.859" v="1169" actId="12"/>
        <pc:sldMkLst>
          <pc:docMk/>
          <pc:sldMk cId="858232617" sldId="276"/>
        </pc:sldMkLst>
        <pc:spChg chg="mod">
          <ac:chgData name="达 周" userId="d3c3af45359772bc" providerId="LiveId" clId="{569B4D79-D98A-4DFA-B2CA-190F99E89BE1}" dt="2020-01-19T09:02:57.706" v="1046" actId="20577"/>
          <ac:spMkLst>
            <pc:docMk/>
            <pc:sldMk cId="858232617" sldId="276"/>
            <ac:spMk id="2" creationId="{81ACC606-6B3B-47F2-9BF0-4DA857A565E7}"/>
          </ac:spMkLst>
        </pc:spChg>
        <pc:spChg chg="del">
          <ac:chgData name="达 周" userId="d3c3af45359772bc" providerId="LiveId" clId="{569B4D79-D98A-4DFA-B2CA-190F99E89BE1}" dt="2020-01-19T09:13:49.449" v="1099"/>
          <ac:spMkLst>
            <pc:docMk/>
            <pc:sldMk cId="858232617" sldId="276"/>
            <ac:spMk id="3" creationId="{512CCF52-31CE-447F-BE0D-DC71DA854BBD}"/>
          </ac:spMkLst>
        </pc:spChg>
        <pc:spChg chg="add mod">
          <ac:chgData name="达 周" userId="d3c3af45359772bc" providerId="LiveId" clId="{569B4D79-D98A-4DFA-B2CA-190F99E89BE1}" dt="2020-01-19T09:17:02.859" v="1169" actId="12"/>
          <ac:spMkLst>
            <pc:docMk/>
            <pc:sldMk cId="858232617" sldId="276"/>
            <ac:spMk id="5" creationId="{1AE37D66-2D96-46B3-B778-8AD11623C0BC}"/>
          </ac:spMkLst>
        </pc:spChg>
        <pc:picChg chg="add mod">
          <ac:chgData name="达 周" userId="d3c3af45359772bc" providerId="LiveId" clId="{569B4D79-D98A-4DFA-B2CA-190F99E89BE1}" dt="2020-01-19T09:15:18.013" v="1106" actId="1076"/>
          <ac:picMkLst>
            <pc:docMk/>
            <pc:sldMk cId="858232617" sldId="276"/>
            <ac:picMk id="4" creationId="{9CE64589-2AE9-4AAE-AAC6-9E768D2DE870}"/>
          </ac:picMkLst>
        </pc:picChg>
      </pc:sldChg>
      <pc:sldChg chg="modSp add del">
        <pc:chgData name="达 周" userId="d3c3af45359772bc" providerId="LiveId" clId="{569B4D79-D98A-4DFA-B2CA-190F99E89BE1}" dt="2020-01-19T09:00:47.539" v="1008" actId="47"/>
        <pc:sldMkLst>
          <pc:docMk/>
          <pc:sldMk cId="1425140533" sldId="276"/>
        </pc:sldMkLst>
        <pc:spChg chg="mod">
          <ac:chgData name="达 周" userId="d3c3af45359772bc" providerId="LiveId" clId="{569B4D79-D98A-4DFA-B2CA-190F99E89BE1}" dt="2020-01-19T08:59:45.808" v="985" actId="20577"/>
          <ac:spMkLst>
            <pc:docMk/>
            <pc:sldMk cId="1425140533" sldId="276"/>
            <ac:spMk id="2" creationId="{1FA1F201-C7E9-41F9-B0BC-1F09930A0496}"/>
          </ac:spMkLst>
        </pc:spChg>
        <pc:spChg chg="mod">
          <ac:chgData name="达 周" userId="d3c3af45359772bc" providerId="LiveId" clId="{569B4D79-D98A-4DFA-B2CA-190F99E89BE1}" dt="2020-01-19T09:00:30.174" v="1007" actId="27636"/>
          <ac:spMkLst>
            <pc:docMk/>
            <pc:sldMk cId="1425140533" sldId="276"/>
            <ac:spMk id="3" creationId="{97EC0782-232A-4A89-820A-05C7773D6EA2}"/>
          </ac:spMkLst>
        </pc:spChg>
      </pc:sldChg>
      <pc:sldChg chg="addSp delSp modSp add ord">
        <pc:chgData name="达 周" userId="d3c3af45359772bc" providerId="LiveId" clId="{569B4D79-D98A-4DFA-B2CA-190F99E89BE1}" dt="2020-01-19T09:06:39.198" v="1074" actId="114"/>
        <pc:sldMkLst>
          <pc:docMk/>
          <pc:sldMk cId="628589927" sldId="277"/>
        </pc:sldMkLst>
        <pc:spChg chg="mod">
          <ac:chgData name="达 周" userId="d3c3af45359772bc" providerId="LiveId" clId="{569B4D79-D98A-4DFA-B2CA-190F99E89BE1}" dt="2020-01-19T09:04:33.191" v="1054" actId="255"/>
          <ac:spMkLst>
            <pc:docMk/>
            <pc:sldMk cId="628589927" sldId="277"/>
            <ac:spMk id="2" creationId="{A5951CB5-9E75-4A56-A603-0C2BAA9AD59F}"/>
          </ac:spMkLst>
        </pc:spChg>
        <pc:spChg chg="del">
          <ac:chgData name="达 周" userId="d3c3af45359772bc" providerId="LiveId" clId="{569B4D79-D98A-4DFA-B2CA-190F99E89BE1}" dt="2020-01-19T09:04:48.852" v="1055"/>
          <ac:spMkLst>
            <pc:docMk/>
            <pc:sldMk cId="628589927" sldId="277"/>
            <ac:spMk id="3" creationId="{04523235-E62E-497B-92F7-98B4CE26B616}"/>
          </ac:spMkLst>
        </pc:spChg>
        <pc:spChg chg="add mod">
          <ac:chgData name="达 周" userId="d3c3af45359772bc" providerId="LiveId" clId="{569B4D79-D98A-4DFA-B2CA-190F99E89BE1}" dt="2020-01-19T09:06:39.198" v="1074" actId="114"/>
          <ac:spMkLst>
            <pc:docMk/>
            <pc:sldMk cId="628589927" sldId="277"/>
            <ac:spMk id="6" creationId="{B1F8A401-646D-434A-AB52-F2567F8F87A3}"/>
          </ac:spMkLst>
        </pc:spChg>
        <pc:graphicFrameChg chg="add mod">
          <ac:chgData name="达 周" userId="d3c3af45359772bc" providerId="LiveId" clId="{569B4D79-D98A-4DFA-B2CA-190F99E89BE1}" dt="2020-01-19T09:04:55.873" v="1058" actId="1076"/>
          <ac:graphicFrameMkLst>
            <pc:docMk/>
            <pc:sldMk cId="628589927" sldId="277"/>
            <ac:graphicFrameMk id="4" creationId="{BF3CC1B2-FE6C-4E44-9F14-B4F871C42B74}"/>
          </ac:graphicFrameMkLst>
        </pc:graphicFrameChg>
        <pc:graphicFrameChg chg="add mod">
          <ac:chgData name="达 周" userId="d3c3af45359772bc" providerId="LiveId" clId="{569B4D79-D98A-4DFA-B2CA-190F99E89BE1}" dt="2020-01-19T09:05:35.450" v="1061" actId="1076"/>
          <ac:graphicFrameMkLst>
            <pc:docMk/>
            <pc:sldMk cId="628589927" sldId="277"/>
            <ac:graphicFrameMk id="5" creationId="{DF5D8806-0BC9-4A9A-8C1D-D9342C066AEA}"/>
          </ac:graphicFrameMkLst>
        </pc:graphicFrameChg>
      </pc:sldChg>
      <pc:sldChg chg="addSp delSp modSp add">
        <pc:chgData name="达 周" userId="d3c3af45359772bc" providerId="LiveId" clId="{569B4D79-D98A-4DFA-B2CA-190F99E89BE1}" dt="2020-01-19T09:11:20.459" v="1098" actId="1076"/>
        <pc:sldMkLst>
          <pc:docMk/>
          <pc:sldMk cId="3723044599" sldId="278"/>
        </pc:sldMkLst>
        <pc:spChg chg="mod">
          <ac:chgData name="达 周" userId="d3c3af45359772bc" providerId="LiveId" clId="{569B4D79-D98A-4DFA-B2CA-190F99E89BE1}" dt="2020-01-19T09:07:24.977" v="1092" actId="20577"/>
          <ac:spMkLst>
            <pc:docMk/>
            <pc:sldMk cId="3723044599" sldId="278"/>
            <ac:spMk id="2" creationId="{94FECAF0-D45E-4FE8-8D47-30D757EB5717}"/>
          </ac:spMkLst>
        </pc:spChg>
        <pc:spChg chg="del">
          <ac:chgData name="达 周" userId="d3c3af45359772bc" providerId="LiveId" clId="{569B4D79-D98A-4DFA-B2CA-190F99E89BE1}" dt="2020-01-19T09:07:15.854" v="1076"/>
          <ac:spMkLst>
            <pc:docMk/>
            <pc:sldMk cId="3723044599" sldId="278"/>
            <ac:spMk id="3" creationId="{AAE63E21-CCE8-4A8E-A62A-EB53BAAC3817}"/>
          </ac:spMkLst>
        </pc:spChg>
        <pc:picChg chg="add mod">
          <ac:chgData name="达 周" userId="d3c3af45359772bc" providerId="LiveId" clId="{569B4D79-D98A-4DFA-B2CA-190F99E89BE1}" dt="2020-01-19T09:11:16.054" v="1096" actId="1076"/>
          <ac:picMkLst>
            <pc:docMk/>
            <pc:sldMk cId="3723044599" sldId="278"/>
            <ac:picMk id="4" creationId="{FAAFD8DA-5A8E-4DB5-87B1-94197168D2CF}"/>
          </ac:picMkLst>
        </pc:picChg>
        <pc:picChg chg="add mod">
          <ac:chgData name="达 周" userId="d3c3af45359772bc" providerId="LiveId" clId="{569B4D79-D98A-4DFA-B2CA-190F99E89BE1}" dt="2020-01-19T09:11:20.459" v="1098" actId="1076"/>
          <ac:picMkLst>
            <pc:docMk/>
            <pc:sldMk cId="3723044599" sldId="278"/>
            <ac:picMk id="5" creationId="{AEB9DA19-12E9-4945-B933-8CD29F53218F}"/>
          </ac:picMkLst>
        </pc:picChg>
      </pc:sldChg>
      <pc:sldChg chg="addSp delSp modSp add ord">
        <pc:chgData name="达 周" userId="d3c3af45359772bc" providerId="LiveId" clId="{569B4D79-D98A-4DFA-B2CA-190F99E89BE1}" dt="2020-01-19T09:22:37" v="1197"/>
        <pc:sldMkLst>
          <pc:docMk/>
          <pc:sldMk cId="3624642149" sldId="279"/>
        </pc:sldMkLst>
        <pc:spChg chg="mod">
          <ac:chgData name="达 周" userId="d3c3af45359772bc" providerId="LiveId" clId="{569B4D79-D98A-4DFA-B2CA-190F99E89BE1}" dt="2020-01-19T09:19:56.298" v="1182" actId="20577"/>
          <ac:spMkLst>
            <pc:docMk/>
            <pc:sldMk cId="3624642149" sldId="279"/>
            <ac:spMk id="2" creationId="{299C4620-F9A7-498D-9497-0E3073D72B3A}"/>
          </ac:spMkLst>
        </pc:spChg>
        <pc:spChg chg="del">
          <ac:chgData name="达 周" userId="d3c3af45359772bc" providerId="LiveId" clId="{569B4D79-D98A-4DFA-B2CA-190F99E89BE1}" dt="2020-01-19T09:21:05.751" v="1190" actId="478"/>
          <ac:spMkLst>
            <pc:docMk/>
            <pc:sldMk cId="3624642149" sldId="279"/>
            <ac:spMk id="3" creationId="{387232D6-35A6-4003-9E6C-3334FA52787C}"/>
          </ac:spMkLst>
        </pc:spChg>
        <pc:spChg chg="del">
          <ac:chgData name="达 周" userId="d3c3af45359772bc" providerId="LiveId" clId="{569B4D79-D98A-4DFA-B2CA-190F99E89BE1}" dt="2020-01-19T09:20:54.530" v="1187" actId="478"/>
          <ac:spMkLst>
            <pc:docMk/>
            <pc:sldMk cId="3624642149" sldId="279"/>
            <ac:spMk id="5" creationId="{A0399F95-E35C-45B3-BDC8-758D0DD2DA99}"/>
          </ac:spMkLst>
        </pc:spChg>
        <pc:spChg chg="del">
          <ac:chgData name="达 周" userId="d3c3af45359772bc" providerId="LiveId" clId="{569B4D79-D98A-4DFA-B2CA-190F99E89BE1}" dt="2020-01-19T09:20:57.786" v="1188" actId="478"/>
          <ac:spMkLst>
            <pc:docMk/>
            <pc:sldMk cId="3624642149" sldId="279"/>
            <ac:spMk id="6" creationId="{4FEA3D14-D577-408D-8433-933C7478737B}"/>
          </ac:spMkLst>
        </pc:spChg>
        <pc:spChg chg="del">
          <ac:chgData name="达 周" userId="d3c3af45359772bc" providerId="LiveId" clId="{569B4D79-D98A-4DFA-B2CA-190F99E89BE1}" dt="2020-01-19T09:21:54.836" v="1195" actId="478"/>
          <ac:spMkLst>
            <pc:docMk/>
            <pc:sldMk cId="3624642149" sldId="279"/>
            <ac:spMk id="9" creationId="{A7C6DA43-F7E7-41DE-8C83-839E2F790141}"/>
          </ac:spMkLst>
        </pc:spChg>
        <pc:spChg chg="del">
          <ac:chgData name="达 周" userId="d3c3af45359772bc" providerId="LiveId" clId="{569B4D79-D98A-4DFA-B2CA-190F99E89BE1}" dt="2020-01-19T09:21:36.010" v="1194" actId="478"/>
          <ac:spMkLst>
            <pc:docMk/>
            <pc:sldMk cId="3624642149" sldId="279"/>
            <ac:spMk id="10" creationId="{0C8D96C1-47E7-4123-9CA9-BF2E14144565}"/>
          </ac:spMkLst>
        </pc:spChg>
        <pc:grpChg chg="add del mod">
          <ac:chgData name="达 周" userId="d3c3af45359772bc" providerId="LiveId" clId="{569B4D79-D98A-4DFA-B2CA-190F99E89BE1}" dt="2020-01-19T09:20:57.786" v="1188" actId="478"/>
          <ac:grpSpMkLst>
            <pc:docMk/>
            <pc:sldMk cId="3624642149" sldId="279"/>
            <ac:grpSpMk id="4" creationId="{6CB433BD-D285-416B-9B10-9C73C47CED56}"/>
          </ac:grpSpMkLst>
        </pc:grpChg>
        <pc:grpChg chg="add del mod">
          <ac:chgData name="达 周" userId="d3c3af45359772bc" providerId="LiveId" clId="{569B4D79-D98A-4DFA-B2CA-190F99E89BE1}" dt="2020-01-19T09:21:54.836" v="1195" actId="478"/>
          <ac:grpSpMkLst>
            <pc:docMk/>
            <pc:sldMk cId="3624642149" sldId="279"/>
            <ac:grpSpMk id="8" creationId="{22AAA779-197A-4C35-8D0B-45BE8C027DF6}"/>
          </ac:grpSpMkLst>
        </pc:grpChg>
        <pc:graphicFrameChg chg="mod">
          <ac:chgData name="达 周" userId="d3c3af45359772bc" providerId="LiveId" clId="{569B4D79-D98A-4DFA-B2CA-190F99E89BE1}" dt="2020-01-19T09:21:08.400" v="1191" actId="1076"/>
          <ac:graphicFrameMkLst>
            <pc:docMk/>
            <pc:sldMk cId="3624642149" sldId="279"/>
            <ac:graphicFrameMk id="7" creationId="{1F877865-F580-4551-9678-7EB72956624B}"/>
          </ac:graphicFrameMkLst>
        </pc:graphicFrameChg>
        <pc:graphicFrameChg chg="mod">
          <ac:chgData name="达 周" userId="d3c3af45359772bc" providerId="LiveId" clId="{569B4D79-D98A-4DFA-B2CA-190F99E89BE1}" dt="2020-01-19T09:21:54.836" v="1195" actId="478"/>
          <ac:graphicFrameMkLst>
            <pc:docMk/>
            <pc:sldMk cId="3624642149" sldId="279"/>
            <ac:graphicFrameMk id="11" creationId="{EFE9DC1B-9101-41FA-9CEE-7C3A5507C8FA}"/>
          </ac:graphicFrameMkLst>
        </pc:graphicFrameChg>
      </pc:sldChg>
      <pc:sldChg chg="addSp delSp modSp add">
        <pc:chgData name="达 周" userId="d3c3af45359772bc" providerId="LiveId" clId="{569B4D79-D98A-4DFA-B2CA-190F99E89BE1}" dt="2020-01-19T09:23:30.715" v="1212" actId="1076"/>
        <pc:sldMkLst>
          <pc:docMk/>
          <pc:sldMk cId="1040327052" sldId="280"/>
        </pc:sldMkLst>
        <pc:spChg chg="mod">
          <ac:chgData name="达 周" userId="d3c3af45359772bc" providerId="LiveId" clId="{569B4D79-D98A-4DFA-B2CA-190F99E89BE1}" dt="2020-01-19T09:22:49.971" v="1207" actId="20577"/>
          <ac:spMkLst>
            <pc:docMk/>
            <pc:sldMk cId="1040327052" sldId="280"/>
            <ac:spMk id="2" creationId="{A90394AF-AB27-482A-8DFD-6D4142BA4C22}"/>
          </ac:spMkLst>
        </pc:spChg>
        <pc:spChg chg="del">
          <ac:chgData name="达 周" userId="d3c3af45359772bc" providerId="LiveId" clId="{569B4D79-D98A-4DFA-B2CA-190F99E89BE1}" dt="2020-01-19T09:23:28.069" v="1211" actId="478"/>
          <ac:spMkLst>
            <pc:docMk/>
            <pc:sldMk cId="1040327052" sldId="280"/>
            <ac:spMk id="5" creationId="{D7ABC782-E092-4F0D-977B-744BC654891A}"/>
          </ac:spMkLst>
        </pc:spChg>
        <pc:spChg chg="del">
          <ac:chgData name="达 周" userId="d3c3af45359772bc" providerId="LiveId" clId="{569B4D79-D98A-4DFA-B2CA-190F99E89BE1}" dt="2020-01-19T09:23:25.378" v="1210" actId="478"/>
          <ac:spMkLst>
            <pc:docMk/>
            <pc:sldMk cId="1040327052" sldId="280"/>
            <ac:spMk id="6" creationId="{3544FC99-83CE-4503-8E3A-CEB6AD1F93C1}"/>
          </ac:spMkLst>
        </pc:spChg>
        <pc:grpChg chg="add del mod">
          <ac:chgData name="达 周" userId="d3c3af45359772bc" providerId="LiveId" clId="{569B4D79-D98A-4DFA-B2CA-190F99E89BE1}" dt="2020-01-19T09:23:28.069" v="1211" actId="478"/>
          <ac:grpSpMkLst>
            <pc:docMk/>
            <pc:sldMk cId="1040327052" sldId="280"/>
            <ac:grpSpMk id="4" creationId="{5B8C82A7-EA8E-4390-8DDA-01D6822C5DB2}"/>
          </ac:grpSpMkLst>
        </pc:grpChg>
        <pc:graphicFrameChg chg="mod">
          <ac:chgData name="达 周" userId="d3c3af45359772bc" providerId="LiveId" clId="{569B4D79-D98A-4DFA-B2CA-190F99E89BE1}" dt="2020-01-19T09:23:30.715" v="1212" actId="1076"/>
          <ac:graphicFrameMkLst>
            <pc:docMk/>
            <pc:sldMk cId="1040327052" sldId="280"/>
            <ac:graphicFrameMk id="7" creationId="{51684C91-74FD-451A-B5DD-D46C76506C7B}"/>
          </ac:graphicFrameMkLst>
        </pc:graphicFrameChg>
      </pc:sldChg>
      <pc:sldChg chg="modSp add del">
        <pc:chgData name="达 周" userId="d3c3af45359772bc" providerId="LiveId" clId="{569B4D79-D98A-4DFA-B2CA-190F99E89BE1}" dt="2020-01-19T09:31:12.856" v="1246" actId="47"/>
        <pc:sldMkLst>
          <pc:docMk/>
          <pc:sldMk cId="824381125" sldId="281"/>
        </pc:sldMkLst>
        <pc:spChg chg="mod">
          <ac:chgData name="达 周" userId="d3c3af45359772bc" providerId="LiveId" clId="{569B4D79-D98A-4DFA-B2CA-190F99E89BE1}" dt="2020-01-19T09:30:14.826" v="1245" actId="20577"/>
          <ac:spMkLst>
            <pc:docMk/>
            <pc:sldMk cId="824381125" sldId="281"/>
            <ac:spMk id="2" creationId="{87DFA56B-4068-467B-BE51-495E4C738240}"/>
          </ac:spMkLst>
        </pc:spChg>
      </pc:sldChg>
    </pc:docChg>
  </pc:docChgLst>
  <pc:docChgLst>
    <pc:chgData name="达 周" userId="d3c3af45359772bc" providerId="LiveId" clId="{9E3F0913-7CE1-4B0B-BA36-223DD5998CBC}"/>
    <pc:docChg chg="custSel addSld delSld modSld">
      <pc:chgData name="达 周" userId="d3c3af45359772bc" providerId="LiveId" clId="{9E3F0913-7CE1-4B0B-BA36-223DD5998CBC}" dt="2020-02-11T06:23:44.345" v="412" actId="47"/>
      <pc:docMkLst>
        <pc:docMk/>
      </pc:docMkLst>
      <pc:sldChg chg="modSp">
        <pc:chgData name="达 周" userId="d3c3af45359772bc" providerId="LiveId" clId="{9E3F0913-7CE1-4B0B-BA36-223DD5998CBC}" dt="2020-02-11T02:47:10.426" v="26" actId="20577"/>
        <pc:sldMkLst>
          <pc:docMk/>
          <pc:sldMk cId="1491097700" sldId="256"/>
        </pc:sldMkLst>
        <pc:spChg chg="mod">
          <ac:chgData name="达 周" userId="d3c3af45359772bc" providerId="LiveId" clId="{9E3F0913-7CE1-4B0B-BA36-223DD5998CBC}" dt="2020-02-11T02:47:10.426" v="26" actId="20577"/>
          <ac:spMkLst>
            <pc:docMk/>
            <pc:sldMk cId="1491097700" sldId="256"/>
            <ac:spMk id="2" creationId="{7380D227-A959-48EE-9D0D-0DB4497D953C}"/>
          </ac:spMkLst>
        </pc:spChg>
      </pc:sldChg>
      <pc:sldChg chg="modSp">
        <pc:chgData name="达 周" userId="d3c3af45359772bc" providerId="LiveId" clId="{9E3F0913-7CE1-4B0B-BA36-223DD5998CBC}" dt="2020-02-11T05:26:58.491" v="27"/>
        <pc:sldMkLst>
          <pc:docMk/>
          <pc:sldMk cId="403968399" sldId="257"/>
        </pc:sldMkLst>
        <pc:graphicFrameChg chg="mod">
          <ac:chgData name="达 周" userId="d3c3af45359772bc" providerId="LiveId" clId="{9E3F0913-7CE1-4B0B-BA36-223DD5998CBC}" dt="2020-02-11T05:26:58.491" v="27"/>
          <ac:graphicFrameMkLst>
            <pc:docMk/>
            <pc:sldMk cId="403968399" sldId="257"/>
            <ac:graphicFrameMk id="4" creationId="{24F326F7-D435-4EFC-B5FD-EC6FF7E3353D}"/>
          </ac:graphicFrameMkLst>
        </pc:graphicFrameChg>
      </pc:sldChg>
      <pc:sldChg chg="addSp delSp modSp">
        <pc:chgData name="达 周" userId="d3c3af45359772bc" providerId="LiveId" clId="{9E3F0913-7CE1-4B0B-BA36-223DD5998CBC}" dt="2020-02-11T05:32:21.611" v="49" actId="478"/>
        <pc:sldMkLst>
          <pc:docMk/>
          <pc:sldMk cId="3982196568" sldId="262"/>
        </pc:sldMkLst>
        <pc:graphicFrameChg chg="add del mod">
          <ac:chgData name="达 周" userId="d3c3af45359772bc" providerId="LiveId" clId="{9E3F0913-7CE1-4B0B-BA36-223DD5998CBC}" dt="2020-02-11T05:32:21.611" v="49" actId="478"/>
          <ac:graphicFrameMkLst>
            <pc:docMk/>
            <pc:sldMk cId="3982196568" sldId="262"/>
            <ac:graphicFrameMk id="5" creationId="{D96030A7-E7B0-44EE-B9D7-B7725E92BC28}"/>
          </ac:graphicFrameMkLst>
        </pc:graphicFrameChg>
      </pc:sldChg>
      <pc:sldChg chg="delSp modSp">
        <pc:chgData name="达 周" userId="d3c3af45359772bc" providerId="LiveId" clId="{9E3F0913-7CE1-4B0B-BA36-223DD5998CBC}" dt="2020-02-11T05:41:06.546" v="119" actId="20577"/>
        <pc:sldMkLst>
          <pc:docMk/>
          <pc:sldMk cId="339034258" sldId="264"/>
        </pc:sldMkLst>
        <pc:spChg chg="mod">
          <ac:chgData name="达 周" userId="d3c3af45359772bc" providerId="LiveId" clId="{9E3F0913-7CE1-4B0B-BA36-223DD5998CBC}" dt="2020-02-11T05:41:06.546" v="119" actId="20577"/>
          <ac:spMkLst>
            <pc:docMk/>
            <pc:sldMk cId="339034258" sldId="264"/>
            <ac:spMk id="3" creationId="{3A997228-C0E8-42D4-90E5-E4655987B6D6}"/>
          </ac:spMkLst>
        </pc:spChg>
        <pc:picChg chg="del mod">
          <ac:chgData name="达 周" userId="d3c3af45359772bc" providerId="LiveId" clId="{9E3F0913-7CE1-4B0B-BA36-223DD5998CBC}" dt="2020-02-11T05:41:04.708" v="118" actId="478"/>
          <ac:picMkLst>
            <pc:docMk/>
            <pc:sldMk cId="339034258" sldId="264"/>
            <ac:picMk id="4" creationId="{B310828E-8687-4959-8DB3-B0E1181CA06A}"/>
          </ac:picMkLst>
        </pc:picChg>
      </pc:sldChg>
      <pc:sldChg chg="delSp">
        <pc:chgData name="达 周" userId="d3c3af45359772bc" providerId="LiveId" clId="{9E3F0913-7CE1-4B0B-BA36-223DD5998CBC}" dt="2020-02-11T05:44:05.261" v="121" actId="478"/>
        <pc:sldMkLst>
          <pc:docMk/>
          <pc:sldMk cId="2301493920" sldId="265"/>
        </pc:sldMkLst>
        <pc:picChg chg="del">
          <ac:chgData name="达 周" userId="d3c3af45359772bc" providerId="LiveId" clId="{9E3F0913-7CE1-4B0B-BA36-223DD5998CBC}" dt="2020-02-11T05:44:05.261" v="121" actId="478"/>
          <ac:picMkLst>
            <pc:docMk/>
            <pc:sldMk cId="2301493920" sldId="265"/>
            <ac:picMk id="5" creationId="{79A9633D-3180-450A-987B-98A746E85E4C}"/>
          </ac:picMkLst>
        </pc:picChg>
      </pc:sldChg>
      <pc:sldChg chg="modSp">
        <pc:chgData name="达 周" userId="d3c3af45359772bc" providerId="LiveId" clId="{9E3F0913-7CE1-4B0B-BA36-223DD5998CBC}" dt="2020-02-11T05:46:36.127" v="122" actId="20577"/>
        <pc:sldMkLst>
          <pc:docMk/>
          <pc:sldMk cId="1755123075" sldId="267"/>
        </pc:sldMkLst>
        <pc:spChg chg="mod">
          <ac:chgData name="达 周" userId="d3c3af45359772bc" providerId="LiveId" clId="{9E3F0913-7CE1-4B0B-BA36-223DD5998CBC}" dt="2020-02-11T05:46:36.127" v="122" actId="20577"/>
          <ac:spMkLst>
            <pc:docMk/>
            <pc:sldMk cId="1755123075" sldId="267"/>
            <ac:spMk id="2" creationId="{CAA48E7A-AD09-4267-95E4-77AFC4F74507}"/>
          </ac:spMkLst>
        </pc:spChg>
      </pc:sldChg>
      <pc:sldChg chg="delSp delAnim">
        <pc:chgData name="达 周" userId="d3c3af45359772bc" providerId="LiveId" clId="{9E3F0913-7CE1-4B0B-BA36-223DD5998CBC}" dt="2020-02-11T05:53:30.943" v="124" actId="478"/>
        <pc:sldMkLst>
          <pc:docMk/>
          <pc:sldMk cId="3689914018" sldId="271"/>
        </pc:sldMkLst>
        <pc:grpChg chg="del">
          <ac:chgData name="达 周" userId="d3c3af45359772bc" providerId="LiveId" clId="{9E3F0913-7CE1-4B0B-BA36-223DD5998CBC}" dt="2020-02-11T05:53:30.943" v="124" actId="478"/>
          <ac:grpSpMkLst>
            <pc:docMk/>
            <pc:sldMk cId="3689914018" sldId="271"/>
            <ac:grpSpMk id="9" creationId="{171FB25D-ED5C-4D57-A178-1E164119C159}"/>
          </ac:grpSpMkLst>
        </pc:grpChg>
      </pc:sldChg>
      <pc:sldChg chg="delSp">
        <pc:chgData name="达 周" userId="d3c3af45359772bc" providerId="LiveId" clId="{9E3F0913-7CE1-4B0B-BA36-223DD5998CBC}" dt="2020-02-11T05:56:06.729" v="129" actId="478"/>
        <pc:sldMkLst>
          <pc:docMk/>
          <pc:sldMk cId="3135151657" sldId="274"/>
        </pc:sldMkLst>
        <pc:graphicFrameChg chg="del">
          <ac:chgData name="达 周" userId="d3c3af45359772bc" providerId="LiveId" clId="{9E3F0913-7CE1-4B0B-BA36-223DD5998CBC}" dt="2020-02-11T05:56:05.168" v="128" actId="478"/>
          <ac:graphicFrameMkLst>
            <pc:docMk/>
            <pc:sldMk cId="3135151657" sldId="274"/>
            <ac:graphicFrameMk id="5" creationId="{536D9FEB-3589-4254-AAD6-B0BB6944464B}"/>
          </ac:graphicFrameMkLst>
        </pc:graphicFrameChg>
        <pc:graphicFrameChg chg="del">
          <ac:chgData name="达 周" userId="d3c3af45359772bc" providerId="LiveId" clId="{9E3F0913-7CE1-4B0B-BA36-223DD5998CBC}" dt="2020-02-11T05:56:06.729" v="129" actId="478"/>
          <ac:graphicFrameMkLst>
            <pc:docMk/>
            <pc:sldMk cId="3135151657" sldId="274"/>
            <ac:graphicFrameMk id="7" creationId="{23F2255C-41D0-4DAA-B320-57B26D0AD2D8}"/>
          </ac:graphicFrameMkLst>
        </pc:graphicFrameChg>
      </pc:sldChg>
      <pc:sldChg chg="delSp delAnim">
        <pc:chgData name="达 周" userId="d3c3af45359772bc" providerId="LiveId" clId="{9E3F0913-7CE1-4B0B-BA36-223DD5998CBC}" dt="2020-02-11T05:57:08.380" v="138" actId="478"/>
        <pc:sldMkLst>
          <pc:docMk/>
          <pc:sldMk cId="2472901087" sldId="275"/>
        </pc:sldMkLst>
        <pc:graphicFrameChg chg="del">
          <ac:chgData name="达 周" userId="d3c3af45359772bc" providerId="LiveId" clId="{9E3F0913-7CE1-4B0B-BA36-223DD5998CBC}" dt="2020-02-11T05:57:08.380" v="138" actId="478"/>
          <ac:graphicFrameMkLst>
            <pc:docMk/>
            <pc:sldMk cId="2472901087" sldId="275"/>
            <ac:graphicFrameMk id="7" creationId="{11020AD5-B53F-424C-BA60-7D8E5B70AF86}"/>
          </ac:graphicFrameMkLst>
        </pc:graphicFrameChg>
        <pc:graphicFrameChg chg="del">
          <ac:chgData name="达 周" userId="d3c3af45359772bc" providerId="LiveId" clId="{9E3F0913-7CE1-4B0B-BA36-223DD5998CBC}" dt="2020-02-11T05:57:08.380" v="138" actId="478"/>
          <ac:graphicFrameMkLst>
            <pc:docMk/>
            <pc:sldMk cId="2472901087" sldId="275"/>
            <ac:graphicFrameMk id="8" creationId="{590DF91F-EB51-4036-BDC8-7215F7830415}"/>
          </ac:graphicFrameMkLst>
        </pc:graphicFrameChg>
        <pc:graphicFrameChg chg="del">
          <ac:chgData name="达 周" userId="d3c3af45359772bc" providerId="LiveId" clId="{9E3F0913-7CE1-4B0B-BA36-223DD5998CBC}" dt="2020-02-11T05:57:08.380" v="138" actId="478"/>
          <ac:graphicFrameMkLst>
            <pc:docMk/>
            <pc:sldMk cId="2472901087" sldId="275"/>
            <ac:graphicFrameMk id="9" creationId="{5C9052C6-7A18-4F1A-9E91-2BFCC504883F}"/>
          </ac:graphicFrameMkLst>
        </pc:graphicFrameChg>
      </pc:sldChg>
      <pc:sldChg chg="delSp modSp">
        <pc:chgData name="达 周" userId="d3c3af45359772bc" providerId="LiveId" clId="{9E3F0913-7CE1-4B0B-BA36-223DD5998CBC}" dt="2020-02-11T06:09:01.651" v="141" actId="478"/>
        <pc:sldMkLst>
          <pc:docMk/>
          <pc:sldMk cId="3624642149" sldId="279"/>
        </pc:sldMkLst>
        <pc:graphicFrameChg chg="mod">
          <ac:chgData name="达 周" userId="d3c3af45359772bc" providerId="LiveId" clId="{9E3F0913-7CE1-4B0B-BA36-223DD5998CBC}" dt="2020-02-11T06:08:54.794" v="139" actId="1076"/>
          <ac:graphicFrameMkLst>
            <pc:docMk/>
            <pc:sldMk cId="3624642149" sldId="279"/>
            <ac:graphicFrameMk id="7" creationId="{1F877865-F580-4551-9678-7EB72956624B}"/>
          </ac:graphicFrameMkLst>
        </pc:graphicFrameChg>
        <pc:graphicFrameChg chg="del">
          <ac:chgData name="达 周" userId="d3c3af45359772bc" providerId="LiveId" clId="{9E3F0913-7CE1-4B0B-BA36-223DD5998CBC}" dt="2020-02-11T06:09:01.651" v="141" actId="478"/>
          <ac:graphicFrameMkLst>
            <pc:docMk/>
            <pc:sldMk cId="3624642149" sldId="279"/>
            <ac:graphicFrameMk id="11" creationId="{EFE9DC1B-9101-41FA-9CEE-7C3A5507C8FA}"/>
          </ac:graphicFrameMkLst>
        </pc:graphicFrameChg>
      </pc:sldChg>
      <pc:sldChg chg="modSp">
        <pc:chgData name="达 周" userId="d3c3af45359772bc" providerId="LiveId" clId="{9E3F0913-7CE1-4B0B-BA36-223DD5998CBC}" dt="2020-02-11T06:18:20.001" v="410" actId="1076"/>
        <pc:sldMkLst>
          <pc:docMk/>
          <pc:sldMk cId="1040327052" sldId="280"/>
        </pc:sldMkLst>
        <pc:graphicFrameChg chg="mod">
          <ac:chgData name="达 周" userId="d3c3af45359772bc" providerId="LiveId" clId="{9E3F0913-7CE1-4B0B-BA36-223DD5998CBC}" dt="2020-02-11T06:18:20.001" v="410" actId="1076"/>
          <ac:graphicFrameMkLst>
            <pc:docMk/>
            <pc:sldMk cId="1040327052" sldId="280"/>
            <ac:graphicFrameMk id="7" creationId="{51684C91-74FD-451A-B5DD-D46C76506C7B}"/>
          </ac:graphicFrameMkLst>
        </pc:graphicFrameChg>
      </pc:sldChg>
      <pc:sldChg chg="addSp modSp add">
        <pc:chgData name="达 周" userId="d3c3af45359772bc" providerId="LiveId" clId="{9E3F0913-7CE1-4B0B-BA36-223DD5998CBC}" dt="2020-02-11T05:33:09.480" v="61" actId="1076"/>
        <pc:sldMkLst>
          <pc:docMk/>
          <pc:sldMk cId="2959366218" sldId="281"/>
        </pc:sldMkLst>
        <pc:spChg chg="add mod">
          <ac:chgData name="达 周" userId="d3c3af45359772bc" providerId="LiveId" clId="{9E3F0913-7CE1-4B0B-BA36-223DD5998CBC}" dt="2020-02-11T05:33:09.480" v="61" actId="1076"/>
          <ac:spMkLst>
            <pc:docMk/>
            <pc:sldMk cId="2959366218" sldId="281"/>
            <ac:spMk id="3" creationId="{F08797C1-6DB6-4B85-AD9D-DE1A0F27AD62}"/>
          </ac:spMkLst>
        </pc:spChg>
        <pc:graphicFrameChg chg="mod">
          <ac:chgData name="达 周" userId="d3c3af45359772bc" providerId="LiveId" clId="{9E3F0913-7CE1-4B0B-BA36-223DD5998CBC}" dt="2020-02-11T05:32:59.250" v="58" actId="1076"/>
          <ac:graphicFrameMkLst>
            <pc:docMk/>
            <pc:sldMk cId="2959366218" sldId="281"/>
            <ac:graphicFrameMk id="5" creationId="{D96030A7-E7B0-44EE-B9D7-B7725E92BC28}"/>
          </ac:graphicFrameMkLst>
        </pc:graphicFrameChg>
        <pc:graphicFrameChg chg="add mod">
          <ac:chgData name="达 周" userId="d3c3af45359772bc" providerId="LiveId" clId="{9E3F0913-7CE1-4B0B-BA36-223DD5998CBC}" dt="2020-02-11T05:32:54.523" v="56" actId="1076"/>
          <ac:graphicFrameMkLst>
            <pc:docMk/>
            <pc:sldMk cId="2959366218" sldId="281"/>
            <ac:graphicFrameMk id="6" creationId="{572862E3-6B1B-4240-8124-7BA88FB19F45}"/>
          </ac:graphicFrameMkLst>
        </pc:graphicFrameChg>
      </pc:sldChg>
      <pc:sldChg chg="addSp delSp modSp add del">
        <pc:chgData name="达 周" userId="d3c3af45359772bc" providerId="LiveId" clId="{9E3F0913-7CE1-4B0B-BA36-223DD5998CBC}" dt="2020-02-11T05:30:36.847" v="37" actId="47"/>
        <pc:sldMkLst>
          <pc:docMk/>
          <pc:sldMk cId="3131292857" sldId="281"/>
        </pc:sldMkLst>
        <pc:spChg chg="add del mod">
          <ac:chgData name="达 周" userId="d3c3af45359772bc" providerId="LiveId" clId="{9E3F0913-7CE1-4B0B-BA36-223DD5998CBC}" dt="2020-02-11T05:29:49.537" v="31" actId="478"/>
          <ac:spMkLst>
            <pc:docMk/>
            <pc:sldMk cId="3131292857" sldId="281"/>
            <ac:spMk id="5" creationId="{90A3A2E2-883B-4B2E-B4D4-40D086FA3AB2}"/>
          </ac:spMkLst>
        </pc:spChg>
        <pc:graphicFrameChg chg="del mod">
          <ac:chgData name="达 周" userId="d3c3af45359772bc" providerId="LiveId" clId="{9E3F0913-7CE1-4B0B-BA36-223DD5998CBC}" dt="2020-02-11T05:30:31.582" v="36"/>
          <ac:graphicFrameMkLst>
            <pc:docMk/>
            <pc:sldMk cId="3131292857" sldId="281"/>
            <ac:graphicFrameMk id="4" creationId="{4F33294D-9B7B-4F2B-AEB5-122BEA02A349}"/>
          </ac:graphicFrameMkLst>
        </pc:graphicFrameChg>
        <pc:picChg chg="del">
          <ac:chgData name="达 周" userId="d3c3af45359772bc" providerId="LiveId" clId="{9E3F0913-7CE1-4B0B-BA36-223DD5998CBC}" dt="2020-02-11T05:29:40.374" v="29" actId="478"/>
          <ac:picMkLst>
            <pc:docMk/>
            <pc:sldMk cId="3131292857" sldId="281"/>
            <ac:picMk id="8" creationId="{CAB88753-B2F6-4D3A-B43F-7FAD766D12A7}"/>
          </ac:picMkLst>
        </pc:picChg>
      </pc:sldChg>
      <pc:sldChg chg="addSp modSp add del">
        <pc:chgData name="达 周" userId="d3c3af45359772bc" providerId="LiveId" clId="{9E3F0913-7CE1-4B0B-BA36-223DD5998CBC}" dt="2020-02-11T05:31:46.644" v="43" actId="47"/>
        <pc:sldMkLst>
          <pc:docMk/>
          <pc:sldMk cId="3853500703" sldId="282"/>
        </pc:sldMkLst>
        <pc:spChg chg="add mod">
          <ac:chgData name="达 周" userId="d3c3af45359772bc" providerId="LiveId" clId="{9E3F0913-7CE1-4B0B-BA36-223DD5998CBC}" dt="2020-02-11T05:31:08.750" v="42" actId="1076"/>
          <ac:spMkLst>
            <pc:docMk/>
            <pc:sldMk cId="3853500703" sldId="282"/>
            <ac:spMk id="3" creationId="{027147AA-3ADB-436B-A98B-6DC12B5F0C4A}"/>
          </ac:spMkLst>
        </pc:spChg>
        <pc:graphicFrameChg chg="add mod">
          <ac:chgData name="达 周" userId="d3c3af45359772bc" providerId="LiveId" clId="{9E3F0913-7CE1-4B0B-BA36-223DD5998CBC}" dt="2020-02-11T05:30:55.607" v="40" actId="1076"/>
          <ac:graphicFrameMkLst>
            <pc:docMk/>
            <pc:sldMk cId="3853500703" sldId="282"/>
            <ac:graphicFrameMk id="5" creationId="{B437A252-0952-44FB-91FD-DB6BE974984E}"/>
          </ac:graphicFrameMkLst>
        </pc:graphicFrameChg>
      </pc:sldChg>
      <pc:sldChg chg="addSp delSp modSp add">
        <pc:chgData name="达 周" userId="d3c3af45359772bc" providerId="LiveId" clId="{9E3F0913-7CE1-4B0B-BA36-223DD5998CBC}" dt="2020-02-11T05:39:17.254" v="83"/>
        <pc:sldMkLst>
          <pc:docMk/>
          <pc:sldMk cId="3906947143" sldId="282"/>
        </pc:sldMkLst>
        <pc:spChg chg="mod">
          <ac:chgData name="达 周" userId="d3c3af45359772bc" providerId="LiveId" clId="{9E3F0913-7CE1-4B0B-BA36-223DD5998CBC}" dt="2020-02-11T05:35:39.125" v="69" actId="20577"/>
          <ac:spMkLst>
            <pc:docMk/>
            <pc:sldMk cId="3906947143" sldId="282"/>
            <ac:spMk id="2" creationId="{0FD02CFF-BE31-43C5-ADA3-CDB127D6B3EF}"/>
          </ac:spMkLst>
        </pc:spChg>
        <pc:spChg chg="del">
          <ac:chgData name="达 周" userId="d3c3af45359772bc" providerId="LiveId" clId="{9E3F0913-7CE1-4B0B-BA36-223DD5998CBC}" dt="2020-02-11T05:37:04.810" v="74" actId="478"/>
          <ac:spMkLst>
            <pc:docMk/>
            <pc:sldMk cId="3906947143" sldId="282"/>
            <ac:spMk id="3" creationId="{6A0AEC00-1A7B-4DE3-BA26-0E9AD82F6EE7}"/>
          </ac:spMkLst>
        </pc:spChg>
        <pc:graphicFrameChg chg="add mod">
          <ac:chgData name="达 周" userId="d3c3af45359772bc" providerId="LiveId" clId="{9E3F0913-7CE1-4B0B-BA36-223DD5998CBC}" dt="2020-02-11T05:39:17.254" v="83"/>
          <ac:graphicFrameMkLst>
            <pc:docMk/>
            <pc:sldMk cId="3906947143" sldId="282"/>
            <ac:graphicFrameMk id="4" creationId="{E42DA512-6874-48D1-8B59-EB28EEBE7C3E}"/>
          </ac:graphicFrameMkLst>
        </pc:graphicFrameChg>
      </pc:sldChg>
      <pc:sldChg chg="modSp add del">
        <pc:chgData name="达 周" userId="d3c3af45359772bc" providerId="LiveId" clId="{9E3F0913-7CE1-4B0B-BA36-223DD5998CBC}" dt="2020-02-11T05:40:21.472" v="115" actId="47"/>
        <pc:sldMkLst>
          <pc:docMk/>
          <pc:sldMk cId="3272398692" sldId="283"/>
        </pc:sldMkLst>
        <pc:spChg chg="mod">
          <ac:chgData name="达 周" userId="d3c3af45359772bc" providerId="LiveId" clId="{9E3F0913-7CE1-4B0B-BA36-223DD5998CBC}" dt="2020-02-11T05:40:02.754" v="93" actId="20577"/>
          <ac:spMkLst>
            <pc:docMk/>
            <pc:sldMk cId="3272398692" sldId="283"/>
            <ac:spMk id="2" creationId="{10C4DA84-6155-428B-B00A-C836FA17CD13}"/>
          </ac:spMkLst>
        </pc:spChg>
        <pc:spChg chg="mod">
          <ac:chgData name="达 周" userId="d3c3af45359772bc" providerId="LiveId" clId="{9E3F0913-7CE1-4B0B-BA36-223DD5998CBC}" dt="2020-02-11T05:40:19.063" v="114" actId="20577"/>
          <ac:spMkLst>
            <pc:docMk/>
            <pc:sldMk cId="3272398692" sldId="283"/>
            <ac:spMk id="3" creationId="{6A138BB3-5C1F-445A-8AEE-74D80D81A2D0}"/>
          </ac:spMkLst>
        </pc:spChg>
      </pc:sldChg>
      <pc:sldChg chg="add">
        <pc:chgData name="达 周" userId="d3c3af45359772bc" providerId="LiveId" clId="{9E3F0913-7CE1-4B0B-BA36-223DD5998CBC}" dt="2020-02-11T05:41:02.016" v="117"/>
        <pc:sldMkLst>
          <pc:docMk/>
          <pc:sldMk cId="3283603240" sldId="283"/>
        </pc:sldMkLst>
      </pc:sldChg>
      <pc:sldChg chg="add">
        <pc:chgData name="达 周" userId="d3c3af45359772bc" providerId="LiveId" clId="{9E3F0913-7CE1-4B0B-BA36-223DD5998CBC}" dt="2020-02-11T05:44:00.461" v="120"/>
        <pc:sldMkLst>
          <pc:docMk/>
          <pc:sldMk cId="1057503623" sldId="284"/>
        </pc:sldMkLst>
      </pc:sldChg>
      <pc:sldChg chg="modSp add">
        <pc:chgData name="达 周" userId="d3c3af45359772bc" providerId="LiveId" clId="{9E3F0913-7CE1-4B0B-BA36-223DD5998CBC}" dt="2020-02-11T05:53:37.558" v="125" actId="1076"/>
        <pc:sldMkLst>
          <pc:docMk/>
          <pc:sldMk cId="2853085684" sldId="285"/>
        </pc:sldMkLst>
        <pc:grpChg chg="mod">
          <ac:chgData name="达 周" userId="d3c3af45359772bc" providerId="LiveId" clId="{9E3F0913-7CE1-4B0B-BA36-223DD5998CBC}" dt="2020-02-11T05:53:37.558" v="125" actId="1076"/>
          <ac:grpSpMkLst>
            <pc:docMk/>
            <pc:sldMk cId="2853085684" sldId="285"/>
            <ac:grpSpMk id="9" creationId="{171FB25D-ED5C-4D57-A178-1E164119C159}"/>
          </ac:grpSpMkLst>
        </pc:grpChg>
      </pc:sldChg>
      <pc:sldChg chg="delSp modSp add">
        <pc:chgData name="达 周" userId="d3c3af45359772bc" providerId="LiveId" clId="{9E3F0913-7CE1-4B0B-BA36-223DD5998CBC}" dt="2020-02-11T05:56:19.628" v="132" actId="1076"/>
        <pc:sldMkLst>
          <pc:docMk/>
          <pc:sldMk cId="2037033426" sldId="286"/>
        </pc:sldMkLst>
        <pc:graphicFrameChg chg="mod">
          <ac:chgData name="达 周" userId="d3c3af45359772bc" providerId="LiveId" clId="{9E3F0913-7CE1-4B0B-BA36-223DD5998CBC}" dt="2020-02-11T05:56:19.628" v="132" actId="1076"/>
          <ac:graphicFrameMkLst>
            <pc:docMk/>
            <pc:sldMk cId="2037033426" sldId="286"/>
            <ac:graphicFrameMk id="5" creationId="{536D9FEB-3589-4254-AAD6-B0BB6944464B}"/>
          </ac:graphicFrameMkLst>
        </pc:graphicFrameChg>
        <pc:graphicFrameChg chg="del">
          <ac:chgData name="达 周" userId="d3c3af45359772bc" providerId="LiveId" clId="{9E3F0913-7CE1-4B0B-BA36-223DD5998CBC}" dt="2020-02-11T05:56:13.440" v="130" actId="478"/>
          <ac:graphicFrameMkLst>
            <pc:docMk/>
            <pc:sldMk cId="2037033426" sldId="286"/>
            <ac:graphicFrameMk id="7" creationId="{23F2255C-41D0-4DAA-B320-57B26D0AD2D8}"/>
          </ac:graphicFrameMkLst>
        </pc:graphicFrameChg>
      </pc:sldChg>
      <pc:sldChg chg="delSp modSp add">
        <pc:chgData name="达 周" userId="d3c3af45359772bc" providerId="LiveId" clId="{9E3F0913-7CE1-4B0B-BA36-223DD5998CBC}" dt="2020-02-11T05:56:47.074" v="136" actId="1076"/>
        <pc:sldMkLst>
          <pc:docMk/>
          <pc:sldMk cId="3845102764" sldId="287"/>
        </pc:sldMkLst>
        <pc:graphicFrameChg chg="del">
          <ac:chgData name="达 周" userId="d3c3af45359772bc" providerId="LiveId" clId="{9E3F0913-7CE1-4B0B-BA36-223DD5998CBC}" dt="2020-02-11T05:56:27.634" v="133" actId="478"/>
          <ac:graphicFrameMkLst>
            <pc:docMk/>
            <pc:sldMk cId="3845102764" sldId="287"/>
            <ac:graphicFrameMk id="5" creationId="{536D9FEB-3589-4254-AAD6-B0BB6944464B}"/>
          </ac:graphicFrameMkLst>
        </pc:graphicFrameChg>
        <pc:graphicFrameChg chg="mod">
          <ac:chgData name="达 周" userId="d3c3af45359772bc" providerId="LiveId" clId="{9E3F0913-7CE1-4B0B-BA36-223DD5998CBC}" dt="2020-02-11T05:56:47.074" v="136" actId="1076"/>
          <ac:graphicFrameMkLst>
            <pc:docMk/>
            <pc:sldMk cId="3845102764" sldId="287"/>
            <ac:graphicFrameMk id="7" creationId="{23F2255C-41D0-4DAA-B320-57B26D0AD2D8}"/>
          </ac:graphicFrameMkLst>
        </pc:graphicFrameChg>
      </pc:sldChg>
      <pc:sldChg chg="add">
        <pc:chgData name="达 周" userId="d3c3af45359772bc" providerId="LiveId" clId="{9E3F0913-7CE1-4B0B-BA36-223DD5998CBC}" dt="2020-02-11T05:57:03.527" v="137"/>
        <pc:sldMkLst>
          <pc:docMk/>
          <pc:sldMk cId="1407026631" sldId="288"/>
        </pc:sldMkLst>
      </pc:sldChg>
      <pc:sldChg chg="delSp modSp add">
        <pc:chgData name="达 周" userId="d3c3af45359772bc" providerId="LiveId" clId="{9E3F0913-7CE1-4B0B-BA36-223DD5998CBC}" dt="2020-02-11T06:09:09.023" v="143" actId="1076"/>
        <pc:sldMkLst>
          <pc:docMk/>
          <pc:sldMk cId="651896326" sldId="289"/>
        </pc:sldMkLst>
        <pc:graphicFrameChg chg="del">
          <ac:chgData name="达 周" userId="d3c3af45359772bc" providerId="LiveId" clId="{9E3F0913-7CE1-4B0B-BA36-223DD5998CBC}" dt="2020-02-11T06:09:04.488" v="142" actId="478"/>
          <ac:graphicFrameMkLst>
            <pc:docMk/>
            <pc:sldMk cId="651896326" sldId="289"/>
            <ac:graphicFrameMk id="7" creationId="{1F877865-F580-4551-9678-7EB72956624B}"/>
          </ac:graphicFrameMkLst>
        </pc:graphicFrameChg>
        <pc:graphicFrameChg chg="mod">
          <ac:chgData name="达 周" userId="d3c3af45359772bc" providerId="LiveId" clId="{9E3F0913-7CE1-4B0B-BA36-223DD5998CBC}" dt="2020-02-11T06:09:09.023" v="143" actId="1076"/>
          <ac:graphicFrameMkLst>
            <pc:docMk/>
            <pc:sldMk cId="651896326" sldId="289"/>
            <ac:graphicFrameMk id="11" creationId="{EFE9DC1B-9101-41FA-9CEE-7C3A5507C8FA}"/>
          </ac:graphicFrameMkLst>
        </pc:graphicFrameChg>
      </pc:sldChg>
      <pc:sldChg chg="modSp add">
        <pc:chgData name="达 周" userId="d3c3af45359772bc" providerId="LiveId" clId="{9E3F0913-7CE1-4B0B-BA36-223DD5998CBC}" dt="2020-02-11T06:16:00.128" v="408" actId="20577"/>
        <pc:sldMkLst>
          <pc:docMk/>
          <pc:sldMk cId="939013569" sldId="290"/>
        </pc:sldMkLst>
        <pc:spChg chg="mod">
          <ac:chgData name="达 周" userId="d3c3af45359772bc" providerId="LiveId" clId="{9E3F0913-7CE1-4B0B-BA36-223DD5998CBC}" dt="2020-02-11T06:13:42.150" v="159" actId="20577"/>
          <ac:spMkLst>
            <pc:docMk/>
            <pc:sldMk cId="939013569" sldId="290"/>
            <ac:spMk id="2" creationId="{17773882-B2E6-40E3-B94A-BF4127557646}"/>
          </ac:spMkLst>
        </pc:spChg>
        <pc:spChg chg="mod">
          <ac:chgData name="达 周" userId="d3c3af45359772bc" providerId="LiveId" clId="{9E3F0913-7CE1-4B0B-BA36-223DD5998CBC}" dt="2020-02-11T06:16:00.128" v="408" actId="20577"/>
          <ac:spMkLst>
            <pc:docMk/>
            <pc:sldMk cId="939013569" sldId="290"/>
            <ac:spMk id="3" creationId="{64BF5B7D-D6F5-4D19-B468-D5D2617AE8CF}"/>
          </ac:spMkLst>
        </pc:spChg>
      </pc:sldChg>
      <pc:sldChg chg="add del">
        <pc:chgData name="达 周" userId="d3c3af45359772bc" providerId="LiveId" clId="{9E3F0913-7CE1-4B0B-BA36-223DD5998CBC}" dt="2020-02-11T06:23:44.345" v="412" actId="47"/>
        <pc:sldMkLst>
          <pc:docMk/>
          <pc:sldMk cId="3300370507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1C568-B37A-4FB5-B700-1D536C515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827F02-7245-4B9C-AB13-A4C56979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EE7F6F-8EB5-428A-9A28-E7623B89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F75C-0516-4530-851A-B951FEA77CDF}" type="datetimeFigureOut">
              <a:rPr lang="zh-CN" altLang="en-US" smtClean="0"/>
              <a:t>2023/4/9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A250FB-A2B2-4352-9A5D-38C4C340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33E779-F784-4C02-BA46-66D438DB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71DD-392D-404C-956F-6EBD007E4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98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9768D-8DFA-45C3-81B2-ABC9D6D83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006772-CC7C-4F92-B518-E817052B6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BA5363-A632-4A68-907E-6D5456F46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F75C-0516-4530-851A-B951FEA77CDF}" type="datetimeFigureOut">
              <a:rPr lang="zh-CN" altLang="en-US" smtClean="0"/>
              <a:t>2023/4/9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36BC19-607B-483E-9DC5-FB305098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0699E0-B084-4D42-8396-6274176E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71DD-392D-404C-956F-6EBD007E4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32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F85EB-7542-437A-8810-2327D4DC0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1E758C-D1C7-4DA8-A6D7-086C2B487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93F3A0-9B9C-4D94-9851-7EB22E48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F75C-0516-4530-851A-B951FEA77CDF}" type="datetimeFigureOut">
              <a:rPr lang="zh-CN" altLang="en-US" smtClean="0"/>
              <a:t>2023/4/9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B82C87-E7AE-4DC6-9D5F-6FB6E398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B8C7EE-9F96-4638-BB51-29CA5307E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71DD-392D-404C-956F-6EBD007E4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525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A1CDE-D027-4B29-933A-426AA62D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7981DF-8F73-477C-A717-94DA97BCB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3B2C57-0436-443C-8112-38AABDFD0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29C13E-244D-4F95-B03F-97124DD5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F75C-0516-4530-851A-B951FEA77CDF}" type="datetimeFigureOut">
              <a:rPr lang="zh-CN" altLang="en-US" smtClean="0"/>
              <a:t>2023/4/9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802C69-E0BF-40DD-9AF8-5C5C370D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023867-7CDF-4283-8299-92FBE437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71DD-392D-404C-956F-6EBD007E4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12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147F5-A4FF-4B89-9B93-EB7DB1056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C01EFF-1E53-4746-AE89-5D2CB1B8B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E9AA92-5227-47E8-9805-A88BAF549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8934EB-BD18-4BB4-A852-58506C495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F3E1B66-C6AB-4295-A328-30CD2D53E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DB08C4-50C2-4ABF-9FAA-4CA65669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F75C-0516-4530-851A-B951FEA77CDF}" type="datetimeFigureOut">
              <a:rPr lang="zh-CN" altLang="en-US" smtClean="0"/>
              <a:t>2023/4/9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FE276E-9C58-46C0-93AD-F329C464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BB4BAC-9C7B-4065-9CF5-BC1BD4E1F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71DD-392D-404C-956F-6EBD007E4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61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72EE5-BBDC-4F01-99D7-18873C9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895A87-2D5E-49FB-B90A-98BFCFEA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F75C-0516-4530-851A-B951FEA77CDF}" type="datetimeFigureOut">
              <a:rPr lang="zh-CN" altLang="en-US" smtClean="0"/>
              <a:t>2023/4/9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60F773-3D83-4585-9B46-57D4197D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98F1FF-4808-495C-BF25-B25F8411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71DD-392D-404C-956F-6EBD007E4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87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A91704-3276-4A5B-B4A4-9D0B08B5B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F75C-0516-4530-851A-B951FEA77CDF}" type="datetimeFigureOut">
              <a:rPr lang="zh-CN" altLang="en-US" smtClean="0"/>
              <a:t>2023/4/9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A7EA41-E240-4656-8BAF-0444BBF7C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D9BE28-45BA-4FAB-9BF8-28667F7C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71DD-392D-404C-956F-6EBD007E4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61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B51FA-8DBE-4904-882B-24FD822F1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127A8D-5A94-40F6-8D54-0B3853D43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D89819-00C4-46D1-9ABC-72D228397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50FC82-587C-44DD-9CE9-E9F9B0A73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F75C-0516-4530-851A-B951FEA77CDF}" type="datetimeFigureOut">
              <a:rPr lang="zh-CN" altLang="en-US" smtClean="0"/>
              <a:t>2023/4/9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C2AE28-EED9-4637-8E10-C82B4F3E7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63A827-7C06-4243-849F-655A629D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71DD-392D-404C-956F-6EBD007E4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654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CD71B-E2F1-49EC-B82F-4C8C8AD58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BE23FD-D65C-40B1-B834-87456E920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F0CA07-41AB-44D9-9B07-D75EFDAC6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CBB1C4-A55E-4F70-897A-B2380363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F75C-0516-4530-851A-B951FEA77CDF}" type="datetimeFigureOut">
              <a:rPr lang="zh-CN" altLang="en-US" smtClean="0"/>
              <a:t>2023/4/9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F044FC-B92B-48DF-AF69-8FF5170D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F5D7E1-01F8-42B6-8D38-B7775ECD9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71DD-392D-404C-956F-6EBD007E4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45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1DA84B-FB08-4D1E-AC45-7B22F02DD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D8D970-97BB-443F-BCA8-7AC6B1E27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D440E0-7CB4-4795-9208-33898FBE8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F75C-0516-4530-851A-B951FEA77CDF}" type="datetimeFigureOut">
              <a:rPr lang="zh-CN" altLang="en-US" smtClean="0"/>
              <a:t>2023/4/9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EDD29E-9F8F-4142-9504-5A3068BB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C26661-8E59-4AE9-A945-CB9B48FEC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71DD-392D-404C-956F-6EBD007E4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03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F5D71D-FC41-4BB2-A609-DCF108C64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8E4819-C392-45F2-A2E0-C27A0A8CE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F54A67-BFEF-4A1D-8E87-8C839F12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2F75C-0516-4530-851A-B951FEA77CDF}" type="datetimeFigureOut">
              <a:rPr lang="zh-CN" altLang="en-US" smtClean="0"/>
              <a:t>2023/4/9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797B1B-7A72-47B8-8573-44CBEBD3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A2E351-C46D-4992-853C-361F7712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471DD-392D-404C-956F-6EBD007E4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35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26EA66-10A5-4856-835E-0F1B9BEF8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A35C03-A043-48C3-8972-6C996E819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C07C74-EC68-4B77-B514-7B2477877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2F75C-0516-4530-851A-B951FEA77CDF}" type="datetimeFigureOut">
              <a:rPr lang="zh-CN" altLang="en-US" smtClean="0"/>
              <a:t>2023/4/9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C627C-89DD-484E-A62E-D9FC1AAC1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1F4917-8D07-4592-B4EC-7723C62E1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471DD-392D-404C-956F-6EBD007E4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0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ouda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3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2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0D227-A959-48EE-9D0D-0DB4497D95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Introduction to infinite series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BDB45E-EC3C-4098-822F-1CE90DE331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Da Zhou </a:t>
            </a:r>
            <a:r>
              <a:rPr lang="zh-CN" altLang="en-US" dirty="0"/>
              <a:t>（周达）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zhouda@xmu.edu.cn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1097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492537-D1D7-4B3C-B1A5-F8A032FCD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Partial sums</a:t>
            </a:r>
            <a:endParaRPr lang="zh-CN" altLang="en-US" dirty="0"/>
          </a:p>
        </p:txBody>
      </p:sp>
      <p:graphicFrame>
        <p:nvGraphicFramePr>
          <p:cNvPr id="4" name="Object 31">
            <a:extLst>
              <a:ext uri="{FF2B5EF4-FFF2-40B4-BE49-F238E27FC236}">
                <a16:creationId xmlns:a16="http://schemas.microsoft.com/office/drawing/2014/main" id="{24F326F7-D435-4EFC-B5FD-EC6FF7E3353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593480"/>
              </p:ext>
            </p:extLst>
          </p:nvPr>
        </p:nvGraphicFramePr>
        <p:xfrm>
          <a:off x="3695700" y="1912068"/>
          <a:ext cx="4546600" cy="4737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2209680" progId="Equation.DSMT4">
                  <p:embed/>
                </p:oleObj>
              </mc:Choice>
              <mc:Fallback>
                <p:oleObj name="Equation" r:id="rId2" imgW="2120760" imgH="2209680" progId="Equation.DSMT4">
                  <p:embed/>
                  <p:pic>
                    <p:nvPicPr>
                      <p:cNvPr id="4" name="Object 31">
                        <a:extLst>
                          <a:ext uri="{FF2B5EF4-FFF2-40B4-BE49-F238E27FC236}">
                            <a16:creationId xmlns:a16="http://schemas.microsoft.com/office/drawing/2014/main" id="{24F326F7-D435-4EFC-B5FD-EC6FF7E335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1912068"/>
                        <a:ext cx="4546600" cy="4737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968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544E8-F05B-45D9-9B3C-54706DBDE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Infinite series, convergence and divergence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2388EB1-FAC7-4F4E-9004-AF5BF53F9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0735" y="1586401"/>
            <a:ext cx="7547140" cy="490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53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44D02-6EB0-482E-AFEA-BE8AB406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Bounded and unbounded divergence</a:t>
            </a:r>
            <a:endParaRPr lang="zh-CN" altLang="en-US" dirty="0"/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DF945913-583A-4BDE-9AA2-EF4CDF89B89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992644"/>
              </p:ext>
            </p:extLst>
          </p:nvPr>
        </p:nvGraphicFramePr>
        <p:xfrm>
          <a:off x="2558576" y="2147094"/>
          <a:ext cx="7074847" cy="2215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120" imgH="393480" progId="Equation.DSMT4">
                  <p:embed/>
                </p:oleObj>
              </mc:Choice>
              <mc:Fallback>
                <p:oleObj name="Equation" r:id="rId2" imgW="1257120" imgH="393480" progId="Equation.DSMT4">
                  <p:embed/>
                  <p:pic>
                    <p:nvPicPr>
                      <p:cNvPr id="4" name="Object 9">
                        <a:extLst>
                          <a:ext uri="{FF2B5EF4-FFF2-40B4-BE49-F238E27FC236}">
                            <a16:creationId xmlns:a16="http://schemas.microsoft.com/office/drawing/2014/main" id="{DF945913-583A-4BDE-9AA2-EF4CDF89B8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8576" y="2147094"/>
                        <a:ext cx="7074847" cy="2215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5726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BFD7E-49B7-4E43-BB68-57BB3BB67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en-US" altLang="zh-CN" dirty="0"/>
              <a:t>Example: </a:t>
            </a:r>
            <a:r>
              <a:rPr lang="en-US" altLang="zh-CN" sz="4900" dirty="0"/>
              <a:t>The Geometric Series</a:t>
            </a:r>
            <a:br>
              <a:rPr lang="en-US" altLang="zh-CN" b="1" dirty="0">
                <a:ea typeface="宋体" panose="02010600030101010101" pitchFamily="2" charset="-122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43EDB-8938-43D5-A267-075D5F591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i="1" dirty="0">
                <a:ea typeface="宋体" panose="02010600030101010101" pitchFamily="2" charset="-122"/>
              </a:rPr>
              <a:t>geometric progression 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en-US" altLang="zh-CN" i="1" dirty="0">
                <a:ea typeface="宋体" panose="02010600030101010101" pitchFamily="2" charset="-122"/>
              </a:rPr>
              <a:t>, x, x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i="1" dirty="0">
                <a:ea typeface="宋体" panose="02010600030101010101" pitchFamily="2" charset="-122"/>
              </a:rPr>
              <a:t>, x</a:t>
            </a:r>
            <a:r>
              <a:rPr lang="en-US" altLang="zh-CN" baseline="30000" dirty="0">
                <a:ea typeface="宋体" panose="02010600030101010101" pitchFamily="2" charset="-122"/>
              </a:rPr>
              <a:t>3</a:t>
            </a:r>
            <a:r>
              <a:rPr lang="en-US" altLang="zh-CN" i="1" dirty="0">
                <a:ea typeface="宋体" panose="02010600030101010101" pitchFamily="2" charset="-12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. . . gives rise to the numbers 1</a:t>
            </a:r>
            <a:r>
              <a:rPr lang="en-US" altLang="zh-CN" i="1" dirty="0">
                <a:ea typeface="宋体" panose="02010600030101010101" pitchFamily="2" charset="-12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1 + </a:t>
            </a:r>
            <a:r>
              <a:rPr lang="en-US" altLang="zh-CN" i="1" dirty="0">
                <a:ea typeface="宋体" panose="02010600030101010101" pitchFamily="2" charset="-122"/>
              </a:rPr>
              <a:t>x, </a:t>
            </a:r>
            <a:r>
              <a:rPr lang="en-US" altLang="zh-CN" dirty="0">
                <a:ea typeface="宋体" panose="02010600030101010101" pitchFamily="2" charset="-122"/>
              </a:rPr>
              <a:t>1 + </a:t>
            </a:r>
            <a:r>
              <a:rPr lang="en-US" altLang="zh-CN" i="1" dirty="0"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</a:rPr>
              <a:t>+ 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i="1" dirty="0">
                <a:ea typeface="宋体" panose="02010600030101010101" pitchFamily="2" charset="-12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1 + </a:t>
            </a:r>
            <a:r>
              <a:rPr lang="en-US" altLang="zh-CN" i="1" dirty="0"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</a:rPr>
              <a:t>+ 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+ 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ea typeface="宋体" panose="02010600030101010101" pitchFamily="2" charset="-122"/>
              </a:rPr>
              <a:t>3</a:t>
            </a:r>
            <a:r>
              <a:rPr lang="en-US" altLang="zh-CN" i="1" dirty="0">
                <a:ea typeface="宋体" panose="02010600030101010101" pitchFamily="2" charset="-12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. . .  </a:t>
            </a:r>
            <a:r>
              <a:rPr lang="en-US" altLang="zh-CN" i="1" dirty="0">
                <a:ea typeface="宋体" panose="02010600030101010101" pitchFamily="2" charset="-122"/>
              </a:rPr>
              <a:t>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These numbers are the partial sums of what is called the </a:t>
            </a:r>
            <a:r>
              <a:rPr lang="en-US" altLang="zh-CN" i="1" dirty="0">
                <a:ea typeface="宋体" panose="02010600030101010101" pitchFamily="2" charset="-122"/>
              </a:rPr>
              <a:t>geometric series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</a:p>
          <a:p>
            <a:endParaRPr lang="zh-CN" altLang="en-US" dirty="0"/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4F33294D-9B7B-4F2B-AEB5-122BEA02A3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272050"/>
              </p:ext>
            </p:extLst>
          </p:nvPr>
        </p:nvGraphicFramePr>
        <p:xfrm>
          <a:off x="4591050" y="3505200"/>
          <a:ext cx="1707797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20" imgH="393480" progId="Equation.DSMT4">
                  <p:embed/>
                </p:oleObj>
              </mc:Choice>
              <mc:Fallback>
                <p:oleObj name="Equation" r:id="rId2" imgW="342720" imgH="393480" progId="Equation.DSMT4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4F33294D-9B7B-4F2B-AEB5-122BEA02A3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3505200"/>
                        <a:ext cx="1707797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3813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BFD7E-49B7-4E43-BB68-57BB3BB67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en-US" altLang="zh-CN" dirty="0"/>
              <a:t>For </a:t>
            </a:r>
            <a:r>
              <a:rPr lang="en-US" altLang="zh-CN" sz="4900" dirty="0"/>
              <a:t>the Geometric Series</a:t>
            </a:r>
            <a:br>
              <a:rPr lang="en-US" altLang="zh-CN" b="1" dirty="0">
                <a:ea typeface="宋体" panose="02010600030101010101" pitchFamily="2" charset="-122"/>
              </a:rPr>
            </a:br>
            <a:endParaRPr lang="zh-CN" altLang="en-US" dirty="0"/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4F33294D-9B7B-4F2B-AEB5-122BEA02A3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872047"/>
              </p:ext>
            </p:extLst>
          </p:nvPr>
        </p:nvGraphicFramePr>
        <p:xfrm>
          <a:off x="6635636" y="327421"/>
          <a:ext cx="1219362" cy="1400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20" imgH="393480" progId="Equation.DSMT4">
                  <p:embed/>
                </p:oleObj>
              </mc:Choice>
              <mc:Fallback>
                <p:oleObj name="Equation" r:id="rId2" imgW="342720" imgH="393480" progId="Equation.DSMT4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4F33294D-9B7B-4F2B-AEB5-122BEA02A3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636" y="327421"/>
                        <a:ext cx="1219362" cy="14009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CAB88753-B2F6-4D3A-B43F-7FAD766D1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76312" y="2441575"/>
            <a:ext cx="1023937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1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62864-7C83-45C6-B863-C86E773A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Properties of infinite series 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878798D-E6AE-446A-BAC9-0CB3065E5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9498" y="2434431"/>
            <a:ext cx="10334302" cy="367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9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62864-7C83-45C6-B863-C86E773A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Properties of infinite series 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878798D-E6AE-446A-BAC9-0CB3065E5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9498" y="2434431"/>
            <a:ext cx="10334302" cy="3671094"/>
          </a:xfrm>
          <a:prstGeom prst="rect">
            <a:avLst/>
          </a:prstGeom>
        </p:spPr>
      </p:pic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D96030A7-E7B0-44EE-B9D7-B7725E92BC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048268"/>
              </p:ext>
            </p:extLst>
          </p:nvPr>
        </p:nvGraphicFramePr>
        <p:xfrm>
          <a:off x="10202380" y="5164187"/>
          <a:ext cx="970122" cy="9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80" imgH="393480" progId="Equation.DSMT4">
                  <p:embed/>
                </p:oleObj>
              </mc:Choice>
              <mc:Fallback>
                <p:oleObj name="Equation" r:id="rId3" imgW="406080" imgH="39348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D96030A7-E7B0-44EE-B9D7-B7725E92BC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2380" y="5164187"/>
                        <a:ext cx="970122" cy="9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572862E3-6B1B-4240-8124-7BA88FB19F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14557"/>
              </p:ext>
            </p:extLst>
          </p:nvPr>
        </p:nvGraphicFramePr>
        <p:xfrm>
          <a:off x="8536881" y="5164187"/>
          <a:ext cx="819313" cy="9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720" imgH="393480" progId="Equation.DSMT4">
                  <p:embed/>
                </p:oleObj>
              </mc:Choice>
              <mc:Fallback>
                <p:oleObj name="Equation" r:id="rId5" imgW="342720" imgH="393480" progId="Equation.DSMT4">
                  <p:embed/>
                  <p:pic>
                    <p:nvPicPr>
                      <p:cNvPr id="6" name="Object 8">
                        <a:extLst>
                          <a:ext uri="{FF2B5EF4-FFF2-40B4-BE49-F238E27FC236}">
                            <a16:creationId xmlns:a16="http://schemas.microsoft.com/office/drawing/2014/main" id="{572862E3-6B1B-4240-8124-7BA88FB19F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6881" y="5164187"/>
                        <a:ext cx="819313" cy="9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右 2">
            <a:extLst>
              <a:ext uri="{FF2B5EF4-FFF2-40B4-BE49-F238E27FC236}">
                <a16:creationId xmlns:a16="http://schemas.microsoft.com/office/drawing/2014/main" id="{F08797C1-6DB6-4B85-AD9D-DE1A0F27AD62}"/>
              </a:ext>
            </a:extLst>
          </p:cNvPr>
          <p:cNvSpPr/>
          <p:nvPr/>
        </p:nvSpPr>
        <p:spPr>
          <a:xfrm>
            <a:off x="9404601" y="5629275"/>
            <a:ext cx="616481" cy="1047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366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79F19D-2797-430A-A058-AEF321C34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Properties of infinite series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7DC28E-9B64-4A3F-88B9-391ABDE6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9287"/>
            <a:ext cx="10848975" cy="17430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898899A-0DF4-41CD-9956-4A6C359CA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0" y="4357687"/>
            <a:ext cx="65151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5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02CFF-BE31-43C5-ADA3-CDB127D6B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42DA512-6874-48D1-8B59-EB28EEBE7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117918"/>
              </p:ext>
            </p:extLst>
          </p:nvPr>
        </p:nvGraphicFramePr>
        <p:xfrm>
          <a:off x="3279775" y="280988"/>
          <a:ext cx="4478338" cy="149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431640" progId="Equation.DSMT4">
                  <p:embed/>
                </p:oleObj>
              </mc:Choice>
              <mc:Fallback>
                <p:oleObj name="Equation" r:id="rId2" imgW="1295280" imgH="431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42DA512-6874-48D1-8B59-EB28EEBE7C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79775" y="280988"/>
                        <a:ext cx="4478338" cy="1493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6947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488A3-1C42-4EAD-90F1-0E4157B3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Positive (nonnegative) series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997228-C0E8-42D4-90E5-E4655987B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Series with positive (nonnegative) terms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034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488A3-1C42-4EAD-90F1-0E4157B3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Positive (nonnegative) series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997228-C0E8-42D4-90E5-E4655987B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Series with positive (nonnegative) terms</a:t>
            </a:r>
          </a:p>
          <a:p>
            <a:endParaRPr lang="en-US" altLang="zh-CN" dirty="0"/>
          </a:p>
          <a:p>
            <a:r>
              <a:rPr lang="en-US" altLang="zh-CN" dirty="0"/>
              <a:t>Basic Theorem: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10828E-8687-4959-8DB3-B0E1181CA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" y="4001294"/>
            <a:ext cx="115157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03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CFE5A-F79A-4447-8ACD-3D4D74BF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(I) Integral Test</a:t>
            </a:r>
            <a:endParaRPr lang="zh-CN" altLang="en-US" dirty="0"/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4C6A63B8-18B9-437B-83FC-768247C8A3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" t="25890" r="945" b="3462"/>
          <a:stretch/>
        </p:blipFill>
        <p:spPr bwMode="auto">
          <a:xfrm>
            <a:off x="1228725" y="1914638"/>
            <a:ext cx="758190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493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CFE5A-F79A-4447-8ACD-3D4D74BF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(I) Integral Test</a:t>
            </a:r>
            <a:endParaRPr lang="zh-CN" altLang="en-US" dirty="0"/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4C6A63B8-18B9-437B-83FC-768247C8A3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" t="25890" r="945" b="3462"/>
          <a:stretch/>
        </p:blipFill>
        <p:spPr bwMode="auto">
          <a:xfrm>
            <a:off x="1228725" y="1914638"/>
            <a:ext cx="758190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1">
            <a:extLst>
              <a:ext uri="{FF2B5EF4-FFF2-40B4-BE49-F238E27FC236}">
                <a16:creationId xmlns:a16="http://schemas.microsoft.com/office/drawing/2014/main" id="{79A9633D-3180-450A-987B-98A746E85E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00"/>
          <a:stretch/>
        </p:blipFill>
        <p:spPr bwMode="auto">
          <a:xfrm>
            <a:off x="1876425" y="4133850"/>
            <a:ext cx="822642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503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3274D-F341-49BC-8388-746201BB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Two special series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80ACB5-882F-455D-A0BE-B210D2C6B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Harmonic series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p-series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3F84B1-DC7A-462D-98E9-757B54D50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49" y="2314130"/>
            <a:ext cx="6200775" cy="16300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56FFD5C-C1E7-495E-BD50-63045B71E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687" y="4987925"/>
            <a:ext cx="810577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487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48E7A-AD09-4267-95E4-77AFC4F7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(II) Basic comparison test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D609CD2-47D8-463B-8E35-8E6981A9C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10209"/>
            <a:ext cx="10447116" cy="310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23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E4E1B-F662-44C6-A8FE-C7AD91BF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026817A4-079A-4514-9EA1-742C50062565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3883759"/>
              </p:ext>
            </p:extLst>
          </p:nvPr>
        </p:nvGraphicFramePr>
        <p:xfrm>
          <a:off x="4303117" y="2350900"/>
          <a:ext cx="2305706" cy="1393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368280" progId="Equation.DSMT4">
                  <p:embed/>
                </p:oleObj>
              </mc:Choice>
              <mc:Fallback>
                <p:oleObj name="Equation" r:id="rId2" imgW="609480" imgH="368280" progId="Equation.DSMT4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026817A4-079A-4514-9EA1-742C500625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3117" y="2350900"/>
                        <a:ext cx="2305706" cy="1393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822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E4E1B-F662-44C6-A8FE-C7AD91BF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id="{CEB5ACD9-4417-48B0-AA9A-4E37ADC794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461231"/>
              </p:ext>
            </p:extLst>
          </p:nvPr>
        </p:nvGraphicFramePr>
        <p:xfrm>
          <a:off x="3895794" y="2385767"/>
          <a:ext cx="3681550" cy="155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380880" progId="Equation.DSMT4">
                  <p:embed/>
                </p:oleObj>
              </mc:Choice>
              <mc:Fallback>
                <p:oleObj name="Equation" r:id="rId2" imgW="901440" imgH="380880" progId="Equation.DSMT4">
                  <p:embed/>
                  <p:pic>
                    <p:nvPicPr>
                      <p:cNvPr id="8" name="Object 13">
                        <a:extLst>
                          <a:ext uri="{FF2B5EF4-FFF2-40B4-BE49-F238E27FC236}">
                            <a16:creationId xmlns:a16="http://schemas.microsoft.com/office/drawing/2014/main" id="{CEB5ACD9-4417-48B0-AA9A-4E37ADC794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794" y="2385767"/>
                        <a:ext cx="3681550" cy="155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0958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C7080-8412-4EB2-AEB4-D74C49D19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limit comparison test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C124F92-801B-4B38-8281-A3F5BC485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2829719"/>
            <a:ext cx="101346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84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CB96A-DC6F-4F29-927B-46FC60ADC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BB9A9B64-21F8-4CEE-8B30-495F3E445948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0463826"/>
              </p:ext>
            </p:extLst>
          </p:nvPr>
        </p:nvGraphicFramePr>
        <p:xfrm>
          <a:off x="4621155" y="2385375"/>
          <a:ext cx="2634761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431640" progId="Equation.DSMT4">
                  <p:embed/>
                </p:oleObj>
              </mc:Choice>
              <mc:Fallback>
                <p:oleObj name="Equation" r:id="rId2" imgW="901440" imgH="43164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BB9A9B64-21F8-4CEE-8B30-495F3E4459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1155" y="2385375"/>
                        <a:ext cx="2634761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1630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CB96A-DC6F-4F29-927B-46FC60ADC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FBA499A8-B80A-42A6-B3E9-133D22E4A6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163087"/>
              </p:ext>
            </p:extLst>
          </p:nvPr>
        </p:nvGraphicFramePr>
        <p:xfrm>
          <a:off x="3971131" y="2296160"/>
          <a:ext cx="4249737" cy="1376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431640" progId="Equation.DSMT4">
                  <p:embed/>
                </p:oleObj>
              </mc:Choice>
              <mc:Fallback>
                <p:oleObj name="Equation" r:id="rId2" imgW="1333440" imgH="431640" progId="Equation.DSMT4">
                  <p:embed/>
                  <p:pic>
                    <p:nvPicPr>
                      <p:cNvPr id="5" name="Object 7">
                        <a:extLst>
                          <a:ext uri="{FF2B5EF4-FFF2-40B4-BE49-F238E27FC236}">
                            <a16:creationId xmlns:a16="http://schemas.microsoft.com/office/drawing/2014/main" id="{FBA499A8-B80A-42A6-B3E9-133D22E4A6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131" y="2296160"/>
                        <a:ext cx="4249737" cy="1376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997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B01EC5DF-517F-49CB-8E01-C6B63BD00A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191973"/>
              </p:ext>
            </p:extLst>
          </p:nvPr>
        </p:nvGraphicFramePr>
        <p:xfrm>
          <a:off x="3533808" y="292528"/>
          <a:ext cx="3610035" cy="1470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617" imgH="978217" progId="Equation.DSMT4">
                  <p:embed/>
                </p:oleObj>
              </mc:Choice>
              <mc:Fallback>
                <p:oleObj name="Equation" r:id="rId2" imgW="2400617" imgH="978217" progId="Equation.DSMT4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B01EC5DF-517F-49CB-8E01-C6B63BD00A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3808" y="292528"/>
                        <a:ext cx="3610035" cy="1470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CFD180BE-5048-4FBF-B137-D7598081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Exercises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9914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CCC7E-45F8-42D2-8255-E6F42E8D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(III) The ratio test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99650EB-510E-45A3-91CF-C88C449BA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7283" y="2277419"/>
            <a:ext cx="9290309" cy="285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93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8FF860-2610-4FBC-BC0C-1BA78B85B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(IV) The root test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B1A2F5A-EC46-400D-BDC6-7A08F1302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890" y="2299507"/>
            <a:ext cx="10230219" cy="296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3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91BC58-6A9A-4031-9A8F-BF6D8D097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BAA68AFF-EF64-41FB-B9DD-42C8086FD6F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4185829"/>
              </p:ext>
            </p:extLst>
          </p:nvPr>
        </p:nvGraphicFramePr>
        <p:xfrm>
          <a:off x="1738964" y="1690688"/>
          <a:ext cx="2173811" cy="1539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431640" progId="Equation.DSMT4">
                  <p:embed/>
                </p:oleObj>
              </mc:Choice>
              <mc:Fallback>
                <p:oleObj name="Equation" r:id="rId2" imgW="609480" imgH="431640" progId="Equation.DSMT4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BAA68AFF-EF64-41FB-B9DD-42C8086FD6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964" y="1690688"/>
                        <a:ext cx="2173811" cy="1539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6DEC028D-CCC9-41E4-9A4A-A117D22C9C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549738"/>
              </p:ext>
            </p:extLst>
          </p:nvPr>
        </p:nvGraphicFramePr>
        <p:xfrm>
          <a:off x="1738964" y="3627529"/>
          <a:ext cx="1598950" cy="1406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368280" progId="Equation.DSMT4">
                  <p:embed/>
                </p:oleObj>
              </mc:Choice>
              <mc:Fallback>
                <p:oleObj name="Equation" r:id="rId4" imgW="419040" imgH="36828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6DEC028D-CCC9-41E4-9A4A-A117D22C9C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964" y="3627529"/>
                        <a:ext cx="1598950" cy="1406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5151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91BC58-6A9A-4031-9A8F-BF6D8D097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BAA68AFF-EF64-41FB-B9DD-42C8086FD6F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738964" y="1690688"/>
          <a:ext cx="2173811" cy="1539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431640" progId="Equation.DSMT4">
                  <p:embed/>
                </p:oleObj>
              </mc:Choice>
              <mc:Fallback>
                <p:oleObj name="Equation" r:id="rId2" imgW="609480" imgH="431640" progId="Equation.DSMT4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BAA68AFF-EF64-41FB-B9DD-42C8086FD6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964" y="1690688"/>
                        <a:ext cx="2173811" cy="1539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536D9FEB-3589-4254-AAD6-B0BB694446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692661"/>
              </p:ext>
            </p:extLst>
          </p:nvPr>
        </p:nvGraphicFramePr>
        <p:xfrm>
          <a:off x="6374950" y="1889216"/>
          <a:ext cx="3293879" cy="1151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368280" progId="Equation.DSMT4">
                  <p:embed/>
                </p:oleObj>
              </mc:Choice>
              <mc:Fallback>
                <p:oleObj name="Equation" r:id="rId4" imgW="1054080" imgH="368280" progId="Equation.DSMT4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536D9FEB-3589-4254-AAD6-B0BB694446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4950" y="1889216"/>
                        <a:ext cx="3293879" cy="1151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6DEC028D-CCC9-41E4-9A4A-A117D22C9C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8964" y="3627529"/>
          <a:ext cx="1598950" cy="1406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040" imgH="368280" progId="Equation.DSMT4">
                  <p:embed/>
                </p:oleObj>
              </mc:Choice>
              <mc:Fallback>
                <p:oleObj name="Equation" r:id="rId6" imgW="419040" imgH="36828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6DEC028D-CCC9-41E4-9A4A-A117D22C9C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964" y="3627529"/>
                        <a:ext cx="1598950" cy="1406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7033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91BC58-6A9A-4031-9A8F-BF6D8D097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BAA68AFF-EF64-41FB-B9DD-42C8086FD6F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738964" y="1690688"/>
          <a:ext cx="2173811" cy="1539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431640" progId="Equation.DSMT4">
                  <p:embed/>
                </p:oleObj>
              </mc:Choice>
              <mc:Fallback>
                <p:oleObj name="Equation" r:id="rId2" imgW="609480" imgH="431640" progId="Equation.DSMT4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BAA68AFF-EF64-41FB-B9DD-42C8086FD6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964" y="1690688"/>
                        <a:ext cx="2173811" cy="1539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6DEC028D-CCC9-41E4-9A4A-A117D22C9C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8964" y="3627529"/>
          <a:ext cx="1598950" cy="1406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368280" progId="Equation.DSMT4">
                  <p:embed/>
                </p:oleObj>
              </mc:Choice>
              <mc:Fallback>
                <p:oleObj name="Equation" r:id="rId4" imgW="419040" imgH="36828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6DEC028D-CCC9-41E4-9A4A-A117D22C9C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964" y="3627529"/>
                        <a:ext cx="1598950" cy="1406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23F2255C-41D0-4DAA-B320-57B26D0AD2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329468"/>
              </p:ext>
            </p:extLst>
          </p:nvPr>
        </p:nvGraphicFramePr>
        <p:xfrm>
          <a:off x="5630395" y="3723828"/>
          <a:ext cx="5513388" cy="1213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760" imgH="419040" progId="Equation.DSMT4">
                  <p:embed/>
                </p:oleObj>
              </mc:Choice>
              <mc:Fallback>
                <p:oleObj name="Equation" r:id="rId6" imgW="1904760" imgH="41904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23F2255C-41D0-4DAA-B320-57B26D0AD2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0395" y="3723828"/>
                        <a:ext cx="5513388" cy="12138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5102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4A42E-1453-4C62-94FB-02CCCB78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zh-CN" altLang="en-US" dirty="0"/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250C9652-C2AC-4028-A673-F83221480D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374024"/>
              </p:ext>
            </p:extLst>
          </p:nvPr>
        </p:nvGraphicFramePr>
        <p:xfrm>
          <a:off x="3399573" y="365125"/>
          <a:ext cx="1605564" cy="1213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320" imgH="431640" progId="Equation.DSMT4">
                  <p:embed/>
                </p:oleObj>
              </mc:Choice>
              <mc:Fallback>
                <p:oleObj name="Equation" r:id="rId2" imgW="571320" imgH="43164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250C9652-C2AC-4028-A673-F83221480D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9573" y="365125"/>
                        <a:ext cx="1605564" cy="1213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2901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4A42E-1453-4C62-94FB-02CCCB78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zh-CN" altLang="en-US" dirty="0"/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250C9652-C2AC-4028-A673-F83221480D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9573" y="365125"/>
          <a:ext cx="1605564" cy="1213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320" imgH="431640" progId="Equation.DSMT4">
                  <p:embed/>
                </p:oleObj>
              </mc:Choice>
              <mc:Fallback>
                <p:oleObj name="Equation" r:id="rId2" imgW="571320" imgH="43164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250C9652-C2AC-4028-A673-F83221480D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9573" y="365125"/>
                        <a:ext cx="1605564" cy="1213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11020AD5-B53F-424C-BA60-7D8E5B70AF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8307" y="2361338"/>
          <a:ext cx="3263995" cy="106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444240" progId="Equation.DSMT4">
                  <p:embed/>
                </p:oleObj>
              </mc:Choice>
              <mc:Fallback>
                <p:oleObj name="Equation" r:id="rId4" imgW="1358640" imgH="44424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11020AD5-B53F-424C-BA60-7D8E5B70AF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307" y="2361338"/>
                        <a:ext cx="3263995" cy="106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590DF91F-EB51-4036-BDC8-7215F78304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3495" y="3434993"/>
          <a:ext cx="3136273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457200" progId="Equation.DSMT4">
                  <p:embed/>
                </p:oleObj>
              </mc:Choice>
              <mc:Fallback>
                <p:oleObj name="Equation" r:id="rId6" imgW="1130040" imgH="457200" progId="Equation.DSMT4">
                  <p:embed/>
                  <p:pic>
                    <p:nvPicPr>
                      <p:cNvPr id="8" name="Object 10">
                        <a:extLst>
                          <a:ext uri="{FF2B5EF4-FFF2-40B4-BE49-F238E27FC236}">
                            <a16:creationId xmlns:a16="http://schemas.microsoft.com/office/drawing/2014/main" id="{590DF91F-EB51-4036-BDC8-7215F78304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495" y="3434993"/>
                        <a:ext cx="3136273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5C9052C6-7A18-4F1A-9E91-2BFCC50488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3495" y="4701818"/>
          <a:ext cx="5243248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92160" imgH="457200" progId="Equation.DSMT4">
                  <p:embed/>
                </p:oleObj>
              </mc:Choice>
              <mc:Fallback>
                <p:oleObj name="Equation" r:id="rId8" imgW="1892160" imgH="457200" progId="Equation.DSMT4">
                  <p:embed/>
                  <p:pic>
                    <p:nvPicPr>
                      <p:cNvPr id="9" name="Object 11">
                        <a:extLst>
                          <a:ext uri="{FF2B5EF4-FFF2-40B4-BE49-F238E27FC236}">
                            <a16:creationId xmlns:a16="http://schemas.microsoft.com/office/drawing/2014/main" id="{5C9052C6-7A18-4F1A-9E91-2BFCC50488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495" y="4701818"/>
                        <a:ext cx="5243248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702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51CB5-9E75-4A56-A603-0C2BAA9A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en-US" altLang="zh-CN" sz="4900" dirty="0"/>
              <a:t>Alternating Series</a:t>
            </a:r>
            <a:br>
              <a:rPr lang="en-US" altLang="zh-CN" b="1" dirty="0">
                <a:ea typeface="宋体" panose="02010600030101010101" pitchFamily="2" charset="-122"/>
              </a:rPr>
            </a:br>
            <a:endParaRPr lang="zh-CN" altLang="en-US" dirty="0"/>
          </a:p>
        </p:txBody>
      </p:sp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BF3CC1B2-FE6C-4E44-9F14-B4F871C42B74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732769"/>
              </p:ext>
            </p:extLst>
          </p:nvPr>
        </p:nvGraphicFramePr>
        <p:xfrm>
          <a:off x="3758130" y="1831522"/>
          <a:ext cx="3770295" cy="9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2360" imgH="368280" progId="Equation.DSMT4">
                  <p:embed/>
                </p:oleObj>
              </mc:Choice>
              <mc:Fallback>
                <p:oleObj name="Equation" r:id="rId2" imgW="1422360" imgH="368280" progId="Equation.DSMT4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BF3CC1B2-FE6C-4E44-9F14-B4F871C42B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130" y="1831522"/>
                        <a:ext cx="3770295" cy="9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>
            <a:extLst>
              <a:ext uri="{FF2B5EF4-FFF2-40B4-BE49-F238E27FC236}">
                <a16:creationId xmlns:a16="http://schemas.microsoft.com/office/drawing/2014/main" id="{DF5D8806-0BC9-4A9A-8C1D-D9342C066A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124071"/>
              </p:ext>
            </p:extLst>
          </p:nvPr>
        </p:nvGraphicFramePr>
        <p:xfrm>
          <a:off x="3037027" y="3618381"/>
          <a:ext cx="6117946" cy="1256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360" imgH="393480" progId="Equation.DSMT4">
                  <p:embed/>
                </p:oleObj>
              </mc:Choice>
              <mc:Fallback>
                <p:oleObj name="Equation" r:id="rId4" imgW="1917360" imgH="393480" progId="Equation.DSMT4">
                  <p:embed/>
                  <p:pic>
                    <p:nvPicPr>
                      <p:cNvPr id="5" name="Object 13">
                        <a:extLst>
                          <a:ext uri="{FF2B5EF4-FFF2-40B4-BE49-F238E27FC236}">
                            <a16:creationId xmlns:a16="http://schemas.microsoft.com/office/drawing/2014/main" id="{DF5D8806-0BC9-4A9A-8C1D-D9342C066A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7027" y="3618381"/>
                        <a:ext cx="6117946" cy="1256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1F8A401-646D-434A-AB52-F2567F8F87A3}"/>
              </a:ext>
            </a:extLst>
          </p:cNvPr>
          <p:cNvSpPr/>
          <p:nvPr/>
        </p:nvSpPr>
        <p:spPr>
          <a:xfrm>
            <a:off x="9376098" y="4015730"/>
            <a:ext cx="20587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i="1" dirty="0" err="1">
                <a:ea typeface="宋体" panose="02010600030101010101" pitchFamily="2" charset="-122"/>
              </a:rPr>
              <a:t>a</a:t>
            </a:r>
            <a:r>
              <a:rPr lang="en-US" altLang="zh-CN" sz="2400" i="1" baseline="-24000" dirty="0" err="1">
                <a:ea typeface="宋体" panose="02010600030101010101" pitchFamily="2" charset="-122"/>
              </a:rPr>
              <a:t>k</a:t>
            </a:r>
            <a:r>
              <a:rPr lang="en-US" altLang="zh-CN" sz="2400" i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is</a:t>
            </a:r>
            <a:r>
              <a:rPr lang="en-US" altLang="zh-CN" sz="2400" i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positive)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28589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ECAF0-D45E-4FE8-8D47-30D757EB5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Leibniz Theorem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AAFD8DA-5A8E-4DB5-87B1-94197168D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9241"/>
            <a:ext cx="10515600" cy="151975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EB9DA19-12E9-4945-B933-8CD29F532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172" y="3647553"/>
            <a:ext cx="7043656" cy="321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44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9C4620-F9A7-498D-9497-0E3073D7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1F877865-F580-4551-9678-7EB7295662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926013"/>
              </p:ext>
            </p:extLst>
          </p:nvPr>
        </p:nvGraphicFramePr>
        <p:xfrm>
          <a:off x="3591293" y="532606"/>
          <a:ext cx="2324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4417" imgH="990917" progId="Equation.DSMT4">
                  <p:embed/>
                </p:oleObj>
              </mc:Choice>
              <mc:Fallback>
                <p:oleObj name="Equation" r:id="rId2" imgW="2324417" imgH="990917" progId="Equation.DSMT4">
                  <p:embed/>
                  <p:pic>
                    <p:nvPicPr>
                      <p:cNvPr id="7" name="Object 11">
                        <a:extLst>
                          <a:ext uri="{FF2B5EF4-FFF2-40B4-BE49-F238E27FC236}">
                            <a16:creationId xmlns:a16="http://schemas.microsoft.com/office/drawing/2014/main" id="{1F877865-F580-4551-9678-7EB7295662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293" y="532606"/>
                        <a:ext cx="23241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4642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9C4620-F9A7-498D-9497-0E3073D7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EFE9DC1B-9101-41FA-9CEE-7C3A5507C8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105153"/>
              </p:ext>
            </p:extLst>
          </p:nvPr>
        </p:nvGraphicFramePr>
        <p:xfrm>
          <a:off x="3724275" y="434976"/>
          <a:ext cx="2667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67317" imgH="990917" progId="Equation.3">
                  <p:embed/>
                </p:oleObj>
              </mc:Choice>
              <mc:Fallback>
                <p:oleObj r:id="rId2" imgW="2667317" imgH="990917" progId="Equation.3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EFE9DC1B-9101-41FA-9CEE-7C3A5507C8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4275" y="434976"/>
                        <a:ext cx="26670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1896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CC606-6B3B-47F2-9BF0-4DA857A56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Absolute and conditional convergence 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CE64589-2AE9-4AAE-AAC6-9E768D2DE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9837" y="2119053"/>
            <a:ext cx="8410575" cy="8191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AE37D66-2D96-46B3-B778-8AD11623C0BC}"/>
              </a:ext>
            </a:extLst>
          </p:cNvPr>
          <p:cNvSpPr/>
          <p:nvPr/>
        </p:nvSpPr>
        <p:spPr>
          <a:xfrm>
            <a:off x="1439479" y="3721852"/>
            <a:ext cx="780929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ea typeface="宋体" panose="02010600030101010101" pitchFamily="2" charset="-122"/>
              </a:rPr>
              <a:t>Series </a:t>
            </a:r>
            <a:r>
              <a:rPr lang="el-GR" altLang="zh-CN" sz="2800" dirty="0">
                <a:cs typeface="Times New Roman" panose="02020603050405020304" pitchFamily="18" charset="0"/>
              </a:rPr>
              <a:t>Σ</a:t>
            </a:r>
            <a:r>
              <a:rPr lang="en-US" altLang="zh-CN" sz="2800" i="1" dirty="0" err="1">
                <a:ea typeface="宋体" panose="02010600030101010101" pitchFamily="2" charset="-122"/>
              </a:rPr>
              <a:t>a</a:t>
            </a:r>
            <a:r>
              <a:rPr lang="en-US" altLang="zh-CN" sz="2800" i="1" baseline="-24000" dirty="0" err="1">
                <a:ea typeface="宋体" panose="02010600030101010101" pitchFamily="2" charset="-122"/>
              </a:rPr>
              <a:t>k</a:t>
            </a:r>
            <a:r>
              <a:rPr lang="en-US" altLang="zh-CN" sz="2800" i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for which </a:t>
            </a:r>
            <a:r>
              <a:rPr lang="el-GR" altLang="zh-CN" sz="2800" dirty="0">
                <a:cs typeface="Times New Roman" panose="02020603050405020304" pitchFamily="18" charset="0"/>
              </a:rPr>
              <a:t>Σ</a:t>
            </a:r>
            <a:r>
              <a:rPr lang="en-US" altLang="zh-CN" sz="2800" dirty="0">
                <a:ea typeface="宋体" panose="02010600030101010101" pitchFamily="2" charset="-122"/>
              </a:rPr>
              <a:t>|</a:t>
            </a:r>
            <a:r>
              <a:rPr lang="en-US" altLang="zh-CN" sz="2800" i="1" dirty="0" err="1">
                <a:ea typeface="宋体" panose="02010600030101010101" pitchFamily="2" charset="-122"/>
              </a:rPr>
              <a:t>a</a:t>
            </a:r>
            <a:r>
              <a:rPr lang="en-US" altLang="zh-CN" sz="2800" i="1" baseline="-24000" dirty="0" err="1">
                <a:ea typeface="宋体" panose="02010600030101010101" pitchFamily="2" charset="-122"/>
              </a:rPr>
              <a:t>k</a:t>
            </a:r>
            <a:r>
              <a:rPr lang="en-US" altLang="zh-CN" sz="2800" dirty="0">
                <a:ea typeface="宋体" panose="02010600030101010101" pitchFamily="2" charset="-122"/>
              </a:rPr>
              <a:t>| converges are called </a:t>
            </a:r>
            <a:r>
              <a:rPr lang="en-US" altLang="zh-CN" sz="2800" i="1" dirty="0">
                <a:ea typeface="宋体" panose="02010600030101010101" pitchFamily="2" charset="-122"/>
              </a:rPr>
              <a:t>absolutely convergent;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ea typeface="宋体" panose="02010600030101010101" pitchFamily="2" charset="-122"/>
              </a:rPr>
              <a:t>Convergent series </a:t>
            </a:r>
            <a:r>
              <a:rPr lang="el-GR" altLang="zh-CN" sz="2800" dirty="0">
                <a:cs typeface="Times New Roman" panose="02020603050405020304" pitchFamily="18" charset="0"/>
              </a:rPr>
              <a:t>Σ</a:t>
            </a:r>
            <a:r>
              <a:rPr lang="en-US" altLang="zh-CN" sz="2800" i="1" dirty="0" err="1">
                <a:ea typeface="宋体" panose="02010600030101010101" pitchFamily="2" charset="-122"/>
              </a:rPr>
              <a:t>a</a:t>
            </a:r>
            <a:r>
              <a:rPr lang="en-US" altLang="zh-CN" sz="2800" i="1" baseline="-24000" dirty="0" err="1">
                <a:ea typeface="宋体" panose="02010600030101010101" pitchFamily="2" charset="-122"/>
              </a:rPr>
              <a:t>k</a:t>
            </a:r>
            <a:r>
              <a:rPr lang="en-US" altLang="zh-CN" sz="2800" i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for which </a:t>
            </a:r>
            <a:r>
              <a:rPr lang="el-GR" altLang="zh-CN" sz="2800" dirty="0">
                <a:cs typeface="Times New Roman" panose="02020603050405020304" pitchFamily="18" charset="0"/>
              </a:rPr>
              <a:t>Σ</a:t>
            </a:r>
            <a:r>
              <a:rPr lang="en-US" altLang="zh-CN" sz="2800" dirty="0">
                <a:ea typeface="宋体" panose="02010600030101010101" pitchFamily="2" charset="-122"/>
              </a:rPr>
              <a:t>|</a:t>
            </a:r>
            <a:r>
              <a:rPr lang="en-US" altLang="zh-CN" sz="2800" i="1" dirty="0" err="1">
                <a:ea typeface="宋体" panose="02010600030101010101" pitchFamily="2" charset="-122"/>
              </a:rPr>
              <a:t>a</a:t>
            </a:r>
            <a:r>
              <a:rPr lang="en-US" altLang="zh-CN" sz="2800" i="1" baseline="-24000" dirty="0" err="1">
                <a:ea typeface="宋体" panose="02010600030101010101" pitchFamily="2" charset="-122"/>
              </a:rPr>
              <a:t>k</a:t>
            </a:r>
            <a:r>
              <a:rPr lang="en-US" altLang="zh-CN" sz="2800" dirty="0">
                <a:ea typeface="宋体" panose="02010600030101010101" pitchFamily="2" charset="-122"/>
              </a:rPr>
              <a:t>| diverges are called </a:t>
            </a:r>
            <a:r>
              <a:rPr lang="en-US" altLang="zh-CN" sz="2800" i="1" dirty="0">
                <a:ea typeface="宋体" panose="02010600030101010101" pitchFamily="2" charset="-122"/>
              </a:rPr>
              <a:t>conditionally convergent.</a:t>
            </a:r>
            <a:endParaRPr lang="zh-CN" altLang="en-US" sz="28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582326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73882-B2E6-40E3-B94A-BF412755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Given </a:t>
            </a:r>
            <a:r>
              <a:rPr lang="el-GR" altLang="zh-CN" dirty="0">
                <a:cs typeface="Times New Roman" panose="02020603050405020304" pitchFamily="18" charset="0"/>
              </a:rPr>
              <a:t>Σ</a:t>
            </a:r>
            <a:r>
              <a:rPr lang="en-US" altLang="zh-CN" i="1" dirty="0" err="1">
                <a:ea typeface="宋体" panose="02010600030101010101" pitchFamily="2" charset="-122"/>
              </a:rPr>
              <a:t>a</a:t>
            </a:r>
            <a:r>
              <a:rPr lang="en-US" altLang="zh-CN" i="1" baseline="-24000" dirty="0" err="1">
                <a:ea typeface="宋体" panose="02010600030101010101" pitchFamily="2" charset="-122"/>
              </a:rPr>
              <a:t>k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BF5B7D-D6F5-4D19-B468-D5D2617AE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Step 1: Check if </a:t>
            </a:r>
            <a:r>
              <a:rPr lang="el-GR" altLang="zh-CN" dirty="0">
                <a:cs typeface="Times New Roman" panose="02020603050405020304" pitchFamily="18" charset="0"/>
              </a:rPr>
              <a:t>Σ</a:t>
            </a:r>
            <a:r>
              <a:rPr lang="en-US" altLang="zh-CN" dirty="0">
                <a:ea typeface="宋体" panose="02010600030101010101" pitchFamily="2" charset="-122"/>
              </a:rPr>
              <a:t>|</a:t>
            </a:r>
            <a:r>
              <a:rPr lang="en-US" altLang="zh-CN" i="1" dirty="0" err="1">
                <a:ea typeface="宋体" panose="02010600030101010101" pitchFamily="2" charset="-122"/>
              </a:rPr>
              <a:t>a</a:t>
            </a:r>
            <a:r>
              <a:rPr lang="en-US" altLang="zh-CN" i="1" baseline="-24000" dirty="0" err="1"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| converges</a:t>
            </a:r>
            <a:r>
              <a:rPr lang="en-US" altLang="zh-CN" dirty="0"/>
              <a:t> or not; If yes, say that “</a:t>
            </a:r>
            <a:r>
              <a:rPr lang="el-GR" altLang="zh-CN" dirty="0">
                <a:cs typeface="Times New Roman" panose="02020603050405020304" pitchFamily="18" charset="0"/>
              </a:rPr>
              <a:t>Σ</a:t>
            </a:r>
            <a:r>
              <a:rPr lang="en-US" altLang="zh-CN" i="1" dirty="0" err="1">
                <a:ea typeface="宋体" panose="02010600030101010101" pitchFamily="2" charset="-122"/>
              </a:rPr>
              <a:t>a</a:t>
            </a:r>
            <a:r>
              <a:rPr lang="en-US" altLang="zh-CN" i="1" baseline="-24000" dirty="0" err="1">
                <a:ea typeface="宋体" panose="02010600030101010101" pitchFamily="2" charset="-122"/>
              </a:rPr>
              <a:t>k</a:t>
            </a:r>
            <a:r>
              <a:rPr lang="en-US" altLang="zh-CN" dirty="0"/>
              <a:t> is absolutely convergent”; If no, continue to Step 2.</a:t>
            </a:r>
          </a:p>
          <a:p>
            <a:endParaRPr lang="en-US" altLang="zh-CN" dirty="0"/>
          </a:p>
          <a:p>
            <a:r>
              <a:rPr lang="en-US" altLang="zh-CN" dirty="0"/>
              <a:t>Step 2: Check if </a:t>
            </a:r>
            <a:r>
              <a:rPr lang="el-GR" altLang="zh-CN" dirty="0">
                <a:cs typeface="Times New Roman" panose="02020603050405020304" pitchFamily="18" charset="0"/>
              </a:rPr>
              <a:t>Σ</a:t>
            </a:r>
            <a:r>
              <a:rPr lang="en-US" altLang="zh-CN" i="1" dirty="0" err="1">
                <a:ea typeface="宋体" panose="02010600030101010101" pitchFamily="2" charset="-122"/>
              </a:rPr>
              <a:t>a</a:t>
            </a:r>
            <a:r>
              <a:rPr lang="en-US" altLang="zh-CN" i="1" baseline="-24000" dirty="0" err="1">
                <a:ea typeface="宋体" panose="02010600030101010101" pitchFamily="2" charset="-122"/>
              </a:rPr>
              <a:t>k</a:t>
            </a:r>
            <a:r>
              <a:rPr lang="en-US" altLang="zh-CN" dirty="0"/>
              <a:t> converge or not; If yes, say that “</a:t>
            </a:r>
            <a:r>
              <a:rPr lang="el-GR" altLang="zh-CN" dirty="0">
                <a:cs typeface="Times New Roman" panose="02020603050405020304" pitchFamily="18" charset="0"/>
              </a:rPr>
              <a:t>Σ</a:t>
            </a:r>
            <a:r>
              <a:rPr lang="en-US" altLang="zh-CN" i="1" dirty="0" err="1">
                <a:ea typeface="宋体" panose="02010600030101010101" pitchFamily="2" charset="-122"/>
              </a:rPr>
              <a:t>a</a:t>
            </a:r>
            <a:r>
              <a:rPr lang="en-US" altLang="zh-CN" i="1" baseline="-24000" dirty="0" err="1">
                <a:ea typeface="宋体" panose="02010600030101010101" pitchFamily="2" charset="-122"/>
              </a:rPr>
              <a:t>k</a:t>
            </a:r>
            <a:r>
              <a:rPr lang="en-US" altLang="zh-CN" dirty="0"/>
              <a:t> is conditionally convergent”; If no, say that “say that “</a:t>
            </a:r>
            <a:r>
              <a:rPr lang="el-GR" altLang="zh-CN" dirty="0">
                <a:cs typeface="Times New Roman" panose="02020603050405020304" pitchFamily="18" charset="0"/>
              </a:rPr>
              <a:t>Σ</a:t>
            </a:r>
            <a:r>
              <a:rPr lang="en-US" altLang="zh-CN" i="1" dirty="0" err="1">
                <a:ea typeface="宋体" panose="02010600030101010101" pitchFamily="2" charset="-122"/>
              </a:rPr>
              <a:t>a</a:t>
            </a:r>
            <a:r>
              <a:rPr lang="en-US" altLang="zh-CN" i="1" baseline="-24000" dirty="0" err="1">
                <a:ea typeface="宋体" panose="02010600030101010101" pitchFamily="2" charset="-122"/>
              </a:rPr>
              <a:t>k</a:t>
            </a:r>
            <a:r>
              <a:rPr lang="en-US" altLang="zh-CN" dirty="0"/>
              <a:t> is divergent”.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90135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394AF-AB27-482A-8DFD-6D4142BA4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zh-CN" altLang="en-US" dirty="0"/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51684C91-74FD-451A-B5DD-D46C76506C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364115"/>
              </p:ext>
            </p:extLst>
          </p:nvPr>
        </p:nvGraphicFramePr>
        <p:xfrm>
          <a:off x="3971056" y="157307"/>
          <a:ext cx="1947606" cy="1474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08417" imgH="990917" progId="Equation.3">
                  <p:embed/>
                </p:oleObj>
              </mc:Choice>
              <mc:Fallback>
                <p:oleObj r:id="rId2" imgW="1308417" imgH="990917" progId="Equation.3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51684C91-74FD-451A-B5DD-D46C76506C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056" y="157307"/>
                        <a:ext cx="1947606" cy="14748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0327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308</Words>
  <Application>Microsoft Office PowerPoint</Application>
  <PresentationFormat>宽屏</PresentationFormat>
  <Paragraphs>55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等线</vt:lpstr>
      <vt:lpstr>等线 Light</vt:lpstr>
      <vt:lpstr>Arial</vt:lpstr>
      <vt:lpstr>Office 主题​​</vt:lpstr>
      <vt:lpstr>Equation</vt:lpstr>
      <vt:lpstr>Microsoft Equation 3.0</vt:lpstr>
      <vt:lpstr>Introduction to infinite series</vt:lpstr>
      <vt:lpstr>Partial sums</vt:lpstr>
      <vt:lpstr>Infinite series, convergence and divergence</vt:lpstr>
      <vt:lpstr>Bounded and unbounded divergence</vt:lpstr>
      <vt:lpstr> Example: The Geometric Series </vt:lpstr>
      <vt:lpstr> For the Geometric Series </vt:lpstr>
      <vt:lpstr>Properties of infinite series </vt:lpstr>
      <vt:lpstr>Properties of infinite series </vt:lpstr>
      <vt:lpstr>Properties of infinite series </vt:lpstr>
      <vt:lpstr>Example</vt:lpstr>
      <vt:lpstr>Positive (nonnegative) series</vt:lpstr>
      <vt:lpstr>Positive (nonnegative) series</vt:lpstr>
      <vt:lpstr>(I) Integral Test</vt:lpstr>
      <vt:lpstr>(I) Integral Test</vt:lpstr>
      <vt:lpstr>Two special series</vt:lpstr>
      <vt:lpstr>(II) Basic comparison test</vt:lpstr>
      <vt:lpstr>Examples</vt:lpstr>
      <vt:lpstr>Examples</vt:lpstr>
      <vt:lpstr>The limit comparison test</vt:lpstr>
      <vt:lpstr>Examples</vt:lpstr>
      <vt:lpstr>Examples</vt:lpstr>
      <vt:lpstr>Exercises</vt:lpstr>
      <vt:lpstr>(III) The ratio test</vt:lpstr>
      <vt:lpstr>(IV) The root test</vt:lpstr>
      <vt:lpstr>Examples</vt:lpstr>
      <vt:lpstr>Examples</vt:lpstr>
      <vt:lpstr>Examples</vt:lpstr>
      <vt:lpstr>Exercises</vt:lpstr>
      <vt:lpstr>Exercises</vt:lpstr>
      <vt:lpstr> Alternating Series </vt:lpstr>
      <vt:lpstr>Leibniz Theorem</vt:lpstr>
      <vt:lpstr>Examples</vt:lpstr>
      <vt:lpstr>Examples</vt:lpstr>
      <vt:lpstr>Absolute and conditional convergence </vt:lpstr>
      <vt:lpstr>Given Σak 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Series (I)</dc:title>
  <dc:creator>达 周</dc:creator>
  <cp:lastModifiedBy>周 达</cp:lastModifiedBy>
  <cp:revision>9</cp:revision>
  <dcterms:created xsi:type="dcterms:W3CDTF">2020-01-19T06:25:16Z</dcterms:created>
  <dcterms:modified xsi:type="dcterms:W3CDTF">2023-04-09T09:01:12Z</dcterms:modified>
</cp:coreProperties>
</file>