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2" r:id="rId3"/>
    <p:sldId id="274" r:id="rId4"/>
    <p:sldId id="275" r:id="rId5"/>
    <p:sldId id="273" r:id="rId6"/>
    <p:sldId id="270" r:id="rId7"/>
    <p:sldId id="271" r:id="rId8"/>
    <p:sldId id="276" r:id="rId9"/>
    <p:sldId id="257" r:id="rId10"/>
    <p:sldId id="277" r:id="rId11"/>
    <p:sldId id="300" r:id="rId12"/>
    <p:sldId id="278" r:id="rId13"/>
    <p:sldId id="279" r:id="rId14"/>
    <p:sldId id="280" r:id="rId15"/>
    <p:sldId id="281" r:id="rId16"/>
    <p:sldId id="282" r:id="rId17"/>
    <p:sldId id="284" r:id="rId18"/>
    <p:sldId id="301" r:id="rId19"/>
    <p:sldId id="260" r:id="rId20"/>
    <p:sldId id="285" r:id="rId21"/>
    <p:sldId id="261" r:id="rId22"/>
    <p:sldId id="286" r:id="rId23"/>
    <p:sldId id="262" r:id="rId24"/>
    <p:sldId id="287" r:id="rId25"/>
    <p:sldId id="288" r:id="rId26"/>
    <p:sldId id="290" r:id="rId27"/>
    <p:sldId id="292" r:id="rId28"/>
    <p:sldId id="291" r:id="rId29"/>
    <p:sldId id="293" r:id="rId30"/>
    <p:sldId id="294" r:id="rId31"/>
    <p:sldId id="295" r:id="rId32"/>
    <p:sldId id="296" r:id="rId33"/>
    <p:sldId id="29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39455D2D-A5B9-401B-8085-2641BD34B2FD}"/>
    <pc:docChg chg="delSld">
      <pc:chgData name="达 周" userId="d3c3af45359772bc" providerId="LiveId" clId="{39455D2D-A5B9-401B-8085-2641BD34B2FD}" dt="2020-03-02T08:29:55.632" v="0" actId="47"/>
      <pc:docMkLst>
        <pc:docMk/>
      </pc:docMkLst>
      <pc:sldChg chg="del">
        <pc:chgData name="达 周" userId="d3c3af45359772bc" providerId="LiveId" clId="{39455D2D-A5B9-401B-8085-2641BD34B2FD}" dt="2020-03-02T08:29:55.632" v="0" actId="47"/>
        <pc:sldMkLst>
          <pc:docMk/>
          <pc:sldMk cId="1808560910" sldId="263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842536019" sldId="264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1265752046" sldId="265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394474079" sldId="266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262595845" sldId="267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603094986" sldId="268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738215093" sldId="269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1341336998" sldId="301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524066443" sldId="302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874656939" sldId="303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677317078" sldId="304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1821305407" sldId="305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3578115584" sldId="306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39852014" sldId="307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331753226" sldId="308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3077456254" sldId="309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4232815614" sldId="310"/>
        </pc:sldMkLst>
      </pc:sldChg>
      <pc:sldChg chg="del">
        <pc:chgData name="达 周" userId="d3c3af45359772bc" providerId="LiveId" clId="{39455D2D-A5B9-401B-8085-2641BD34B2FD}" dt="2020-03-02T08:29:55.632" v="0" actId="47"/>
        <pc:sldMkLst>
          <pc:docMk/>
          <pc:sldMk cId="2065214724" sldId="311"/>
        </pc:sldMkLst>
      </pc:sldChg>
    </pc:docChg>
  </pc:docChgLst>
  <pc:docChgLst>
    <pc:chgData name="达 周" userId="d3c3af45359772bc" providerId="LiveId" clId="{51808E07-277C-4E60-B177-FC7F3AD481C9}"/>
    <pc:docChg chg="undo custSel addSld delSld modSld sldOrd">
      <pc:chgData name="达 周" userId="d3c3af45359772bc" providerId="LiveId" clId="{51808E07-277C-4E60-B177-FC7F3AD481C9}" dt="2020-02-01T13:18:03.301" v="842" actId="1076"/>
      <pc:docMkLst>
        <pc:docMk/>
      </pc:docMkLst>
      <pc:sldChg chg="modSp add">
        <pc:chgData name="达 周" userId="d3c3af45359772bc" providerId="LiveId" clId="{51808E07-277C-4E60-B177-FC7F3AD481C9}" dt="2020-01-22T12:09:47.324" v="75" actId="20577"/>
        <pc:sldMkLst>
          <pc:docMk/>
          <pc:sldMk cId="361446110" sldId="256"/>
        </pc:sldMkLst>
        <pc:spChg chg="mod">
          <ac:chgData name="达 周" userId="d3c3af45359772bc" providerId="LiveId" clId="{51808E07-277C-4E60-B177-FC7F3AD481C9}" dt="2020-01-22T12:09:47.324" v="75" actId="20577"/>
          <ac:spMkLst>
            <pc:docMk/>
            <pc:sldMk cId="361446110" sldId="256"/>
            <ac:spMk id="2" creationId="{8DA5E3CA-2273-449A-98A0-13A6CBEBF971}"/>
          </ac:spMkLst>
        </pc:spChg>
        <pc:spChg chg="mod">
          <ac:chgData name="达 周" userId="d3c3af45359772bc" providerId="LiveId" clId="{51808E07-277C-4E60-B177-FC7F3AD481C9}" dt="2020-01-22T12:06:07.002" v="65" actId="20577"/>
          <ac:spMkLst>
            <pc:docMk/>
            <pc:sldMk cId="361446110" sldId="256"/>
            <ac:spMk id="3" creationId="{9DBD7AEF-F554-460B-848C-2F09F325F6E7}"/>
          </ac:spMkLst>
        </pc:spChg>
      </pc:sldChg>
      <pc:sldChg chg="addSp delSp modSp add">
        <pc:chgData name="达 周" userId="d3c3af45359772bc" providerId="LiveId" clId="{51808E07-277C-4E60-B177-FC7F3AD481C9}" dt="2020-02-01T10:54:18.913" v="262" actId="14100"/>
        <pc:sldMkLst>
          <pc:docMk/>
          <pc:sldMk cId="1374586752" sldId="257"/>
        </pc:sldMkLst>
        <pc:spChg chg="mod">
          <ac:chgData name="达 周" userId="d3c3af45359772bc" providerId="LiveId" clId="{51808E07-277C-4E60-B177-FC7F3AD481C9}" dt="2020-02-01T10:54:04.778" v="259" actId="20577"/>
          <ac:spMkLst>
            <pc:docMk/>
            <pc:sldMk cId="1374586752" sldId="257"/>
            <ac:spMk id="2" creationId="{9D08DDF9-5E1A-4D3B-80A9-7959F57E234A}"/>
          </ac:spMkLst>
        </pc:spChg>
        <pc:spChg chg="del mod">
          <ac:chgData name="达 周" userId="d3c3af45359772bc" providerId="LiveId" clId="{51808E07-277C-4E60-B177-FC7F3AD481C9}" dt="2020-01-22T12:58:26.553" v="135"/>
          <ac:spMkLst>
            <pc:docMk/>
            <pc:sldMk cId="1374586752" sldId="257"/>
            <ac:spMk id="3" creationId="{8F9DA7F6-3F1C-44F0-85B5-60FF2677997D}"/>
          </ac:spMkLst>
        </pc:spChg>
        <pc:graphicFrameChg chg="add mod">
          <ac:chgData name="达 周" userId="d3c3af45359772bc" providerId="LiveId" clId="{51808E07-277C-4E60-B177-FC7F3AD481C9}" dt="2020-02-01T10:54:18.913" v="262" actId="14100"/>
          <ac:graphicFrameMkLst>
            <pc:docMk/>
            <pc:sldMk cId="1374586752" sldId="257"/>
            <ac:graphicFrameMk id="4" creationId="{4D0F3F80-EC64-4A61-A7CC-B66F129D637A}"/>
          </ac:graphicFrameMkLst>
        </pc:graphicFrameChg>
      </pc:sldChg>
      <pc:sldChg chg="addSp delSp modSp add">
        <pc:chgData name="达 周" userId="d3c3af45359772bc" providerId="LiveId" clId="{51808E07-277C-4E60-B177-FC7F3AD481C9}" dt="2020-02-01T10:56:47.965" v="263" actId="1076"/>
        <pc:sldMkLst>
          <pc:docMk/>
          <pc:sldMk cId="3111531222" sldId="258"/>
        </pc:sldMkLst>
        <pc:spChg chg="mod">
          <ac:chgData name="达 周" userId="d3c3af45359772bc" providerId="LiveId" clId="{51808E07-277C-4E60-B177-FC7F3AD481C9}" dt="2020-01-22T13:00:55.596" v="168" actId="20577"/>
          <ac:spMkLst>
            <pc:docMk/>
            <pc:sldMk cId="3111531222" sldId="258"/>
            <ac:spMk id="2" creationId="{F424204E-D642-45AF-98BB-CDB3CAA2DEF5}"/>
          </ac:spMkLst>
        </pc:spChg>
        <pc:spChg chg="del">
          <ac:chgData name="达 周" userId="d3c3af45359772bc" providerId="LiveId" clId="{51808E07-277C-4E60-B177-FC7F3AD481C9}" dt="2020-01-22T13:01:12.168" v="169"/>
          <ac:spMkLst>
            <pc:docMk/>
            <pc:sldMk cId="3111531222" sldId="258"/>
            <ac:spMk id="3" creationId="{28CBB5D0-705F-4B6C-BB9D-E0B5D4E7D151}"/>
          </ac:spMkLst>
        </pc:spChg>
        <pc:spChg chg="add del">
          <ac:chgData name="达 周" userId="d3c3af45359772bc" providerId="LiveId" clId="{51808E07-277C-4E60-B177-FC7F3AD481C9}" dt="2020-01-22T13:03:28.920" v="185"/>
          <ac:spMkLst>
            <pc:docMk/>
            <pc:sldMk cId="3111531222" sldId="258"/>
            <ac:spMk id="6" creationId="{10EA93A5-CE40-4914-886D-9BE8FEFBB343}"/>
          </ac:spMkLst>
        </pc:spChg>
        <pc:graphicFrameChg chg="add mod">
          <ac:chgData name="达 周" userId="d3c3af45359772bc" providerId="LiveId" clId="{51808E07-277C-4E60-B177-FC7F3AD481C9}" dt="2020-01-22T13:01:30.976" v="174" actId="1076"/>
          <ac:graphicFrameMkLst>
            <pc:docMk/>
            <pc:sldMk cId="3111531222" sldId="258"/>
            <ac:graphicFrameMk id="4" creationId="{600A3A0B-E0BD-483E-B656-A102C2D1E907}"/>
          </ac:graphicFrameMkLst>
        </pc:graphicFrameChg>
        <pc:graphicFrameChg chg="add mod">
          <ac:chgData name="达 周" userId="d3c3af45359772bc" providerId="LiveId" clId="{51808E07-277C-4E60-B177-FC7F3AD481C9}" dt="2020-02-01T10:56:47.965" v="263" actId="1076"/>
          <ac:graphicFrameMkLst>
            <pc:docMk/>
            <pc:sldMk cId="3111531222" sldId="258"/>
            <ac:graphicFrameMk id="5" creationId="{91C4BA3F-ABAC-4687-9C94-E7A7E2E5BD44}"/>
          </ac:graphicFrameMkLst>
        </pc:graphicFrameChg>
      </pc:sldChg>
      <pc:sldChg chg="addSp delSp modSp add">
        <pc:chgData name="达 周" userId="d3c3af45359772bc" providerId="LiveId" clId="{51808E07-277C-4E60-B177-FC7F3AD481C9}" dt="2020-02-01T12:58:04.362" v="617"/>
        <pc:sldMkLst>
          <pc:docMk/>
          <pc:sldMk cId="1542243578" sldId="259"/>
        </pc:sldMkLst>
        <pc:spChg chg="mod">
          <ac:chgData name="达 周" userId="d3c3af45359772bc" providerId="LiveId" clId="{51808E07-277C-4E60-B177-FC7F3AD481C9}" dt="2020-01-22T13:04:37.838" v="198" actId="27636"/>
          <ac:spMkLst>
            <pc:docMk/>
            <pc:sldMk cId="1542243578" sldId="259"/>
            <ac:spMk id="2" creationId="{8E88535B-9F4E-4D62-B82B-B2DA7F4B8578}"/>
          </ac:spMkLst>
        </pc:spChg>
        <pc:spChg chg="del">
          <ac:chgData name="达 周" userId="d3c3af45359772bc" providerId="LiveId" clId="{51808E07-277C-4E60-B177-FC7F3AD481C9}" dt="2020-01-22T13:04:56.171" v="199"/>
          <ac:spMkLst>
            <pc:docMk/>
            <pc:sldMk cId="1542243578" sldId="259"/>
            <ac:spMk id="3" creationId="{55F720F5-2376-4C37-AC3B-4273606C73F1}"/>
          </ac:spMkLst>
        </pc:spChg>
        <pc:graphicFrameChg chg="add mod">
          <ac:chgData name="达 周" userId="d3c3af45359772bc" providerId="LiveId" clId="{51808E07-277C-4E60-B177-FC7F3AD481C9}" dt="2020-01-22T13:05:02.322" v="202" actId="1076"/>
          <ac:graphicFrameMkLst>
            <pc:docMk/>
            <pc:sldMk cId="1542243578" sldId="259"/>
            <ac:graphicFrameMk id="4" creationId="{27A2E1B3-A035-4BA2-86A6-9CB38629B262}"/>
          </ac:graphicFrameMkLst>
        </pc:graphicFrameChg>
        <pc:graphicFrameChg chg="add mod">
          <ac:chgData name="达 周" userId="d3c3af45359772bc" providerId="LiveId" clId="{51808E07-277C-4E60-B177-FC7F3AD481C9}" dt="2020-02-01T12:58:04.362" v="617"/>
          <ac:graphicFrameMkLst>
            <pc:docMk/>
            <pc:sldMk cId="1542243578" sldId="259"/>
            <ac:graphicFrameMk id="5" creationId="{10D2DC59-19F0-4C57-9529-EBEFFFC9798A}"/>
          </ac:graphicFrameMkLst>
        </pc:graphicFrameChg>
      </pc:sldChg>
      <pc:sldChg chg="addSp delSp modSp add">
        <pc:chgData name="达 周" userId="d3c3af45359772bc" providerId="LiveId" clId="{51808E07-277C-4E60-B177-FC7F3AD481C9}" dt="2020-02-01T10:59:45.185" v="272" actId="1076"/>
        <pc:sldMkLst>
          <pc:docMk/>
          <pc:sldMk cId="443953781" sldId="260"/>
        </pc:sldMkLst>
        <pc:spChg chg="mod">
          <ac:chgData name="达 周" userId="d3c3af45359772bc" providerId="LiveId" clId="{51808E07-277C-4E60-B177-FC7F3AD481C9}" dt="2020-01-22T13:08:55.418" v="237" actId="20577"/>
          <ac:spMkLst>
            <pc:docMk/>
            <pc:sldMk cId="443953781" sldId="260"/>
            <ac:spMk id="2" creationId="{02E1ED81-045A-4DEE-A61A-096E81F02E98}"/>
          </ac:spMkLst>
        </pc:spChg>
        <pc:spChg chg="del">
          <ac:chgData name="达 周" userId="d3c3af45359772bc" providerId="LiveId" clId="{51808E07-277C-4E60-B177-FC7F3AD481C9}" dt="2020-01-22T13:08:38.251" v="215"/>
          <ac:spMkLst>
            <pc:docMk/>
            <pc:sldMk cId="443953781" sldId="260"/>
            <ac:spMk id="3" creationId="{EBDA7138-75A3-42BE-8F50-012905455B1A}"/>
          </ac:spMkLst>
        </pc:spChg>
        <pc:spChg chg="add del mod">
          <ac:chgData name="达 周" userId="d3c3af45359772bc" providerId="LiveId" clId="{51808E07-277C-4E60-B177-FC7F3AD481C9}" dt="2020-01-22T13:09:49.194" v="240" actId="478"/>
          <ac:spMkLst>
            <pc:docMk/>
            <pc:sldMk cId="443953781" sldId="260"/>
            <ac:spMk id="7" creationId="{A80AAD7F-3A77-4580-8456-33BCA28DB41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8" creationId="{2CBF59F9-0319-4554-93B2-077956B36816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0" creationId="{50A889CD-4F7F-4B4F-9B15-586A24370A5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3" creationId="{8C382E93-58FD-4CC4-8823-29379CAF026D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4" creationId="{37D9C7E2-9F72-459A-8895-16020C8F5EE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6" creationId="{80DA19BA-69A9-4CB9-9E90-0F1DED93CE8C}"/>
          </ac:spMkLst>
        </pc:spChg>
        <pc:grpChg chg="add mod">
          <ac:chgData name="达 周" userId="d3c3af45359772bc" providerId="LiveId" clId="{51808E07-277C-4E60-B177-FC7F3AD481C9}" dt="2020-02-01T10:59:45.185" v="272" actId="1076"/>
          <ac:grpSpMkLst>
            <pc:docMk/>
            <pc:sldMk cId="443953781" sldId="260"/>
            <ac:grpSpMk id="18" creationId="{7E398B3F-A972-49E5-B942-64C16425C84F}"/>
          </ac:grpSpMkLst>
        </pc:grpChg>
        <pc:graphicFrameChg chg="add del mod">
          <ac:chgData name="达 周" userId="d3c3af45359772bc" providerId="LiveId" clId="{51808E07-277C-4E60-B177-FC7F3AD481C9}" dt="2020-01-22T13:09:44.809" v="239" actId="478"/>
          <ac:graphicFrameMkLst>
            <pc:docMk/>
            <pc:sldMk cId="443953781" sldId="260"/>
            <ac:graphicFrameMk id="4" creationId="{FE44F78C-92A9-46D1-A8AC-7A7F54A5313E}"/>
          </ac:graphicFrameMkLst>
        </pc:graphicFrameChg>
        <pc:graphicFrameChg chg="add mod">
          <ac:chgData name="达 周" userId="d3c3af45359772bc" providerId="LiveId" clId="{51808E07-277C-4E60-B177-FC7F3AD481C9}" dt="2020-02-01T10:59:16.725" v="268" actId="14100"/>
          <ac:graphicFrameMkLst>
            <pc:docMk/>
            <pc:sldMk cId="443953781" sldId="260"/>
            <ac:graphicFrameMk id="5" creationId="{2B2C13F2-684A-4F1C-8F00-F9D2AE246006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9" creationId="{25B72555-B5E6-4D9C-8F29-660DDA8CD8BD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1" creationId="{FCA4BDB7-A6A0-41D5-8A2B-F0ED6104FF00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2" creationId="{9387B4A1-11B5-4043-9238-068EE196A9B4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5" creationId="{A0D3C77B-A867-44E7-A518-F60F49EBA542}"/>
          </ac:graphicFrameMkLst>
        </pc:graphicFrameChg>
        <pc:graphicFrameChg chg="add mod">
          <ac:chgData name="达 周" userId="d3c3af45359772bc" providerId="LiveId" clId="{51808E07-277C-4E60-B177-FC7F3AD481C9}" dt="2020-02-01T10:59:28.569" v="270" actId="1076"/>
          <ac:graphicFrameMkLst>
            <pc:docMk/>
            <pc:sldMk cId="443953781" sldId="260"/>
            <ac:graphicFrameMk id="17" creationId="{2B182F70-DFCD-4617-9D26-7F1F3EA5BFB5}"/>
          </ac:graphicFrameMkLst>
        </pc:graphicFrameChg>
      </pc:sldChg>
      <pc:sldChg chg="addSp delSp modSp add del ord">
        <pc:chgData name="达 周" userId="d3c3af45359772bc" providerId="LiveId" clId="{51808E07-277C-4E60-B177-FC7F3AD481C9}" dt="2020-02-01T12:45:58.225" v="594" actId="47"/>
        <pc:sldMkLst>
          <pc:docMk/>
          <pc:sldMk cId="776593766" sldId="261"/>
        </pc:sldMkLst>
        <pc:spChg chg="del mod">
          <ac:chgData name="达 周" userId="d3c3af45359772bc" providerId="LiveId" clId="{51808E07-277C-4E60-B177-FC7F3AD481C9}" dt="2020-01-22T13:29:40.824" v="254" actId="478"/>
          <ac:spMkLst>
            <pc:docMk/>
            <pc:sldMk cId="776593766" sldId="261"/>
            <ac:spMk id="2" creationId="{EB8590A8-9D2C-4CE0-A16D-FFF639E6004A}"/>
          </ac:spMkLst>
        </pc:spChg>
        <pc:spChg chg="del">
          <ac:chgData name="达 周" userId="d3c3af45359772bc" providerId="LiveId" clId="{51808E07-277C-4E60-B177-FC7F3AD481C9}" dt="2020-01-22T13:29:42.957" v="255" actId="478"/>
          <ac:spMkLst>
            <pc:docMk/>
            <pc:sldMk cId="776593766" sldId="261"/>
            <ac:spMk id="3" creationId="{ACA35D87-96BF-4F14-AF4C-F8A178939B22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4" creationId="{2FC156AC-BA12-4E3E-A77E-2D01FD9B3D03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6" creationId="{D17F6B46-AD76-44BB-B48C-23BEE51B296D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9" creationId="{AA063FF1-8C30-4B8A-AF1A-017C389D574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0" creationId="{DE9A4A48-371C-4230-A2A7-CC1DD17C7A6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2" creationId="{F66F740D-F636-49BE-9F93-721B24E23BC4}"/>
          </ac:spMkLst>
        </pc:sp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5" creationId="{1D911A90-5E57-44B4-9E9E-0BE20A88C012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7" creationId="{D596C775-A7BC-4712-A068-8DB5901C4DB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8" creationId="{4373A39A-990F-4CBE-B6B7-0D50CB94EC8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11" creationId="{7E03F148-7FDA-4322-8C0D-B41CE587A677}"/>
          </ac:graphicFrameMkLst>
        </pc:graphicFrameChg>
      </pc:sldChg>
      <pc:sldChg chg="addSp delSp modSp add">
        <pc:chgData name="达 周" userId="d3c3af45359772bc" providerId="LiveId" clId="{51808E07-277C-4E60-B177-FC7F3AD481C9}" dt="2020-02-01T11:03:30.892" v="303"/>
        <pc:sldMkLst>
          <pc:docMk/>
          <pc:sldMk cId="355649471" sldId="262"/>
        </pc:sldMkLst>
        <pc:spChg chg="mod">
          <ac:chgData name="达 周" userId="d3c3af45359772bc" providerId="LiveId" clId="{51808E07-277C-4E60-B177-FC7F3AD481C9}" dt="2020-02-01T11:02:52.324" v="299" actId="20577"/>
          <ac:spMkLst>
            <pc:docMk/>
            <pc:sldMk cId="355649471" sldId="262"/>
            <ac:spMk id="2" creationId="{F63DEFE4-4786-4941-9743-40885B6DDD48}"/>
          </ac:spMkLst>
        </pc:spChg>
        <pc:spChg chg="del">
          <ac:chgData name="达 周" userId="d3c3af45359772bc" providerId="LiveId" clId="{51808E07-277C-4E60-B177-FC7F3AD481C9}" dt="2020-02-01T11:01:41.009" v="274"/>
          <ac:spMkLst>
            <pc:docMk/>
            <pc:sldMk cId="355649471" sldId="262"/>
            <ac:spMk id="3" creationId="{1B7D21AC-075C-4F61-A624-6F07829A20AA}"/>
          </ac:spMkLst>
        </pc:spChg>
        <pc:graphicFrameChg chg="add mod">
          <ac:chgData name="达 周" userId="d3c3af45359772bc" providerId="LiveId" clId="{51808E07-277C-4E60-B177-FC7F3AD481C9}" dt="2020-02-01T11:03:30.892" v="303"/>
          <ac:graphicFrameMkLst>
            <pc:docMk/>
            <pc:sldMk cId="355649471" sldId="262"/>
            <ac:graphicFrameMk id="4" creationId="{01001397-0D6C-4B4B-B957-C004EEED860C}"/>
          </ac:graphicFrameMkLst>
        </pc:graphicFrameChg>
      </pc:sldChg>
      <pc:sldChg chg="addSp delSp modSp add">
        <pc:chgData name="达 周" userId="d3c3af45359772bc" providerId="LiveId" clId="{51808E07-277C-4E60-B177-FC7F3AD481C9}" dt="2020-02-01T11:26:39.436" v="389" actId="1076"/>
        <pc:sldMkLst>
          <pc:docMk/>
          <pc:sldMk cId="480724547" sldId="263"/>
        </pc:sldMkLst>
        <pc:spChg chg="mod">
          <ac:chgData name="达 周" userId="d3c3af45359772bc" providerId="LiveId" clId="{51808E07-277C-4E60-B177-FC7F3AD481C9}" dt="2020-02-01T11:22:27.660" v="380" actId="20577"/>
          <ac:spMkLst>
            <pc:docMk/>
            <pc:sldMk cId="480724547" sldId="263"/>
            <ac:spMk id="2" creationId="{B0B773BB-1058-43E3-8847-B39C54158942}"/>
          </ac:spMkLst>
        </pc:spChg>
        <pc:spChg chg="del">
          <ac:chgData name="达 周" userId="d3c3af45359772bc" providerId="LiveId" clId="{51808E07-277C-4E60-B177-FC7F3AD481C9}" dt="2020-02-01T11:24:25.771" v="384" actId="478"/>
          <ac:spMkLst>
            <pc:docMk/>
            <pc:sldMk cId="480724547" sldId="263"/>
            <ac:spMk id="3" creationId="{CA1A68A8-8F73-4474-B6F6-DDD666F13205}"/>
          </ac:spMkLst>
        </pc:spChg>
        <pc:graphicFrameChg chg="add mod">
          <ac:chgData name="达 周" userId="d3c3af45359772bc" providerId="LiveId" clId="{51808E07-277C-4E60-B177-FC7F3AD481C9}" dt="2020-02-01T11:26:39.436" v="389" actId="1076"/>
          <ac:graphicFrameMkLst>
            <pc:docMk/>
            <pc:sldMk cId="480724547" sldId="263"/>
            <ac:graphicFrameMk id="4" creationId="{CAC950DC-28D8-4EEA-8321-9B6BAED1794A}"/>
          </ac:graphicFrameMkLst>
        </pc:graphicFrameChg>
      </pc:sldChg>
      <pc:sldChg chg="addSp delSp modSp add">
        <pc:chgData name="达 周" userId="d3c3af45359772bc" providerId="LiveId" clId="{51808E07-277C-4E60-B177-FC7F3AD481C9}" dt="2020-02-01T13:01:12.597" v="657" actId="20577"/>
        <pc:sldMkLst>
          <pc:docMk/>
          <pc:sldMk cId="3845904431" sldId="264"/>
        </pc:sldMkLst>
        <pc:spChg chg="mod">
          <ac:chgData name="达 周" userId="d3c3af45359772bc" providerId="LiveId" clId="{51808E07-277C-4E60-B177-FC7F3AD481C9}" dt="2020-02-01T13:01:12.597" v="657" actId="20577"/>
          <ac:spMkLst>
            <pc:docMk/>
            <pc:sldMk cId="3845904431" sldId="264"/>
            <ac:spMk id="2" creationId="{9D6F0ABB-79BF-40CB-8302-327B79F399EC}"/>
          </ac:spMkLst>
        </pc:spChg>
        <pc:spChg chg="del">
          <ac:chgData name="达 周" userId="d3c3af45359772bc" providerId="LiveId" clId="{51808E07-277C-4E60-B177-FC7F3AD481C9}" dt="2020-02-01T11:35:30.066" v="437"/>
          <ac:spMkLst>
            <pc:docMk/>
            <pc:sldMk cId="3845904431" sldId="264"/>
            <ac:spMk id="3" creationId="{13AD29D5-A728-4846-82F7-345D222B779A}"/>
          </ac:spMkLst>
        </pc:spChg>
        <pc:picChg chg="add mod">
          <ac:chgData name="达 周" userId="d3c3af45359772bc" providerId="LiveId" clId="{51808E07-277C-4E60-B177-FC7F3AD481C9}" dt="2020-02-01T11:35:37.949" v="441" actId="1076"/>
          <ac:picMkLst>
            <pc:docMk/>
            <pc:sldMk cId="3845904431" sldId="264"/>
            <ac:picMk id="4" creationId="{DEC4701A-9E4E-4EA2-BF3D-2D7F0BB5C50E}"/>
          </ac:picMkLst>
        </pc:picChg>
        <pc:picChg chg="add mod">
          <ac:chgData name="达 周" userId="d3c3af45359772bc" providerId="LiveId" clId="{51808E07-277C-4E60-B177-FC7F3AD481C9}" dt="2020-02-01T11:36:09.879" v="444" actId="14100"/>
          <ac:picMkLst>
            <pc:docMk/>
            <pc:sldMk cId="3845904431" sldId="264"/>
            <ac:picMk id="5" creationId="{C5E7F887-E98A-440F-BB9F-5A066AC48618}"/>
          </ac:picMkLst>
        </pc:picChg>
      </pc:sldChg>
      <pc:sldChg chg="modSp add">
        <pc:chgData name="达 周" userId="d3c3af45359772bc" providerId="LiveId" clId="{51808E07-277C-4E60-B177-FC7F3AD481C9}" dt="2020-02-01T12:06:04.429" v="476" actId="20577"/>
        <pc:sldMkLst>
          <pc:docMk/>
          <pc:sldMk cId="3145132579" sldId="265"/>
        </pc:sldMkLst>
        <pc:spChg chg="mod">
          <ac:chgData name="达 周" userId="d3c3af45359772bc" providerId="LiveId" clId="{51808E07-277C-4E60-B177-FC7F3AD481C9}" dt="2020-02-01T12:05:42.714" v="470" actId="20577"/>
          <ac:spMkLst>
            <pc:docMk/>
            <pc:sldMk cId="3145132579" sldId="265"/>
            <ac:spMk id="2" creationId="{D516C5D9-04B8-4915-94A3-571747775A48}"/>
          </ac:spMkLst>
        </pc:spChg>
        <pc:spChg chg="mod">
          <ac:chgData name="达 周" userId="d3c3af45359772bc" providerId="LiveId" clId="{51808E07-277C-4E60-B177-FC7F3AD481C9}" dt="2020-02-01T12:06:04.429" v="476" actId="20577"/>
          <ac:spMkLst>
            <pc:docMk/>
            <pc:sldMk cId="3145132579" sldId="265"/>
            <ac:spMk id="3" creationId="{34DFF260-B1E0-431A-84DA-2BB28B4B448D}"/>
          </ac:spMkLst>
        </pc:spChg>
      </pc:sldChg>
      <pc:sldChg chg="addSp delSp modSp add del">
        <pc:chgData name="达 周" userId="d3c3af45359772bc" providerId="LiveId" clId="{51808E07-277C-4E60-B177-FC7F3AD481C9}" dt="2020-02-01T12:24:09.838" v="512" actId="47"/>
        <pc:sldMkLst>
          <pc:docMk/>
          <pc:sldMk cId="273279427" sldId="266"/>
        </pc:sldMkLst>
        <pc:spChg chg="mod">
          <ac:chgData name="达 周" userId="d3c3af45359772bc" providerId="LiveId" clId="{51808E07-277C-4E60-B177-FC7F3AD481C9}" dt="2020-02-01T12:13:35.583" v="486" actId="20577"/>
          <ac:spMkLst>
            <pc:docMk/>
            <pc:sldMk cId="273279427" sldId="266"/>
            <ac:spMk id="2" creationId="{563EC0BD-67CF-4B8D-BADD-409C21AF6BCB}"/>
          </ac:spMkLst>
        </pc:spChg>
        <pc:spChg chg="del">
          <ac:chgData name="达 周" userId="d3c3af45359772bc" providerId="LiveId" clId="{51808E07-277C-4E60-B177-FC7F3AD481C9}" dt="2020-02-01T12:13:23.002" v="482" actId="478"/>
          <ac:spMkLst>
            <pc:docMk/>
            <pc:sldMk cId="273279427" sldId="266"/>
            <ac:spMk id="3" creationId="{28875EBB-97D3-4E84-8EC8-F18B083EBE31}"/>
          </ac:spMkLst>
        </pc:spChg>
        <pc:spChg chg="add del mod">
          <ac:chgData name="达 周" userId="d3c3af45359772bc" providerId="LiveId" clId="{51808E07-277C-4E60-B177-FC7F3AD481C9}" dt="2020-02-01T12:13:25.849" v="483" actId="478"/>
          <ac:spMkLst>
            <pc:docMk/>
            <pc:sldMk cId="273279427" sldId="266"/>
            <ac:spMk id="4" creationId="{9848815A-C4CA-4AE9-8868-0B414DB9F299}"/>
          </ac:spMkLst>
        </pc:spChg>
      </pc:sldChg>
      <pc:sldChg chg="modSp add del">
        <pc:chgData name="达 周" userId="d3c3af45359772bc" providerId="LiveId" clId="{51808E07-277C-4E60-B177-FC7F3AD481C9}" dt="2020-02-01T12:24:11.519" v="513" actId="47"/>
        <pc:sldMkLst>
          <pc:docMk/>
          <pc:sldMk cId="2201960956" sldId="267"/>
        </pc:sldMkLst>
        <pc:spChg chg="mod">
          <ac:chgData name="达 周" userId="d3c3af45359772bc" providerId="LiveId" clId="{51808E07-277C-4E60-B177-FC7F3AD481C9}" dt="2020-02-01T12:13:49.680" v="498" actId="20577"/>
          <ac:spMkLst>
            <pc:docMk/>
            <pc:sldMk cId="2201960956" sldId="267"/>
            <ac:spMk id="2" creationId="{563EC0BD-67CF-4B8D-BADD-409C21AF6BCB}"/>
          </ac:spMkLst>
        </pc:spChg>
      </pc:sldChg>
      <pc:sldChg chg="addSp modSp add ord">
        <pc:chgData name="达 周" userId="d3c3af45359772bc" providerId="LiveId" clId="{51808E07-277C-4E60-B177-FC7F3AD481C9}" dt="2020-02-01T13:07:06.946" v="669" actId="20577"/>
        <pc:sldMkLst>
          <pc:docMk/>
          <pc:sldMk cId="578546234" sldId="268"/>
        </pc:sldMkLst>
        <pc:spChg chg="mod">
          <ac:chgData name="达 周" userId="d3c3af45359772bc" providerId="LiveId" clId="{51808E07-277C-4E60-B177-FC7F3AD481C9}" dt="2020-02-01T13:07:06.946" v="669" actId="20577"/>
          <ac:spMkLst>
            <pc:docMk/>
            <pc:sldMk cId="578546234" sldId="268"/>
            <ac:spMk id="2" creationId="{563EC0BD-67CF-4B8D-BADD-409C21AF6BCB}"/>
          </ac:spMkLst>
        </pc:spChg>
        <pc:picChg chg="add mod">
          <ac:chgData name="达 周" userId="d3c3af45359772bc" providerId="LiveId" clId="{51808E07-277C-4E60-B177-FC7F3AD481C9}" dt="2020-02-01T13:05:52.948" v="665" actId="1076"/>
          <ac:picMkLst>
            <pc:docMk/>
            <pc:sldMk cId="578546234" sldId="268"/>
            <ac:picMk id="3" creationId="{703DF3E7-8ABF-4F78-B537-DF4C80B1CF25}"/>
          </ac:picMkLst>
        </pc:picChg>
        <pc:picChg chg="add mod">
          <ac:chgData name="达 周" userId="d3c3af45359772bc" providerId="LiveId" clId="{51808E07-277C-4E60-B177-FC7F3AD481C9}" dt="2020-02-01T13:05:54.463" v="666" actId="1076"/>
          <ac:picMkLst>
            <pc:docMk/>
            <pc:sldMk cId="578546234" sldId="268"/>
            <ac:picMk id="4" creationId="{7A52CCEC-0440-4C79-BF95-8CA3FA43BDDC}"/>
          </ac:picMkLst>
        </pc:picChg>
      </pc:sldChg>
      <pc:sldChg chg="addSp delSp modSp add">
        <pc:chgData name="达 周" userId="d3c3af45359772bc" providerId="LiveId" clId="{51808E07-277C-4E60-B177-FC7F3AD481C9}" dt="2020-02-01T12:45:44.388" v="593" actId="478"/>
        <pc:sldMkLst>
          <pc:docMk/>
          <pc:sldMk cId="4122476328" sldId="269"/>
        </pc:sldMkLst>
        <pc:spChg chg="mod">
          <ac:chgData name="达 周" userId="d3c3af45359772bc" providerId="LiveId" clId="{51808E07-277C-4E60-B177-FC7F3AD481C9}" dt="2020-02-01T12:42:03.237" v="589"/>
          <ac:spMkLst>
            <pc:docMk/>
            <pc:sldMk cId="4122476328" sldId="269"/>
            <ac:spMk id="2" creationId="{B760F347-D334-4A19-ADA0-32CB06D9DFF9}"/>
          </ac:spMkLst>
        </pc:spChg>
        <pc:spChg chg="del">
          <ac:chgData name="达 周" userId="d3c3af45359772bc" providerId="LiveId" clId="{51808E07-277C-4E60-B177-FC7F3AD481C9}" dt="2020-02-01T12:45:44.388" v="593" actId="478"/>
          <ac:spMkLst>
            <pc:docMk/>
            <pc:sldMk cId="4122476328" sldId="269"/>
            <ac:spMk id="3" creationId="{3744E1A0-ADFE-421F-A373-D70AA4DDB596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4" creationId="{D249CD31-29B9-4930-AD50-B43532EACC33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6" creationId="{38639334-76DB-4691-BC1B-6364A28896D4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9" creationId="{6221F7FD-9768-4799-87B3-FB1918A76662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0" creationId="{4C0E4860-59B7-4D1D-9FAB-FCF1628D551E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2" creationId="{E360354A-04D4-4D33-AA86-29AC70704E53}"/>
          </ac:spMkLst>
        </pc:sp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5" creationId="{DEE3436D-43AB-45EF-AF57-9E15AD70ACF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7" creationId="{1A9867B5-D7C0-4180-B34B-2F20BE626FD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8" creationId="{9117A9E9-2A02-48BF-A8AC-3C5322956369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11" creationId="{19E9ECBB-D7EC-4A06-B8BC-12B28E8224CF}"/>
          </ac:graphicFrameMkLst>
        </pc:graphicFrameChg>
      </pc:sldChg>
      <pc:sldChg chg="addSp delSp modSp add">
        <pc:chgData name="达 周" userId="d3c3af45359772bc" providerId="LiveId" clId="{51808E07-277C-4E60-B177-FC7F3AD481C9}" dt="2020-02-01T13:04:14.929" v="658" actId="1076"/>
        <pc:sldMkLst>
          <pc:docMk/>
          <pc:sldMk cId="3253475589" sldId="270"/>
        </pc:sldMkLst>
        <pc:spChg chg="mod">
          <ac:chgData name="达 周" userId="d3c3af45359772bc" providerId="LiveId" clId="{51808E07-277C-4E60-B177-FC7F3AD481C9}" dt="2020-02-01T12:46:56.852" v="597"/>
          <ac:spMkLst>
            <pc:docMk/>
            <pc:sldMk cId="3253475589" sldId="270"/>
            <ac:spMk id="2" creationId="{2867BA4F-CA41-4C52-B8BD-74397DA8B417}"/>
          </ac:spMkLst>
        </pc:spChg>
        <pc:spChg chg="del">
          <ac:chgData name="达 周" userId="d3c3af45359772bc" providerId="LiveId" clId="{51808E07-277C-4E60-B177-FC7F3AD481C9}" dt="2020-02-01T12:49:36.406" v="601" actId="478"/>
          <ac:spMkLst>
            <pc:docMk/>
            <pc:sldMk cId="3253475589" sldId="270"/>
            <ac:spMk id="3" creationId="{54E6F0A3-4689-4046-8EF7-1528088DDBB9}"/>
          </ac:spMkLst>
        </pc:spChg>
        <pc:graphicFrameChg chg="add mod">
          <ac:chgData name="达 周" userId="d3c3af45359772bc" providerId="LiveId" clId="{51808E07-277C-4E60-B177-FC7F3AD481C9}" dt="2020-02-01T13:04:14.929" v="658" actId="1076"/>
          <ac:graphicFrameMkLst>
            <pc:docMk/>
            <pc:sldMk cId="3253475589" sldId="270"/>
            <ac:graphicFrameMk id="4" creationId="{D470CE5C-CE49-4CD3-8779-98DECB260944}"/>
          </ac:graphicFrameMkLst>
        </pc:graphicFrameChg>
      </pc:sldChg>
      <pc:sldChg chg="modSp add del">
        <pc:chgData name="达 周" userId="d3c3af45359772bc" providerId="LiveId" clId="{51808E07-277C-4E60-B177-FC7F3AD481C9}" dt="2020-02-01T13:04:22.866" v="659" actId="47"/>
        <pc:sldMkLst>
          <pc:docMk/>
          <pc:sldMk cId="1464417494" sldId="271"/>
        </pc:sldMkLst>
        <pc:spChg chg="mod">
          <ac:chgData name="达 周" userId="d3c3af45359772bc" providerId="LiveId" clId="{51808E07-277C-4E60-B177-FC7F3AD481C9}" dt="2020-02-01T12:59:45.749" v="627" actId="20577"/>
          <ac:spMkLst>
            <pc:docMk/>
            <pc:sldMk cId="1464417494" sldId="271"/>
            <ac:spMk id="2" creationId="{63BEA71D-0183-49EE-BA2B-07F6368CF561}"/>
          </ac:spMkLst>
        </pc:spChg>
        <pc:spChg chg="mod">
          <ac:chgData name="达 周" userId="d3c3af45359772bc" providerId="LiveId" clId="{51808E07-277C-4E60-B177-FC7F3AD481C9}" dt="2020-02-01T12:59:54.005" v="654" actId="20577"/>
          <ac:spMkLst>
            <pc:docMk/>
            <pc:sldMk cId="1464417494" sldId="271"/>
            <ac:spMk id="3" creationId="{D5819508-4F5A-4D6B-AB49-B823EEFB5EFC}"/>
          </ac:spMkLst>
        </pc:spChg>
      </pc:sldChg>
      <pc:sldChg chg="addSp modSp add">
        <pc:chgData name="达 周" userId="d3c3af45359772bc" providerId="LiveId" clId="{51808E07-277C-4E60-B177-FC7F3AD481C9}" dt="2020-02-01T13:15:28.561" v="838" actId="20577"/>
        <pc:sldMkLst>
          <pc:docMk/>
          <pc:sldMk cId="3397830263" sldId="271"/>
        </pc:sldMkLst>
        <pc:spChg chg="mod">
          <ac:chgData name="达 周" userId="d3c3af45359772bc" providerId="LiveId" clId="{51808E07-277C-4E60-B177-FC7F3AD481C9}" dt="2020-02-01T13:07:34.404" v="728" actId="20577"/>
          <ac:spMkLst>
            <pc:docMk/>
            <pc:sldMk cId="3397830263" sldId="271"/>
            <ac:spMk id="2" creationId="{DAA676A9-0524-489C-B328-523CB3151403}"/>
          </ac:spMkLst>
        </pc:spChg>
        <pc:spChg chg="mod">
          <ac:chgData name="达 周" userId="d3c3af45359772bc" providerId="LiveId" clId="{51808E07-277C-4E60-B177-FC7F3AD481C9}" dt="2020-02-01T13:15:28.561" v="838" actId="20577"/>
          <ac:spMkLst>
            <pc:docMk/>
            <pc:sldMk cId="3397830263" sldId="271"/>
            <ac:spMk id="3" creationId="{1D5873B1-9E23-4CEB-9156-99263D786C17}"/>
          </ac:spMkLst>
        </pc:spChg>
        <pc:graphicFrameChg chg="add mod">
          <ac:chgData name="达 周" userId="d3c3af45359772bc" providerId="LiveId" clId="{51808E07-277C-4E60-B177-FC7F3AD481C9}" dt="2020-02-01T13:11:56.659" v="806" actId="1076"/>
          <ac:graphicFrameMkLst>
            <pc:docMk/>
            <pc:sldMk cId="3397830263" sldId="271"/>
            <ac:graphicFrameMk id="4" creationId="{DE8E6795-ECD9-487F-90EA-A6AB8AFE2354}"/>
          </ac:graphicFrameMkLst>
        </pc:graphicFrameChg>
        <pc:graphicFrameChg chg="add mod">
          <ac:chgData name="达 周" userId="d3c3af45359772bc" providerId="LiveId" clId="{51808E07-277C-4E60-B177-FC7F3AD481C9}" dt="2020-02-01T13:14:36.199" v="817" actId="1076"/>
          <ac:graphicFrameMkLst>
            <pc:docMk/>
            <pc:sldMk cId="3397830263" sldId="271"/>
            <ac:graphicFrameMk id="5" creationId="{83ECC2B5-8430-47C2-A0EF-F8C7E3C9E5B2}"/>
          </ac:graphicFrameMkLst>
        </pc:graphicFrameChg>
        <pc:graphicFrameChg chg="add mod">
          <ac:chgData name="达 周" userId="d3c3af45359772bc" providerId="LiveId" clId="{51808E07-277C-4E60-B177-FC7F3AD481C9}" dt="2020-02-01T13:12:44.863" v="814"/>
          <ac:graphicFrameMkLst>
            <pc:docMk/>
            <pc:sldMk cId="3397830263" sldId="271"/>
            <ac:graphicFrameMk id="6" creationId="{C6E7B54D-D20F-4F6C-B2FF-1D402A639C61}"/>
          </ac:graphicFrameMkLst>
        </pc:graphicFrameChg>
      </pc:sldChg>
      <pc:sldChg chg="addSp delSp modSp add">
        <pc:chgData name="达 周" userId="d3c3af45359772bc" providerId="LiveId" clId="{51808E07-277C-4E60-B177-FC7F3AD481C9}" dt="2020-02-01T13:18:03.301" v="842" actId="1076"/>
        <pc:sldMkLst>
          <pc:docMk/>
          <pc:sldMk cId="631601641" sldId="272"/>
        </pc:sldMkLst>
        <pc:spChg chg="mod">
          <ac:chgData name="达 周" userId="d3c3af45359772bc" providerId="LiveId" clId="{51808E07-277C-4E60-B177-FC7F3AD481C9}" dt="2020-02-01T13:16:11.118" v="840"/>
          <ac:spMkLst>
            <pc:docMk/>
            <pc:sldMk cId="631601641" sldId="272"/>
            <ac:spMk id="2" creationId="{562C74CA-705C-41EB-95FF-6F33DAC3D28B}"/>
          </ac:spMkLst>
        </pc:spChg>
        <pc:spChg chg="del">
          <ac:chgData name="达 周" userId="d3c3af45359772bc" providerId="LiveId" clId="{51808E07-277C-4E60-B177-FC7F3AD481C9}" dt="2020-02-01T13:18:00.773" v="841"/>
          <ac:spMkLst>
            <pc:docMk/>
            <pc:sldMk cId="631601641" sldId="272"/>
            <ac:spMk id="3" creationId="{48E90CFF-156E-42C2-BBAF-B8471FC5FD97}"/>
          </ac:spMkLst>
        </pc:spChg>
        <pc:picChg chg="add mod">
          <ac:chgData name="达 周" userId="d3c3af45359772bc" providerId="LiveId" clId="{51808E07-277C-4E60-B177-FC7F3AD481C9}" dt="2020-02-01T13:18:03.301" v="842" actId="1076"/>
          <ac:picMkLst>
            <pc:docMk/>
            <pc:sldMk cId="631601641" sldId="272"/>
            <ac:picMk id="4" creationId="{C5089BB5-4E5A-460F-B01A-FA88F06D66BE}"/>
          </ac:picMkLst>
        </pc:picChg>
      </pc:sldChg>
    </pc:docChg>
  </pc:docChgLst>
  <pc:docChgLst>
    <pc:chgData name="达 周" userId="d3c3af45359772bc" providerId="LiveId" clId="{97FC87D4-95A1-438C-AA39-A5145D441F33}"/>
    <pc:docChg chg="delSld">
      <pc:chgData name="达 周" userId="d3c3af45359772bc" providerId="LiveId" clId="{97FC87D4-95A1-438C-AA39-A5145D441F33}" dt="2022-04-11T08:37:53.646" v="0" actId="47"/>
      <pc:docMkLst>
        <pc:docMk/>
      </pc:docMkLst>
      <pc:sldChg chg="del">
        <pc:chgData name="达 周" userId="d3c3af45359772bc" providerId="LiveId" clId="{97FC87D4-95A1-438C-AA39-A5145D441F33}" dt="2022-04-11T08:37:53.646" v="0" actId="47"/>
        <pc:sldMkLst>
          <pc:docMk/>
          <pc:sldMk cId="2338005700" sldId="289"/>
        </pc:sldMkLst>
      </pc:sldChg>
    </pc:docChg>
  </pc:docChgLst>
  <pc:docChgLst>
    <pc:chgData name="达 周" userId="d3c3af45359772bc" providerId="LiveId" clId="{69033BE1-1C57-4F04-8DEA-CCA2033CFF86}"/>
    <pc:docChg chg="undo custSel addSld delSld modSld sldOrd modMainMaster">
      <pc:chgData name="达 周" userId="d3c3af45359772bc" providerId="LiveId" clId="{69033BE1-1C57-4F04-8DEA-CCA2033CFF86}" dt="2020-02-29T06:41:15.433" v="2616" actId="14100"/>
      <pc:docMkLst>
        <pc:docMk/>
      </pc:docMkLst>
      <pc:sldChg chg="modSp mod">
        <pc:chgData name="达 周" userId="d3c3af45359772bc" providerId="LiveId" clId="{69033BE1-1C57-4F04-8DEA-CCA2033CFF86}" dt="2020-02-27T09:53:41.472" v="147" actId="1076"/>
        <pc:sldMkLst>
          <pc:docMk/>
          <pc:sldMk cId="4035733830" sldId="257"/>
        </pc:sldMkLst>
        <pc:picChg chg="mod">
          <ac:chgData name="达 周" userId="d3c3af45359772bc" providerId="LiveId" clId="{69033BE1-1C57-4F04-8DEA-CCA2033CFF86}" dt="2020-02-27T09:53:33.109" v="144" actId="1076"/>
          <ac:picMkLst>
            <pc:docMk/>
            <pc:sldMk cId="4035733830" sldId="257"/>
            <ac:picMk id="3" creationId="{B317C3B7-A2FE-4E8C-83AE-831904B7C552}"/>
          </ac:picMkLst>
        </pc:picChg>
        <pc:picChg chg="mod">
          <ac:chgData name="达 周" userId="d3c3af45359772bc" providerId="LiveId" clId="{69033BE1-1C57-4F04-8DEA-CCA2033CFF86}" dt="2020-02-27T09:53:41.472" v="147" actId="1076"/>
          <ac:picMkLst>
            <pc:docMk/>
            <pc:sldMk cId="4035733830" sldId="257"/>
            <ac:picMk id="4" creationId="{DA3F2596-D2A3-4C03-BA3A-6BDBEC18587B}"/>
          </ac:picMkLst>
        </pc:picChg>
      </pc:sldChg>
      <pc:sldChg chg="modSp del mod">
        <pc:chgData name="达 周" userId="d3c3af45359772bc" providerId="LiveId" clId="{69033BE1-1C57-4F04-8DEA-CCA2033CFF86}" dt="2020-02-29T04:53:46.434" v="1319" actId="47"/>
        <pc:sldMkLst>
          <pc:docMk/>
          <pc:sldMk cId="4240972577" sldId="258"/>
        </pc:sldMkLst>
        <pc:picChg chg="mod">
          <ac:chgData name="达 周" userId="d3c3af45359772bc" providerId="LiveId" clId="{69033BE1-1C57-4F04-8DEA-CCA2033CFF86}" dt="2020-02-27T12:16:26.936" v="687" actId="1076"/>
          <ac:picMkLst>
            <pc:docMk/>
            <pc:sldMk cId="4240972577" sldId="258"/>
            <ac:picMk id="3" creationId="{61D64C5A-1AE9-4198-89A4-0948EC34332B}"/>
          </ac:picMkLst>
        </pc:picChg>
        <pc:picChg chg="mod">
          <ac:chgData name="达 周" userId="d3c3af45359772bc" providerId="LiveId" clId="{69033BE1-1C57-4F04-8DEA-CCA2033CFF86}" dt="2020-02-27T09:17:59.954" v="33"/>
          <ac:picMkLst>
            <pc:docMk/>
            <pc:sldMk cId="4240972577" sldId="258"/>
            <ac:picMk id="4" creationId="{5BF2FEEB-2F11-4DDC-B3F8-43872CC778FF}"/>
          </ac:picMkLst>
        </pc:picChg>
      </pc:sldChg>
      <pc:sldChg chg="modSp del">
        <pc:chgData name="达 周" userId="d3c3af45359772bc" providerId="LiveId" clId="{69033BE1-1C57-4F04-8DEA-CCA2033CFF86}" dt="2020-02-27T12:27:02.216" v="824" actId="47"/>
        <pc:sldMkLst>
          <pc:docMk/>
          <pc:sldMk cId="3081696132" sldId="259"/>
        </pc:sldMkLst>
        <pc:picChg chg="mod">
          <ac:chgData name="达 周" userId="d3c3af45359772bc" providerId="LiveId" clId="{69033BE1-1C57-4F04-8DEA-CCA2033CFF86}" dt="2020-02-27T09:17:59.954" v="33"/>
          <ac:picMkLst>
            <pc:docMk/>
            <pc:sldMk cId="3081696132" sldId="259"/>
            <ac:picMk id="4" creationId="{7F3DB3F0-E388-4E48-8D39-93943A9D0F10}"/>
          </ac:picMkLst>
        </pc:picChg>
        <pc:picChg chg="mod">
          <ac:chgData name="达 周" userId="d3c3af45359772bc" providerId="LiveId" clId="{69033BE1-1C57-4F04-8DEA-CCA2033CFF86}" dt="2020-02-27T09:17:59.954" v="33"/>
          <ac:picMkLst>
            <pc:docMk/>
            <pc:sldMk cId="3081696132" sldId="259"/>
            <ac:picMk id="5" creationId="{0739B951-65D0-4C40-AF58-1C2B5812BDB3}"/>
          </ac:picMkLst>
        </pc:picChg>
      </pc:sldChg>
      <pc:sldChg chg="delSp modSp mod">
        <pc:chgData name="达 周" userId="d3c3af45359772bc" providerId="LiveId" clId="{69033BE1-1C57-4F04-8DEA-CCA2033CFF86}" dt="2020-02-27T12:36:16.506" v="841" actId="1076"/>
        <pc:sldMkLst>
          <pc:docMk/>
          <pc:sldMk cId="22503482" sldId="260"/>
        </pc:sldMkLst>
        <pc:picChg chg="mod">
          <ac:chgData name="达 周" userId="d3c3af45359772bc" providerId="LiveId" clId="{69033BE1-1C57-4F04-8DEA-CCA2033CFF86}" dt="2020-02-27T12:36:16.506" v="841" actId="1076"/>
          <ac:picMkLst>
            <pc:docMk/>
            <pc:sldMk cId="22503482" sldId="260"/>
            <ac:picMk id="4" creationId="{8EE906A0-8920-425F-A8EB-7007E0E05093}"/>
          </ac:picMkLst>
        </pc:picChg>
        <pc:picChg chg="del mod">
          <ac:chgData name="达 周" userId="d3c3af45359772bc" providerId="LiveId" clId="{69033BE1-1C57-4F04-8DEA-CCA2033CFF86}" dt="2020-02-27T12:36:12.384" v="839" actId="478"/>
          <ac:picMkLst>
            <pc:docMk/>
            <pc:sldMk cId="22503482" sldId="260"/>
            <ac:picMk id="5" creationId="{55A66D8B-1166-4A50-9102-1FD770193DF9}"/>
          </ac:picMkLst>
        </pc:picChg>
      </pc:sldChg>
      <pc:sldChg chg="delSp modSp mod">
        <pc:chgData name="达 周" userId="d3c3af45359772bc" providerId="LiveId" clId="{69033BE1-1C57-4F04-8DEA-CCA2033CFF86}" dt="2020-02-27T12:51:00.708" v="847" actId="478"/>
        <pc:sldMkLst>
          <pc:docMk/>
          <pc:sldMk cId="3029561612" sldId="261"/>
        </pc:sldMkLst>
        <pc:picChg chg="mod">
          <ac:chgData name="达 周" userId="d3c3af45359772bc" providerId="LiveId" clId="{69033BE1-1C57-4F04-8DEA-CCA2033CFF86}" dt="2020-02-27T12:50:59.368" v="846" actId="1076"/>
          <ac:picMkLst>
            <pc:docMk/>
            <pc:sldMk cId="3029561612" sldId="261"/>
            <ac:picMk id="4" creationId="{1143F2E9-DF2A-452F-9E2F-1CEBAAA0CCA0}"/>
          </ac:picMkLst>
        </pc:picChg>
        <pc:picChg chg="del mod">
          <ac:chgData name="达 周" userId="d3c3af45359772bc" providerId="LiveId" clId="{69033BE1-1C57-4F04-8DEA-CCA2033CFF86}" dt="2020-02-27T12:51:00.708" v="847" actId="478"/>
          <ac:picMkLst>
            <pc:docMk/>
            <pc:sldMk cId="3029561612" sldId="261"/>
            <ac:picMk id="5" creationId="{7172FA4B-10FA-4795-A7E6-EFED129948D4}"/>
          </ac:picMkLst>
        </pc:picChg>
      </pc:sldChg>
      <pc:sldChg chg="delSp modSp mod">
        <pc:chgData name="达 周" userId="d3c3af45359772bc" providerId="LiveId" clId="{69033BE1-1C57-4F04-8DEA-CCA2033CFF86}" dt="2020-02-27T12:54:29.103" v="862" actId="1076"/>
        <pc:sldMkLst>
          <pc:docMk/>
          <pc:sldMk cId="3304174577" sldId="262"/>
        </pc:sldMkLst>
        <pc:picChg chg="mod">
          <ac:chgData name="达 周" userId="d3c3af45359772bc" providerId="LiveId" clId="{69033BE1-1C57-4F04-8DEA-CCA2033CFF86}" dt="2020-02-27T12:54:29.103" v="862" actId="1076"/>
          <ac:picMkLst>
            <pc:docMk/>
            <pc:sldMk cId="3304174577" sldId="262"/>
            <ac:picMk id="4" creationId="{20CC02C6-C1C7-49FD-AB73-1F6E70636657}"/>
          </ac:picMkLst>
        </pc:picChg>
        <pc:picChg chg="del mod">
          <ac:chgData name="达 周" userId="d3c3af45359772bc" providerId="LiveId" clId="{69033BE1-1C57-4F04-8DEA-CCA2033CFF86}" dt="2020-02-27T12:54:11.075" v="855" actId="478"/>
          <ac:picMkLst>
            <pc:docMk/>
            <pc:sldMk cId="3304174577" sldId="262"/>
            <ac:picMk id="5" creationId="{8C810FCF-137F-4B60-86D4-282CED0586C0}"/>
          </ac:picMkLst>
        </pc:picChg>
        <pc:picChg chg="del mod">
          <ac:chgData name="达 周" userId="d3c3af45359772bc" providerId="LiveId" clId="{69033BE1-1C57-4F04-8DEA-CCA2033CFF86}" dt="2020-02-27T12:54:12.248" v="856" actId="478"/>
          <ac:picMkLst>
            <pc:docMk/>
            <pc:sldMk cId="3304174577" sldId="262"/>
            <ac:picMk id="6" creationId="{D263AB0A-1BB5-4708-8A8D-704BEEA6165E}"/>
          </ac:picMkLst>
        </pc:picChg>
      </pc:sldChg>
      <pc:sldChg chg="delSp modSp mod">
        <pc:chgData name="达 周" userId="d3c3af45359772bc" providerId="LiveId" clId="{69033BE1-1C57-4F04-8DEA-CCA2033CFF86}" dt="2020-02-27T13:59:45.152" v="1312" actId="1076"/>
        <pc:sldMkLst>
          <pc:docMk/>
          <pc:sldMk cId="1808560910" sldId="263"/>
        </pc:sldMkLst>
        <pc:spChg chg="del mod">
          <ac:chgData name="达 周" userId="d3c3af45359772bc" providerId="LiveId" clId="{69033BE1-1C57-4F04-8DEA-CCA2033CFF86}" dt="2020-02-27T13:42:58.672" v="1307" actId="478"/>
          <ac:spMkLst>
            <pc:docMk/>
            <pc:sldMk cId="1808560910" sldId="263"/>
            <ac:spMk id="6" creationId="{C243D81E-C0FC-4E98-AC2D-C8B7019D80E0}"/>
          </ac:spMkLst>
        </pc:spChg>
        <pc:graphicFrameChg chg="del mod">
          <ac:chgData name="达 周" userId="d3c3af45359772bc" providerId="LiveId" clId="{69033BE1-1C57-4F04-8DEA-CCA2033CFF86}" dt="2020-02-27T13:45:18.637" v="1309" actId="478"/>
          <ac:graphicFrameMkLst>
            <pc:docMk/>
            <pc:sldMk cId="1808560910" sldId="263"/>
            <ac:graphicFrameMk id="5" creationId="{2F132F1B-C6D4-4CC3-A141-F9B6332D73D3}"/>
          </ac:graphicFrameMkLst>
        </pc:graphicFrameChg>
        <pc:picChg chg="mod">
          <ac:chgData name="达 周" userId="d3c3af45359772bc" providerId="LiveId" clId="{69033BE1-1C57-4F04-8DEA-CCA2033CFF86}" dt="2020-02-27T13:59:45.152" v="1312" actId="1076"/>
          <ac:picMkLst>
            <pc:docMk/>
            <pc:sldMk cId="1808560910" sldId="263"/>
            <ac:picMk id="4" creationId="{141AF9D2-9942-4550-9676-85457EAE5A3C}"/>
          </ac:picMkLst>
        </pc:picChg>
      </pc:sldChg>
      <pc:sldChg chg="delSp modSp mod">
        <pc:chgData name="达 周" userId="d3c3af45359772bc" providerId="LiveId" clId="{69033BE1-1C57-4F04-8DEA-CCA2033CFF86}" dt="2020-02-29T05:31:00.967" v="1757" actId="20577"/>
        <pc:sldMkLst>
          <pc:docMk/>
          <pc:sldMk cId="2842536019" sldId="264"/>
        </pc:sldMkLst>
        <pc:spChg chg="mod">
          <ac:chgData name="达 周" userId="d3c3af45359772bc" providerId="LiveId" clId="{69033BE1-1C57-4F04-8DEA-CCA2033CFF86}" dt="2020-02-29T05:31:00.967" v="1757" actId="20577"/>
          <ac:spMkLst>
            <pc:docMk/>
            <pc:sldMk cId="2842536019" sldId="264"/>
            <ac:spMk id="2" creationId="{3ABD9470-7CF2-4029-A68D-87D612BB471C}"/>
          </ac:spMkLst>
        </pc:spChg>
        <pc:spChg chg="del mod">
          <ac:chgData name="达 周" userId="d3c3af45359772bc" providerId="LiveId" clId="{69033BE1-1C57-4F04-8DEA-CCA2033CFF86}" dt="2020-02-29T05:11:18.932" v="1665" actId="478"/>
          <ac:spMkLst>
            <pc:docMk/>
            <pc:sldMk cId="2842536019" sldId="264"/>
            <ac:spMk id="7" creationId="{95FCCCE8-2982-4ACD-AA78-3B8BA821F9A7}"/>
          </ac:spMkLst>
        </pc:spChg>
        <pc:graphicFrameChg chg="mod">
          <ac:chgData name="达 周" userId="d3c3af45359772bc" providerId="LiveId" clId="{69033BE1-1C57-4F04-8DEA-CCA2033CFF86}" dt="2020-02-29T05:13:46.396" v="1676" actId="1076"/>
          <ac:graphicFrameMkLst>
            <pc:docMk/>
            <pc:sldMk cId="2842536019" sldId="264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7T09:17:59.954" v="33"/>
          <ac:graphicFrameMkLst>
            <pc:docMk/>
            <pc:sldMk cId="2842536019" sldId="264"/>
            <ac:graphicFrameMk id="6" creationId="{40CD016E-66E2-4C46-8E75-4E074AF3D96D}"/>
          </ac:graphicFrameMkLst>
        </pc:graphicFrameChg>
        <pc:graphicFrameChg chg="del mod">
          <ac:chgData name="达 周" userId="d3c3af45359772bc" providerId="LiveId" clId="{69033BE1-1C57-4F04-8DEA-CCA2033CFF86}" dt="2020-02-29T05:11:17.461" v="1664" actId="478"/>
          <ac:graphicFrameMkLst>
            <pc:docMk/>
            <pc:sldMk cId="2842536019" sldId="264"/>
            <ac:graphicFrameMk id="9" creationId="{006DCB5B-FE03-4798-BA3F-28F94E402182}"/>
          </ac:graphicFrameMkLst>
        </pc:graphicFrameChg>
        <pc:picChg chg="mod">
          <ac:chgData name="达 周" userId="d3c3af45359772bc" providerId="LiveId" clId="{69033BE1-1C57-4F04-8DEA-CCA2033CFF86}" dt="2020-02-29T05:11:27.709" v="1667" actId="14100"/>
          <ac:picMkLst>
            <pc:docMk/>
            <pc:sldMk cId="2842536019" sldId="264"/>
            <ac:picMk id="4" creationId="{BF21FC8B-C3F7-4647-A91E-C3BAAACEC6E4}"/>
          </ac:picMkLst>
        </pc:picChg>
      </pc:sldChg>
      <pc:sldChg chg="addSp delSp modSp mod">
        <pc:chgData name="达 周" userId="d3c3af45359772bc" providerId="LiveId" clId="{69033BE1-1C57-4F04-8DEA-CCA2033CFF86}" dt="2020-02-29T06:04:11.635" v="2335" actId="20577"/>
        <pc:sldMkLst>
          <pc:docMk/>
          <pc:sldMk cId="1265752046" sldId="265"/>
        </pc:sldMkLst>
        <pc:spChg chg="mod">
          <ac:chgData name="达 周" userId="d3c3af45359772bc" providerId="LiveId" clId="{69033BE1-1C57-4F04-8DEA-CCA2033CFF86}" dt="2020-02-29T06:04:11.635" v="2335" actId="20577"/>
          <ac:spMkLst>
            <pc:docMk/>
            <pc:sldMk cId="1265752046" sldId="265"/>
            <ac:spMk id="2" creationId="{BFAAEC5A-D4CA-4232-ABB3-82F579BC9729}"/>
          </ac:spMkLst>
        </pc:spChg>
        <pc:spChg chg="add mod">
          <ac:chgData name="达 周" userId="d3c3af45359772bc" providerId="LiveId" clId="{69033BE1-1C57-4F04-8DEA-CCA2033CFF86}" dt="2020-02-29T06:02:59.799" v="2331" actId="20577"/>
          <ac:spMkLst>
            <pc:docMk/>
            <pc:sldMk cId="1265752046" sldId="265"/>
            <ac:spMk id="5" creationId="{70947C5F-A382-4B2E-87A0-522A1E986D9A}"/>
          </ac:spMkLst>
        </pc:spChg>
        <pc:picChg chg="del mod">
          <ac:chgData name="达 周" userId="d3c3af45359772bc" providerId="LiveId" clId="{69033BE1-1C57-4F04-8DEA-CCA2033CFF86}" dt="2020-02-29T06:01:28.967" v="2188" actId="478"/>
          <ac:picMkLst>
            <pc:docMk/>
            <pc:sldMk cId="1265752046" sldId="265"/>
            <ac:picMk id="4" creationId="{66FE151C-BD2E-406D-851A-7A33767B5F3E}"/>
          </ac:picMkLst>
        </pc:picChg>
      </pc:sldChg>
      <pc:sldChg chg="addSp delSp modSp mod modAnim">
        <pc:chgData name="达 周" userId="d3c3af45359772bc" providerId="LiveId" clId="{69033BE1-1C57-4F04-8DEA-CCA2033CFF86}" dt="2020-02-29T06:32:04.118" v="2468" actId="20577"/>
        <pc:sldMkLst>
          <pc:docMk/>
          <pc:sldMk cId="2394474079" sldId="266"/>
        </pc:sldMkLst>
        <pc:spChg chg="mod">
          <ac:chgData name="达 周" userId="d3c3af45359772bc" providerId="LiveId" clId="{69033BE1-1C57-4F04-8DEA-CCA2033CFF86}" dt="2020-02-29T06:32:04.118" v="2468" actId="20577"/>
          <ac:spMkLst>
            <pc:docMk/>
            <pc:sldMk cId="2394474079" sldId="266"/>
            <ac:spMk id="2" creationId="{47C7FA8D-FBE7-4B38-9D41-8E2E38E9BDCB}"/>
          </ac:spMkLst>
        </pc:spChg>
        <pc:spChg chg="add del mod">
          <ac:chgData name="达 周" userId="d3c3af45359772bc" providerId="LiveId" clId="{69033BE1-1C57-4F04-8DEA-CCA2033CFF86}" dt="2020-02-29T06:12:13.585" v="2338"/>
          <ac:spMkLst>
            <pc:docMk/>
            <pc:sldMk cId="2394474079" sldId="266"/>
            <ac:spMk id="5" creationId="{9D989481-0FCA-4D8F-BBAE-460412CD7268}"/>
          </ac:spMkLst>
        </pc:spChg>
        <pc:graphicFrameChg chg="add mod">
          <ac:chgData name="达 周" userId="d3c3af45359772bc" providerId="LiveId" clId="{69033BE1-1C57-4F04-8DEA-CCA2033CFF86}" dt="2020-02-29T06:16:47.105" v="2414"/>
          <ac:graphicFrameMkLst>
            <pc:docMk/>
            <pc:sldMk cId="2394474079" sldId="266"/>
            <ac:graphicFrameMk id="6" creationId="{D02476D3-3583-4DE9-B5DD-BD1E023A8970}"/>
          </ac:graphicFrameMkLst>
        </pc:graphicFrameChg>
        <pc:picChg chg="del mod">
          <ac:chgData name="达 周" userId="d3c3af45359772bc" providerId="LiveId" clId="{69033BE1-1C57-4F04-8DEA-CCA2033CFF86}" dt="2020-02-29T06:06:05.802" v="2337" actId="478"/>
          <ac:picMkLst>
            <pc:docMk/>
            <pc:sldMk cId="2394474079" sldId="266"/>
            <ac:picMk id="4" creationId="{ADA4DA78-25EE-49D3-AA1B-8ADC2B7F64E8}"/>
          </ac:picMkLst>
        </pc:picChg>
      </pc:sldChg>
      <pc:sldChg chg="modSp mod">
        <pc:chgData name="达 周" userId="d3c3af45359772bc" providerId="LiveId" clId="{69033BE1-1C57-4F04-8DEA-CCA2033CFF86}" dt="2020-02-29T06:41:15.433" v="2616" actId="14100"/>
        <pc:sldMkLst>
          <pc:docMk/>
          <pc:sldMk cId="2262595845" sldId="267"/>
        </pc:sldMkLst>
        <pc:picChg chg="mod">
          <ac:chgData name="达 周" userId="d3c3af45359772bc" providerId="LiveId" clId="{69033BE1-1C57-4F04-8DEA-CCA2033CFF86}" dt="2020-02-29T06:41:15.433" v="2616" actId="14100"/>
          <ac:picMkLst>
            <pc:docMk/>
            <pc:sldMk cId="2262595845" sldId="267"/>
            <ac:picMk id="4" creationId="{3F4BE757-D3B9-48B7-92F5-C0248A47CC58}"/>
          </ac:picMkLst>
        </pc:picChg>
      </pc:sldChg>
      <pc:sldChg chg="addSp delSp modSp mod ord">
        <pc:chgData name="达 周" userId="d3c3af45359772bc" providerId="LiveId" clId="{69033BE1-1C57-4F04-8DEA-CCA2033CFF86}" dt="2020-02-29T06:34:42.739" v="2514"/>
        <pc:sldMkLst>
          <pc:docMk/>
          <pc:sldMk cId="2603094986" sldId="268"/>
        </pc:sldMkLst>
        <pc:spChg chg="mod">
          <ac:chgData name="达 周" userId="d3c3af45359772bc" providerId="LiveId" clId="{69033BE1-1C57-4F04-8DEA-CCA2033CFF86}" dt="2020-02-29T06:32:38.839" v="2500" actId="20577"/>
          <ac:spMkLst>
            <pc:docMk/>
            <pc:sldMk cId="2603094986" sldId="268"/>
            <ac:spMk id="2" creationId="{FB9F3CF1-276D-4EDE-AAFD-E0BB5C1A2022}"/>
          </ac:spMkLst>
        </pc:spChg>
        <pc:graphicFrameChg chg="add mod">
          <ac:chgData name="达 周" userId="d3c3af45359772bc" providerId="LiveId" clId="{69033BE1-1C57-4F04-8DEA-CCA2033CFF86}" dt="2020-02-29T06:34:42.739" v="2514"/>
          <ac:graphicFrameMkLst>
            <pc:docMk/>
            <pc:sldMk cId="2603094986" sldId="268"/>
            <ac:graphicFrameMk id="6" creationId="{3BBD605B-7A47-4852-9795-D3F217698F93}"/>
          </ac:graphicFrameMkLst>
        </pc:graphicFrameChg>
        <pc:picChg chg="mod">
          <ac:chgData name="达 周" userId="d3c3af45359772bc" providerId="LiveId" clId="{69033BE1-1C57-4F04-8DEA-CCA2033CFF86}" dt="2020-02-29T06:34:39.377" v="2513" actId="1076"/>
          <ac:picMkLst>
            <pc:docMk/>
            <pc:sldMk cId="2603094986" sldId="268"/>
            <ac:picMk id="4" creationId="{DCB8C068-0978-4E3B-BF36-4790584B8FF0}"/>
          </ac:picMkLst>
        </pc:picChg>
        <pc:picChg chg="del mod">
          <ac:chgData name="达 周" userId="d3c3af45359772bc" providerId="LiveId" clId="{69033BE1-1C57-4F04-8DEA-CCA2033CFF86}" dt="2020-02-29T06:34:15.716" v="2508" actId="478"/>
          <ac:picMkLst>
            <pc:docMk/>
            <pc:sldMk cId="2603094986" sldId="268"/>
            <ac:picMk id="5" creationId="{426763E6-0F12-479C-A47A-55D0926F5D94}"/>
          </ac:picMkLst>
        </pc:picChg>
      </pc:sldChg>
      <pc:sldChg chg="modSp mod">
        <pc:chgData name="达 周" userId="d3c3af45359772bc" providerId="LiveId" clId="{69033BE1-1C57-4F04-8DEA-CCA2033CFF86}" dt="2020-02-29T06:36:13.581" v="2531" actId="20577"/>
        <pc:sldMkLst>
          <pc:docMk/>
          <pc:sldMk cId="2738215093" sldId="269"/>
        </pc:sldMkLst>
        <pc:spChg chg="mod">
          <ac:chgData name="达 周" userId="d3c3af45359772bc" providerId="LiveId" clId="{69033BE1-1C57-4F04-8DEA-CCA2033CFF86}" dt="2020-02-29T06:36:13.581" v="2531" actId="20577"/>
          <ac:spMkLst>
            <pc:docMk/>
            <pc:sldMk cId="2738215093" sldId="269"/>
            <ac:spMk id="2" creationId="{A947D433-62BE-4175-8DA2-F267CB5E4D3C}"/>
          </ac:spMkLst>
        </pc:spChg>
        <pc:picChg chg="mod">
          <ac:chgData name="达 周" userId="d3c3af45359772bc" providerId="LiveId" clId="{69033BE1-1C57-4F04-8DEA-CCA2033CFF86}" dt="2020-02-27T09:17:59.954" v="33"/>
          <ac:picMkLst>
            <pc:docMk/>
            <pc:sldMk cId="2738215093" sldId="269"/>
            <ac:picMk id="4" creationId="{7760BFAE-E762-4358-A0C7-464DDB119962}"/>
          </ac:picMkLst>
        </pc:picChg>
      </pc:sldChg>
      <pc:sldChg chg="modSp mod">
        <pc:chgData name="达 周" userId="d3c3af45359772bc" providerId="LiveId" clId="{69033BE1-1C57-4F04-8DEA-CCA2033CFF86}" dt="2020-02-27T11:57:19.084" v="151" actId="1076"/>
        <pc:sldMkLst>
          <pc:docMk/>
          <pc:sldMk cId="3905604233" sldId="270"/>
        </pc:sldMkLst>
        <pc:graphicFrameChg chg="mod">
          <ac:chgData name="达 周" userId="d3c3af45359772bc" providerId="LiveId" clId="{69033BE1-1C57-4F04-8DEA-CCA2033CFF86}" dt="2020-02-27T11:57:19.084" v="151" actId="1076"/>
          <ac:graphicFrameMkLst>
            <pc:docMk/>
            <pc:sldMk cId="3905604233" sldId="270"/>
            <ac:graphicFrameMk id="4" creationId="{4E3A1BB3-AF02-4450-80CD-73BCAA70672F}"/>
          </ac:graphicFrameMkLst>
        </pc:graphicFrameChg>
      </pc:sldChg>
      <pc:sldChg chg="addSp delSp modSp mod">
        <pc:chgData name="达 周" userId="d3c3af45359772bc" providerId="LiveId" clId="{69033BE1-1C57-4F04-8DEA-CCA2033CFF86}" dt="2020-02-27T11:58:23.951" v="163"/>
        <pc:sldMkLst>
          <pc:docMk/>
          <pc:sldMk cId="4187860110" sldId="271"/>
        </pc:sldMkLst>
        <pc:spChg chg="mod">
          <ac:chgData name="达 周" userId="d3c3af45359772bc" providerId="LiveId" clId="{69033BE1-1C57-4F04-8DEA-CCA2033CFF86}" dt="2020-02-27T09:52:07.748" v="143" actId="20577"/>
          <ac:spMkLst>
            <pc:docMk/>
            <pc:sldMk cId="4187860110" sldId="271"/>
            <ac:spMk id="2" creationId="{00000000-0000-0000-0000-000000000000}"/>
          </ac:spMkLst>
        </pc:spChg>
        <pc:spChg chg="add del mod">
          <ac:chgData name="达 周" userId="d3c3af45359772bc" providerId="LiveId" clId="{69033BE1-1C57-4F04-8DEA-CCA2033CFF86}" dt="2020-02-27T09:52:04.968" v="140" actId="478"/>
          <ac:spMkLst>
            <pc:docMk/>
            <pc:sldMk cId="4187860110" sldId="271"/>
            <ac:spMk id="3" creationId="{1B8B47C7-FC83-4F5A-8653-4A6DD3BB356F}"/>
          </ac:spMkLst>
        </pc:spChg>
        <pc:graphicFrameChg chg="mod">
          <ac:chgData name="达 周" userId="d3c3af45359772bc" providerId="LiveId" clId="{69033BE1-1C57-4F04-8DEA-CCA2033CFF86}" dt="2020-02-27T11:58:23.951" v="163"/>
          <ac:graphicFrameMkLst>
            <pc:docMk/>
            <pc:sldMk cId="4187860110" sldId="271"/>
            <ac:graphicFrameMk id="5" creationId="{4E3A1BB3-AF02-4450-80CD-73BCAA70672F}"/>
          </ac:graphicFrameMkLst>
        </pc:graphicFrameChg>
      </pc:sldChg>
      <pc:sldChg chg="addSp delSp modSp add mod delAnim modAnim">
        <pc:chgData name="达 周" userId="d3c3af45359772bc" providerId="LiveId" clId="{69033BE1-1C57-4F04-8DEA-CCA2033CFF86}" dt="2020-02-27T09:44:09.869" v="114" actId="478"/>
        <pc:sldMkLst>
          <pc:docMk/>
          <pc:sldMk cId="1750606106" sldId="272"/>
        </pc:sldMkLst>
        <pc:spChg chg="mod">
          <ac:chgData name="达 周" userId="d3c3af45359772bc" providerId="LiveId" clId="{69033BE1-1C57-4F04-8DEA-CCA2033CFF86}" dt="2020-02-27T09:21:14.666" v="63" actId="20577"/>
          <ac:spMkLst>
            <pc:docMk/>
            <pc:sldMk cId="1750606106" sldId="272"/>
            <ac:spMk id="2" creationId="{B39A3E78-7074-4ADF-B463-404600458AFB}"/>
          </ac:spMkLst>
        </pc:spChg>
        <pc:spChg chg="del">
          <ac:chgData name="达 周" userId="d3c3af45359772bc" providerId="LiveId" clId="{69033BE1-1C57-4F04-8DEA-CCA2033CFF86}" dt="2020-02-27T09:19:54.982" v="52"/>
          <ac:spMkLst>
            <pc:docMk/>
            <pc:sldMk cId="1750606106" sldId="272"/>
            <ac:spMk id="3" creationId="{44534946-027D-4BEE-ABA0-7D4DEE571A71}"/>
          </ac:spMkLst>
        </pc:spChg>
        <pc:spChg chg="add del mod">
          <ac:chgData name="达 周" userId="d3c3af45359772bc" providerId="LiveId" clId="{69033BE1-1C57-4F04-8DEA-CCA2033CFF86}" dt="2020-02-27T09:44:06.772" v="112" actId="478"/>
          <ac:spMkLst>
            <pc:docMk/>
            <pc:sldMk cId="1750606106" sldId="272"/>
            <ac:spMk id="5" creationId="{AC9DBDF3-51BC-43AE-A9C3-E367E646B1D2}"/>
          </ac:spMkLst>
        </pc:spChg>
        <pc:graphicFrameChg chg="add mod">
          <ac:chgData name="达 周" userId="d3c3af45359772bc" providerId="LiveId" clId="{69033BE1-1C57-4F04-8DEA-CCA2033CFF86}" dt="2020-02-27T09:21:28.819" v="64" actId="1076"/>
          <ac:graphicFrameMkLst>
            <pc:docMk/>
            <pc:sldMk cId="1750606106" sldId="272"/>
            <ac:graphicFrameMk id="4" creationId="{DB8433C7-FC93-4363-B253-E424D62BA15F}"/>
          </ac:graphicFrameMkLst>
        </pc:graphicFrameChg>
        <pc:graphicFrameChg chg="add del mod">
          <ac:chgData name="达 周" userId="d3c3af45359772bc" providerId="LiveId" clId="{69033BE1-1C57-4F04-8DEA-CCA2033CFF86}" dt="2020-02-27T09:44:08.309" v="113" actId="478"/>
          <ac:graphicFrameMkLst>
            <pc:docMk/>
            <pc:sldMk cId="1750606106" sldId="272"/>
            <ac:graphicFrameMk id="6" creationId="{14C85A33-C9D7-4AB2-823F-6D04895CCAC8}"/>
          </ac:graphicFrameMkLst>
        </pc:graphicFrameChg>
        <pc:graphicFrameChg chg="add del mod">
          <ac:chgData name="达 周" userId="d3c3af45359772bc" providerId="LiveId" clId="{69033BE1-1C57-4F04-8DEA-CCA2033CFF86}" dt="2020-02-27T09:44:09.869" v="114" actId="478"/>
          <ac:graphicFrameMkLst>
            <pc:docMk/>
            <pc:sldMk cId="1750606106" sldId="272"/>
            <ac:graphicFrameMk id="7" creationId="{2FDDDBB7-DA3B-4C50-AEC2-937785BF8DAF}"/>
          </ac:graphicFrameMkLst>
        </pc:graphicFrameChg>
      </pc:sldChg>
      <pc:sldChg chg="addSp delSp modSp add mod ord">
        <pc:chgData name="达 周" userId="d3c3af45359772bc" providerId="LiveId" clId="{69033BE1-1C57-4F04-8DEA-CCA2033CFF86}" dt="2020-02-27T09:41:27.110" v="106"/>
        <pc:sldMkLst>
          <pc:docMk/>
          <pc:sldMk cId="1909385336" sldId="273"/>
        </pc:sldMkLst>
        <pc:spChg chg="del">
          <ac:chgData name="达 周" userId="d3c3af45359772bc" providerId="LiveId" clId="{69033BE1-1C57-4F04-8DEA-CCA2033CFF86}" dt="2020-02-27T09:39:40.127" v="102" actId="478"/>
          <ac:spMkLst>
            <pc:docMk/>
            <pc:sldMk cId="1909385336" sldId="273"/>
            <ac:spMk id="2" creationId="{7BFC377E-8855-4F3B-97A0-801D3F6ACBED}"/>
          </ac:spMkLst>
        </pc:spChg>
        <pc:spChg chg="del">
          <ac:chgData name="达 周" userId="d3c3af45359772bc" providerId="LiveId" clId="{69033BE1-1C57-4F04-8DEA-CCA2033CFF86}" dt="2020-02-27T09:39:35.744" v="101"/>
          <ac:spMkLst>
            <pc:docMk/>
            <pc:sldMk cId="1909385336" sldId="273"/>
            <ac:spMk id="3" creationId="{C54EE25D-59A3-48B4-97A9-D36CE3E80004}"/>
          </ac:spMkLst>
        </pc:spChg>
        <pc:picChg chg="add mod">
          <ac:chgData name="达 周" userId="d3c3af45359772bc" providerId="LiveId" clId="{69033BE1-1C57-4F04-8DEA-CCA2033CFF86}" dt="2020-02-27T09:39:44.848" v="104" actId="1076"/>
          <ac:picMkLst>
            <pc:docMk/>
            <pc:sldMk cId="1909385336" sldId="273"/>
            <ac:picMk id="6146" creationId="{D8A71D9D-CB99-4388-9DAF-B80650472BFC}"/>
          </ac:picMkLst>
        </pc:picChg>
      </pc:sldChg>
      <pc:sldChg chg="add del">
        <pc:chgData name="达 周" userId="d3c3af45359772bc" providerId="LiveId" clId="{69033BE1-1C57-4F04-8DEA-CCA2033CFF86}" dt="2020-02-27T09:39:30.859" v="99" actId="47"/>
        <pc:sldMkLst>
          <pc:docMk/>
          <pc:sldMk cId="2712379964" sldId="273"/>
        </pc:sldMkLst>
      </pc:sldChg>
      <pc:sldChg chg="delSp add mod delAnim">
        <pc:chgData name="达 周" userId="d3c3af45359772bc" providerId="LiveId" clId="{69033BE1-1C57-4F04-8DEA-CCA2033CFF86}" dt="2020-02-27T09:44:13.946" v="115" actId="478"/>
        <pc:sldMkLst>
          <pc:docMk/>
          <pc:sldMk cId="13084009" sldId="274"/>
        </pc:sldMkLst>
        <pc:graphicFrameChg chg="del">
          <ac:chgData name="达 周" userId="d3c3af45359772bc" providerId="LiveId" clId="{69033BE1-1C57-4F04-8DEA-CCA2033CFF86}" dt="2020-02-27T09:44:13.946" v="115" actId="478"/>
          <ac:graphicFrameMkLst>
            <pc:docMk/>
            <pc:sldMk cId="13084009" sldId="274"/>
            <ac:graphicFrameMk id="7" creationId="{2FDDDBB7-DA3B-4C50-AEC2-937785BF8DAF}"/>
          </ac:graphicFrameMkLst>
        </pc:graphicFrameChg>
      </pc:sldChg>
      <pc:sldChg chg="add">
        <pc:chgData name="达 周" userId="d3c3af45359772bc" providerId="LiveId" clId="{69033BE1-1C57-4F04-8DEA-CCA2033CFF86}" dt="2020-02-27T09:44:04.352" v="111"/>
        <pc:sldMkLst>
          <pc:docMk/>
          <pc:sldMk cId="3433267485" sldId="275"/>
        </pc:sldMkLst>
      </pc:sldChg>
      <pc:sldChg chg="modSp add">
        <pc:chgData name="达 周" userId="d3c3af45359772bc" providerId="LiveId" clId="{69033BE1-1C57-4F04-8DEA-CCA2033CFF86}" dt="2020-02-27T11:58:14.008" v="161"/>
        <pc:sldMkLst>
          <pc:docMk/>
          <pc:sldMk cId="1077174610" sldId="276"/>
        </pc:sldMkLst>
        <pc:graphicFrameChg chg="mod">
          <ac:chgData name="达 周" userId="d3c3af45359772bc" providerId="LiveId" clId="{69033BE1-1C57-4F04-8DEA-CCA2033CFF86}" dt="2020-02-27T11:58:14.008" v="161"/>
          <ac:graphicFrameMkLst>
            <pc:docMk/>
            <pc:sldMk cId="1077174610" sldId="276"/>
            <ac:graphicFrameMk id="5" creationId="{4E3A1BB3-AF02-4450-80CD-73BCAA70672F}"/>
          </ac:graphicFrameMkLst>
        </pc:graphicFrameChg>
      </pc:sldChg>
      <pc:sldChg chg="addSp delSp modSp add mod">
        <pc:chgData name="达 周" userId="d3c3af45359772bc" providerId="LiveId" clId="{69033BE1-1C57-4F04-8DEA-CCA2033CFF86}" dt="2020-02-27T12:15:19.896" v="686" actId="20577"/>
        <pc:sldMkLst>
          <pc:docMk/>
          <pc:sldMk cId="1434543825" sldId="277"/>
        </pc:sldMkLst>
        <pc:spChg chg="mod">
          <ac:chgData name="达 周" userId="d3c3af45359772bc" providerId="LiveId" clId="{69033BE1-1C57-4F04-8DEA-CCA2033CFF86}" dt="2020-02-27T12:02:03.642" v="175" actId="20577"/>
          <ac:spMkLst>
            <pc:docMk/>
            <pc:sldMk cId="1434543825" sldId="277"/>
            <ac:spMk id="2" creationId="{DAC11EA3-4D26-496C-B7E9-15D83761E0C0}"/>
          </ac:spMkLst>
        </pc:spChg>
        <pc:spChg chg="add del mod">
          <ac:chgData name="达 周" userId="d3c3af45359772bc" providerId="LiveId" clId="{69033BE1-1C57-4F04-8DEA-CCA2033CFF86}" dt="2020-02-27T12:15:19.896" v="686" actId="20577"/>
          <ac:spMkLst>
            <pc:docMk/>
            <pc:sldMk cId="1434543825" sldId="277"/>
            <ac:spMk id="3" creationId="{BE4EFC03-5BAD-49D3-9BBE-A1EF31DBCF19}"/>
          </ac:spMkLst>
        </pc:spChg>
        <pc:picChg chg="add del">
          <ac:chgData name="达 周" userId="d3c3af45359772bc" providerId="LiveId" clId="{69033BE1-1C57-4F04-8DEA-CCA2033CFF86}" dt="2020-02-27T12:02:15.875" v="177"/>
          <ac:picMkLst>
            <pc:docMk/>
            <pc:sldMk cId="1434543825" sldId="277"/>
            <ac:picMk id="4" creationId="{021D0381-D04C-4E8D-8080-278886CA4B71}"/>
          </ac:picMkLst>
        </pc:picChg>
        <pc:picChg chg="add mod">
          <ac:chgData name="达 周" userId="d3c3af45359772bc" providerId="LiveId" clId="{69033BE1-1C57-4F04-8DEA-CCA2033CFF86}" dt="2020-02-27T12:02:25.180" v="181" actId="1076"/>
          <ac:picMkLst>
            <pc:docMk/>
            <pc:sldMk cId="1434543825" sldId="277"/>
            <ac:picMk id="5" creationId="{4A55081A-404B-4347-9311-A451F0BA43D1}"/>
          </ac:picMkLst>
        </pc:picChg>
      </pc:sldChg>
      <pc:sldChg chg="addSp delSp modSp add mod">
        <pc:chgData name="达 周" userId="d3c3af45359772bc" providerId="LiveId" clId="{69033BE1-1C57-4F04-8DEA-CCA2033CFF86}" dt="2020-02-27T12:23:13.391" v="701" actId="478"/>
        <pc:sldMkLst>
          <pc:docMk/>
          <pc:sldMk cId="4292314534" sldId="278"/>
        </pc:sldMkLst>
        <pc:spChg chg="del">
          <ac:chgData name="达 周" userId="d3c3af45359772bc" providerId="LiveId" clId="{69033BE1-1C57-4F04-8DEA-CCA2033CFF86}" dt="2020-02-27T12:19:59.810" v="693" actId="478"/>
          <ac:spMkLst>
            <pc:docMk/>
            <pc:sldMk cId="4292314534" sldId="278"/>
            <ac:spMk id="2" creationId="{A2CA8AD0-41A5-48D6-84BA-748551193A8D}"/>
          </ac:spMkLst>
        </pc:spChg>
        <pc:spChg chg="del">
          <ac:chgData name="达 周" userId="d3c3af45359772bc" providerId="LiveId" clId="{69033BE1-1C57-4F04-8DEA-CCA2033CFF86}" dt="2020-02-27T12:19:51.475" v="689"/>
          <ac:spMkLst>
            <pc:docMk/>
            <pc:sldMk cId="4292314534" sldId="278"/>
            <ac:spMk id="3" creationId="{B3B19BE4-9899-46E2-B894-3331F74BD2B7}"/>
          </ac:spMkLst>
        </pc:spChg>
        <pc:picChg chg="add mod">
          <ac:chgData name="达 周" userId="d3c3af45359772bc" providerId="LiveId" clId="{69033BE1-1C57-4F04-8DEA-CCA2033CFF86}" dt="2020-02-27T12:20:01.995" v="694" actId="1076"/>
          <ac:picMkLst>
            <pc:docMk/>
            <pc:sldMk cId="4292314534" sldId="278"/>
            <ac:picMk id="4" creationId="{8790343A-948B-49DE-B8A2-098F8204EAD0}"/>
          </ac:picMkLst>
        </pc:picChg>
        <pc:picChg chg="add del mod">
          <ac:chgData name="达 周" userId="d3c3af45359772bc" providerId="LiveId" clId="{69033BE1-1C57-4F04-8DEA-CCA2033CFF86}" dt="2020-02-27T12:23:13.391" v="701" actId="478"/>
          <ac:picMkLst>
            <pc:docMk/>
            <pc:sldMk cId="4292314534" sldId="278"/>
            <ac:picMk id="5" creationId="{2B581461-C5B1-4170-8DA7-04C3B5E83ACD}"/>
          </ac:picMkLst>
        </pc:picChg>
      </pc:sldChg>
      <pc:sldChg chg="add">
        <pc:chgData name="达 周" userId="d3c3af45359772bc" providerId="LiveId" clId="{69033BE1-1C57-4F04-8DEA-CCA2033CFF86}" dt="2020-02-27T12:23:10.234" v="700"/>
        <pc:sldMkLst>
          <pc:docMk/>
          <pc:sldMk cId="3711778684" sldId="279"/>
        </pc:sldMkLst>
      </pc:sldChg>
      <pc:sldChg chg="addSp delSp modSp add mod">
        <pc:chgData name="达 周" userId="d3c3af45359772bc" providerId="LiveId" clId="{69033BE1-1C57-4F04-8DEA-CCA2033CFF86}" dt="2020-02-27T12:25:15.805" v="717" actId="478"/>
        <pc:sldMkLst>
          <pc:docMk/>
          <pc:sldMk cId="3788025542" sldId="280"/>
        </pc:sldMkLst>
        <pc:spChg chg="del">
          <ac:chgData name="达 周" userId="d3c3af45359772bc" providerId="LiveId" clId="{69033BE1-1C57-4F04-8DEA-CCA2033CFF86}" dt="2020-02-27T12:24:07.918" v="704" actId="478"/>
          <ac:spMkLst>
            <pc:docMk/>
            <pc:sldMk cId="3788025542" sldId="280"/>
            <ac:spMk id="2" creationId="{69FA25B8-1ECC-439F-8573-11CBC1A2674B}"/>
          </ac:spMkLst>
        </pc:spChg>
        <pc:spChg chg="del">
          <ac:chgData name="达 周" userId="d3c3af45359772bc" providerId="LiveId" clId="{69033BE1-1C57-4F04-8DEA-CCA2033CFF86}" dt="2020-02-27T12:24:06.298" v="703"/>
          <ac:spMkLst>
            <pc:docMk/>
            <pc:sldMk cId="3788025542" sldId="280"/>
            <ac:spMk id="3" creationId="{98C0FE57-87EB-4F52-8A1D-2E850FCD63D1}"/>
          </ac:spMkLst>
        </pc:spChg>
        <pc:picChg chg="add mod">
          <ac:chgData name="达 周" userId="d3c3af45359772bc" providerId="LiveId" clId="{69033BE1-1C57-4F04-8DEA-CCA2033CFF86}" dt="2020-02-27T12:24:16.777" v="709" actId="1076"/>
          <ac:picMkLst>
            <pc:docMk/>
            <pc:sldMk cId="3788025542" sldId="280"/>
            <ac:picMk id="4" creationId="{E9AC1820-18B7-4D06-9CE8-44A7C3DF63D0}"/>
          </ac:picMkLst>
        </pc:picChg>
        <pc:picChg chg="add del mod">
          <ac:chgData name="达 周" userId="d3c3af45359772bc" providerId="LiveId" clId="{69033BE1-1C57-4F04-8DEA-CCA2033CFF86}" dt="2020-02-27T12:25:15.805" v="717" actId="478"/>
          <ac:picMkLst>
            <pc:docMk/>
            <pc:sldMk cId="3788025542" sldId="280"/>
            <ac:picMk id="5" creationId="{E244CB71-4733-4F80-9BBC-26B244B0D52F}"/>
          </ac:picMkLst>
        </pc:picChg>
      </pc:sldChg>
      <pc:sldChg chg="add">
        <pc:chgData name="达 周" userId="d3c3af45359772bc" providerId="LiveId" clId="{69033BE1-1C57-4F04-8DEA-CCA2033CFF86}" dt="2020-02-27T12:25:13.417" v="716"/>
        <pc:sldMkLst>
          <pc:docMk/>
          <pc:sldMk cId="1677709021" sldId="281"/>
        </pc:sldMkLst>
      </pc:sldChg>
      <pc:sldChg chg="delSp modSp add mod">
        <pc:chgData name="达 周" userId="d3c3af45359772bc" providerId="LiveId" clId="{69033BE1-1C57-4F04-8DEA-CCA2033CFF86}" dt="2020-02-27T12:26:48.701" v="823" actId="1076"/>
        <pc:sldMkLst>
          <pc:docMk/>
          <pc:sldMk cId="3951719028" sldId="282"/>
        </pc:sldMkLst>
        <pc:spChg chg="mod">
          <ac:chgData name="达 周" userId="d3c3af45359772bc" providerId="LiveId" clId="{69033BE1-1C57-4F04-8DEA-CCA2033CFF86}" dt="2020-02-27T12:26:48.701" v="823" actId="1076"/>
          <ac:spMkLst>
            <pc:docMk/>
            <pc:sldMk cId="3951719028" sldId="282"/>
            <ac:spMk id="2" creationId="{EF5974CD-5159-4FD1-B958-CFC1D0E3A1B3}"/>
          </ac:spMkLst>
        </pc:spChg>
        <pc:spChg chg="del">
          <ac:chgData name="达 周" userId="d3c3af45359772bc" providerId="LiveId" clId="{69033BE1-1C57-4F04-8DEA-CCA2033CFF86}" dt="2020-02-27T12:25:27.734" v="719" actId="478"/>
          <ac:spMkLst>
            <pc:docMk/>
            <pc:sldMk cId="3951719028" sldId="282"/>
            <ac:spMk id="3" creationId="{CE1F9F18-0665-4CD0-B6DB-C958D4908C73}"/>
          </ac:spMkLst>
        </pc:spChg>
      </pc:sldChg>
      <pc:sldChg chg="addSp delSp modSp add mod">
        <pc:chgData name="达 周" userId="d3c3af45359772bc" providerId="LiveId" clId="{69033BE1-1C57-4F04-8DEA-CCA2033CFF86}" dt="2020-02-27T12:28:08.673" v="832" actId="732"/>
        <pc:sldMkLst>
          <pc:docMk/>
          <pc:sldMk cId="3075250444" sldId="283"/>
        </pc:sldMkLst>
        <pc:spChg chg="del">
          <ac:chgData name="达 周" userId="d3c3af45359772bc" providerId="LiveId" clId="{69033BE1-1C57-4F04-8DEA-CCA2033CFF86}" dt="2020-02-27T12:27:45.851" v="828" actId="478"/>
          <ac:spMkLst>
            <pc:docMk/>
            <pc:sldMk cId="3075250444" sldId="283"/>
            <ac:spMk id="2" creationId="{0A539376-2013-4907-9A37-8F78285BE129}"/>
          </ac:spMkLst>
        </pc:spChg>
        <pc:spChg chg="del">
          <ac:chgData name="达 周" userId="d3c3af45359772bc" providerId="LiveId" clId="{69033BE1-1C57-4F04-8DEA-CCA2033CFF86}" dt="2020-02-27T12:27:43.851" v="827" actId="478"/>
          <ac:spMkLst>
            <pc:docMk/>
            <pc:sldMk cId="3075250444" sldId="283"/>
            <ac:spMk id="3" creationId="{9505072B-54D9-42E6-826C-B3C54A8649C1}"/>
          </ac:spMkLst>
        </pc:spChg>
        <pc:picChg chg="add mod modCrop">
          <ac:chgData name="达 周" userId="d3c3af45359772bc" providerId="LiveId" clId="{69033BE1-1C57-4F04-8DEA-CCA2033CFF86}" dt="2020-02-27T12:28:08.673" v="832" actId="732"/>
          <ac:picMkLst>
            <pc:docMk/>
            <pc:sldMk cId="3075250444" sldId="283"/>
            <ac:picMk id="4" creationId="{C6FE3C24-E28A-478F-8D89-43026B947D00}"/>
          </ac:picMkLst>
        </pc:picChg>
      </pc:sldChg>
      <pc:sldChg chg="addSp modSp add mod">
        <pc:chgData name="达 周" userId="d3c3af45359772bc" providerId="LiveId" clId="{69033BE1-1C57-4F04-8DEA-CCA2033CFF86}" dt="2020-02-27T12:35:16.587" v="837" actId="1076"/>
        <pc:sldMkLst>
          <pc:docMk/>
          <pc:sldMk cId="218782258" sldId="284"/>
        </pc:sldMkLst>
        <pc:picChg chg="add mod">
          <ac:chgData name="达 周" userId="d3c3af45359772bc" providerId="LiveId" clId="{69033BE1-1C57-4F04-8DEA-CCA2033CFF86}" dt="2020-02-27T12:35:16.587" v="837" actId="1076"/>
          <ac:picMkLst>
            <pc:docMk/>
            <pc:sldMk cId="218782258" sldId="284"/>
            <ac:picMk id="2" creationId="{C9167EEC-C19C-4167-851D-8A6A75A94953}"/>
          </ac:picMkLst>
        </pc:picChg>
      </pc:sldChg>
      <pc:sldChg chg="addSp delSp modSp add mod">
        <pc:chgData name="达 周" userId="d3c3af45359772bc" providerId="LiveId" clId="{69033BE1-1C57-4F04-8DEA-CCA2033CFF86}" dt="2020-02-27T12:36:34.739" v="844" actId="1076"/>
        <pc:sldMkLst>
          <pc:docMk/>
          <pc:sldMk cId="2004761057" sldId="285"/>
        </pc:sldMkLst>
        <pc:spChg chg="add del mod">
          <ac:chgData name="达 周" userId="d3c3af45359772bc" providerId="LiveId" clId="{69033BE1-1C57-4F04-8DEA-CCA2033CFF86}" dt="2020-02-27T12:36:32.243" v="843" actId="478"/>
          <ac:spMkLst>
            <pc:docMk/>
            <pc:sldMk cId="2004761057" sldId="285"/>
            <ac:spMk id="6" creationId="{59723C6D-312E-4CBC-A65A-57201E6D064C}"/>
          </ac:spMkLst>
        </pc:spChg>
        <pc:picChg chg="del">
          <ac:chgData name="达 周" userId="d3c3af45359772bc" providerId="LiveId" clId="{69033BE1-1C57-4F04-8DEA-CCA2033CFF86}" dt="2020-02-27T12:36:30.251" v="842" actId="478"/>
          <ac:picMkLst>
            <pc:docMk/>
            <pc:sldMk cId="2004761057" sldId="285"/>
            <ac:picMk id="4" creationId="{8EE906A0-8920-425F-A8EB-7007E0E05093}"/>
          </ac:picMkLst>
        </pc:picChg>
        <pc:picChg chg="mod">
          <ac:chgData name="达 周" userId="d3c3af45359772bc" providerId="LiveId" clId="{69033BE1-1C57-4F04-8DEA-CCA2033CFF86}" dt="2020-02-27T12:36:34.739" v="844" actId="1076"/>
          <ac:picMkLst>
            <pc:docMk/>
            <pc:sldMk cId="2004761057" sldId="285"/>
            <ac:picMk id="5" creationId="{55A66D8B-1166-4A50-9102-1FD770193DF9}"/>
          </ac:picMkLst>
        </pc:picChg>
      </pc:sldChg>
      <pc:sldChg chg="addSp delSp modSp add mod">
        <pc:chgData name="达 周" userId="d3c3af45359772bc" providerId="LiveId" clId="{69033BE1-1C57-4F04-8DEA-CCA2033CFF86}" dt="2020-02-27T12:51:07.829" v="850" actId="1076"/>
        <pc:sldMkLst>
          <pc:docMk/>
          <pc:sldMk cId="3766938693" sldId="286"/>
        </pc:sldMkLst>
        <pc:spChg chg="add del mod">
          <ac:chgData name="达 周" userId="d3c3af45359772bc" providerId="LiveId" clId="{69033BE1-1C57-4F04-8DEA-CCA2033CFF86}" dt="2020-02-27T12:51:06.056" v="849" actId="478"/>
          <ac:spMkLst>
            <pc:docMk/>
            <pc:sldMk cId="3766938693" sldId="286"/>
            <ac:spMk id="6" creationId="{13F4B352-AEC1-425D-88F8-DEACAF95D7F1}"/>
          </ac:spMkLst>
        </pc:spChg>
        <pc:picChg chg="del">
          <ac:chgData name="达 周" userId="d3c3af45359772bc" providerId="LiveId" clId="{69033BE1-1C57-4F04-8DEA-CCA2033CFF86}" dt="2020-02-27T12:51:02.912" v="848" actId="478"/>
          <ac:picMkLst>
            <pc:docMk/>
            <pc:sldMk cId="3766938693" sldId="286"/>
            <ac:picMk id="4" creationId="{1143F2E9-DF2A-452F-9E2F-1CEBAAA0CCA0}"/>
          </ac:picMkLst>
        </pc:picChg>
        <pc:picChg chg="mod">
          <ac:chgData name="达 周" userId="d3c3af45359772bc" providerId="LiveId" clId="{69033BE1-1C57-4F04-8DEA-CCA2033CFF86}" dt="2020-02-27T12:51:07.829" v="850" actId="1076"/>
          <ac:picMkLst>
            <pc:docMk/>
            <pc:sldMk cId="3766938693" sldId="286"/>
            <ac:picMk id="5" creationId="{7172FA4B-10FA-4795-A7E6-EFED129948D4}"/>
          </ac:picMkLst>
        </pc:picChg>
      </pc:sldChg>
      <pc:sldChg chg="delSp modSp add mod">
        <pc:chgData name="达 周" userId="d3c3af45359772bc" providerId="LiveId" clId="{69033BE1-1C57-4F04-8DEA-CCA2033CFF86}" dt="2020-02-27T12:54:17.188" v="859" actId="478"/>
        <pc:sldMkLst>
          <pc:docMk/>
          <pc:sldMk cId="4221063844" sldId="287"/>
        </pc:sldMkLst>
        <pc:picChg chg="del">
          <ac:chgData name="达 周" userId="d3c3af45359772bc" providerId="LiveId" clId="{69033BE1-1C57-4F04-8DEA-CCA2033CFF86}" dt="2020-02-27T12:54:14.551" v="857" actId="478"/>
          <ac:picMkLst>
            <pc:docMk/>
            <pc:sldMk cId="4221063844" sldId="287"/>
            <ac:picMk id="4" creationId="{20CC02C6-C1C7-49FD-AB73-1F6E70636657}"/>
          </ac:picMkLst>
        </pc:picChg>
        <pc:picChg chg="mod">
          <ac:chgData name="达 周" userId="d3c3af45359772bc" providerId="LiveId" clId="{69033BE1-1C57-4F04-8DEA-CCA2033CFF86}" dt="2020-02-27T12:54:16.097" v="858" actId="1076"/>
          <ac:picMkLst>
            <pc:docMk/>
            <pc:sldMk cId="4221063844" sldId="287"/>
            <ac:picMk id="5" creationId="{8C810FCF-137F-4B60-86D4-282CED0586C0}"/>
          </ac:picMkLst>
        </pc:picChg>
        <pc:picChg chg="del">
          <ac:chgData name="达 周" userId="d3c3af45359772bc" providerId="LiveId" clId="{69033BE1-1C57-4F04-8DEA-CCA2033CFF86}" dt="2020-02-27T12:54:17.188" v="859" actId="478"/>
          <ac:picMkLst>
            <pc:docMk/>
            <pc:sldMk cId="4221063844" sldId="287"/>
            <ac:picMk id="6" creationId="{D263AB0A-1BB5-4708-8A8D-704BEEA6165E}"/>
          </ac:picMkLst>
        </pc:picChg>
      </pc:sldChg>
      <pc:sldChg chg="delSp modSp add mod">
        <pc:chgData name="达 周" userId="d3c3af45359772bc" providerId="LiveId" clId="{69033BE1-1C57-4F04-8DEA-CCA2033CFF86}" dt="2020-02-27T12:54:22.418" v="861" actId="1076"/>
        <pc:sldMkLst>
          <pc:docMk/>
          <pc:sldMk cId="1953244295" sldId="288"/>
        </pc:sldMkLst>
        <pc:picChg chg="del">
          <ac:chgData name="达 周" userId="d3c3af45359772bc" providerId="LiveId" clId="{69033BE1-1C57-4F04-8DEA-CCA2033CFF86}" dt="2020-02-27T12:54:20.519" v="860" actId="478"/>
          <ac:picMkLst>
            <pc:docMk/>
            <pc:sldMk cId="1953244295" sldId="288"/>
            <ac:picMk id="4" creationId="{20CC02C6-C1C7-49FD-AB73-1F6E70636657}"/>
          </ac:picMkLst>
        </pc:picChg>
        <pc:picChg chg="del">
          <ac:chgData name="达 周" userId="d3c3af45359772bc" providerId="LiveId" clId="{69033BE1-1C57-4F04-8DEA-CCA2033CFF86}" dt="2020-02-27T12:54:20.519" v="860" actId="478"/>
          <ac:picMkLst>
            <pc:docMk/>
            <pc:sldMk cId="1953244295" sldId="288"/>
            <ac:picMk id="5" creationId="{8C810FCF-137F-4B60-86D4-282CED0586C0}"/>
          </ac:picMkLst>
        </pc:picChg>
        <pc:picChg chg="mod">
          <ac:chgData name="达 周" userId="d3c3af45359772bc" providerId="LiveId" clId="{69033BE1-1C57-4F04-8DEA-CCA2033CFF86}" dt="2020-02-27T12:54:22.418" v="861" actId="1076"/>
          <ac:picMkLst>
            <pc:docMk/>
            <pc:sldMk cId="1953244295" sldId="288"/>
            <ac:picMk id="6" creationId="{D263AB0A-1BB5-4708-8A8D-704BEEA6165E}"/>
          </ac:picMkLst>
        </pc:picChg>
      </pc:sldChg>
      <pc:sldChg chg="delSp modSp add mod">
        <pc:chgData name="达 周" userId="d3c3af45359772bc" providerId="LiveId" clId="{69033BE1-1C57-4F04-8DEA-CCA2033CFF86}" dt="2020-02-27T13:12:21.909" v="1128" actId="20577"/>
        <pc:sldMkLst>
          <pc:docMk/>
          <pc:sldMk cId="2338005700" sldId="289"/>
        </pc:sldMkLst>
        <pc:spChg chg="mod">
          <ac:chgData name="达 周" userId="d3c3af45359772bc" providerId="LiveId" clId="{69033BE1-1C57-4F04-8DEA-CCA2033CFF86}" dt="2020-02-27T13:12:21.909" v="1128" actId="20577"/>
          <ac:spMkLst>
            <pc:docMk/>
            <pc:sldMk cId="2338005700" sldId="289"/>
            <ac:spMk id="2" creationId="{A8658244-9986-4DF7-AB34-EF131E6785E7}"/>
          </ac:spMkLst>
        </pc:spChg>
        <pc:spChg chg="del mod">
          <ac:chgData name="达 周" userId="d3c3af45359772bc" providerId="LiveId" clId="{69033BE1-1C57-4F04-8DEA-CCA2033CFF86}" dt="2020-02-27T13:06:50.469" v="899" actId="478"/>
          <ac:spMkLst>
            <pc:docMk/>
            <pc:sldMk cId="2338005700" sldId="289"/>
            <ac:spMk id="3" creationId="{724FA395-0B8D-46BE-82FD-8A02BDC2D6D5}"/>
          </ac:spMkLst>
        </pc:spChg>
      </pc:sldChg>
      <pc:sldChg chg="addSp delSp modSp add mod">
        <pc:chgData name="达 周" userId="d3c3af45359772bc" providerId="LiveId" clId="{69033BE1-1C57-4F04-8DEA-CCA2033CFF86}" dt="2020-02-27T13:23:22.909" v="1211" actId="478"/>
        <pc:sldMkLst>
          <pc:docMk/>
          <pc:sldMk cId="2166891403" sldId="290"/>
        </pc:sldMkLst>
        <pc:spChg chg="mod">
          <ac:chgData name="达 周" userId="d3c3af45359772bc" providerId="LiveId" clId="{69033BE1-1C57-4F04-8DEA-CCA2033CFF86}" dt="2020-02-27T13:14:43.766" v="1155" actId="108"/>
          <ac:spMkLst>
            <pc:docMk/>
            <pc:sldMk cId="2166891403" sldId="290"/>
            <ac:spMk id="2" creationId="{0E4A1FD5-9B16-40ED-8E52-78E5029B83BD}"/>
          </ac:spMkLst>
        </pc:spChg>
        <pc:spChg chg="del">
          <ac:chgData name="达 周" userId="d3c3af45359772bc" providerId="LiveId" clId="{69033BE1-1C57-4F04-8DEA-CCA2033CFF86}" dt="2020-02-27T13:15:22.830" v="1156"/>
          <ac:spMkLst>
            <pc:docMk/>
            <pc:sldMk cId="2166891403" sldId="290"/>
            <ac:spMk id="3" creationId="{C67733E1-F9D1-4A66-BCCF-4B54A1B785FD}"/>
          </ac:spMkLst>
        </pc:spChg>
        <pc:spChg chg="add mod">
          <ac:chgData name="达 周" userId="d3c3af45359772bc" providerId="LiveId" clId="{69033BE1-1C57-4F04-8DEA-CCA2033CFF86}" dt="2020-02-27T13:20:59.630" v="1191" actId="1076"/>
          <ac:spMkLst>
            <pc:docMk/>
            <pc:sldMk cId="2166891403" sldId="290"/>
            <ac:spMk id="9" creationId="{D6D0B941-1BB8-4D42-B78C-09F071064765}"/>
          </ac:spMkLst>
        </pc:spChg>
        <pc:spChg chg="add del mod">
          <ac:chgData name="达 周" userId="d3c3af45359772bc" providerId="LiveId" clId="{69033BE1-1C57-4F04-8DEA-CCA2033CFF86}" dt="2020-02-27T13:20:55.265" v="1189" actId="478"/>
          <ac:spMkLst>
            <pc:docMk/>
            <pc:sldMk cId="2166891403" sldId="290"/>
            <ac:spMk id="11" creationId="{C71E04E2-3517-4585-ADA0-93D61257A40B}"/>
          </ac:spMkLst>
        </pc:spChg>
        <pc:graphicFrameChg chg="add mod">
          <ac:chgData name="达 周" userId="d3c3af45359772bc" providerId="LiveId" clId="{69033BE1-1C57-4F04-8DEA-CCA2033CFF86}" dt="2020-02-27T13:23:09.018" v="1209" actId="1076"/>
          <ac:graphicFrameMkLst>
            <pc:docMk/>
            <pc:sldMk cId="2166891403" sldId="290"/>
            <ac:graphicFrameMk id="13" creationId="{446BEABA-2659-466C-B47F-D55A75125803}"/>
          </ac:graphicFrameMkLst>
        </pc:graphicFrameChg>
        <pc:picChg chg="add del mod">
          <ac:chgData name="达 周" userId="d3c3af45359772bc" providerId="LiveId" clId="{69033BE1-1C57-4F04-8DEA-CCA2033CFF86}" dt="2020-02-27T13:20:52.845" v="1188" actId="478"/>
          <ac:picMkLst>
            <pc:docMk/>
            <pc:sldMk cId="2166891403" sldId="290"/>
            <ac:picMk id="4" creationId="{EB477B71-3D47-4736-8FEC-A3A20A14E7E3}"/>
          </ac:picMkLst>
        </pc:picChg>
        <pc:picChg chg="add del mod">
          <ac:chgData name="达 周" userId="d3c3af45359772bc" providerId="LiveId" clId="{69033BE1-1C57-4F04-8DEA-CCA2033CFF86}" dt="2020-02-27T13:20:56.646" v="1190" actId="478"/>
          <ac:picMkLst>
            <pc:docMk/>
            <pc:sldMk cId="2166891403" sldId="290"/>
            <ac:picMk id="5" creationId="{0FD685DB-C516-442F-A990-2EA3B9F0ED2F}"/>
          </ac:picMkLst>
        </pc:picChg>
        <pc:picChg chg="add del mod">
          <ac:chgData name="达 周" userId="d3c3af45359772bc" providerId="LiveId" clId="{69033BE1-1C57-4F04-8DEA-CCA2033CFF86}" dt="2020-02-27T13:18:48.144" v="1174" actId="478"/>
          <ac:picMkLst>
            <pc:docMk/>
            <pc:sldMk cId="2166891403" sldId="290"/>
            <ac:picMk id="6" creationId="{F2A386BC-41BF-47FC-9A4D-258C062474AA}"/>
          </ac:picMkLst>
        </pc:picChg>
        <pc:picChg chg="add mod">
          <ac:chgData name="达 周" userId="d3c3af45359772bc" providerId="LiveId" clId="{69033BE1-1C57-4F04-8DEA-CCA2033CFF86}" dt="2020-02-27T13:21:05.607" v="1192" actId="1076"/>
          <ac:picMkLst>
            <pc:docMk/>
            <pc:sldMk cId="2166891403" sldId="290"/>
            <ac:picMk id="7" creationId="{19778DAC-3436-441D-998C-1C8FC40F6E62}"/>
          </ac:picMkLst>
        </pc:picChg>
        <pc:picChg chg="add mod">
          <ac:chgData name="达 周" userId="d3c3af45359772bc" providerId="LiveId" clId="{69033BE1-1C57-4F04-8DEA-CCA2033CFF86}" dt="2020-02-27T13:21:05.607" v="1192" actId="1076"/>
          <ac:picMkLst>
            <pc:docMk/>
            <pc:sldMk cId="2166891403" sldId="290"/>
            <ac:picMk id="8" creationId="{999D3860-8E8D-420A-A101-73996B989D28}"/>
          </ac:picMkLst>
        </pc:picChg>
        <pc:picChg chg="add del mod">
          <ac:chgData name="达 周" userId="d3c3af45359772bc" providerId="LiveId" clId="{69033BE1-1C57-4F04-8DEA-CCA2033CFF86}" dt="2020-02-27T13:23:22.909" v="1211" actId="478"/>
          <ac:picMkLst>
            <pc:docMk/>
            <pc:sldMk cId="2166891403" sldId="290"/>
            <ac:picMk id="12" creationId="{ED03F911-9DCF-4428-BBDE-5260076353D5}"/>
          </ac:picMkLst>
        </pc:picChg>
      </pc:sldChg>
      <pc:sldChg chg="delSp add mod">
        <pc:chgData name="达 周" userId="d3c3af45359772bc" providerId="LiveId" clId="{69033BE1-1C57-4F04-8DEA-CCA2033CFF86}" dt="2020-02-27T13:23:44.865" v="1215" actId="478"/>
        <pc:sldMkLst>
          <pc:docMk/>
          <pc:sldMk cId="4210694251" sldId="291"/>
        </pc:sldMkLst>
        <pc:spChg chg="del">
          <ac:chgData name="达 周" userId="d3c3af45359772bc" providerId="LiveId" clId="{69033BE1-1C57-4F04-8DEA-CCA2033CFF86}" dt="2020-02-27T13:23:41.779" v="1213" actId="478"/>
          <ac:spMkLst>
            <pc:docMk/>
            <pc:sldMk cId="4210694251" sldId="291"/>
            <ac:spMk id="9" creationId="{D6D0B941-1BB8-4D42-B78C-09F071064765}"/>
          </ac:spMkLst>
        </pc:spChg>
        <pc:picChg chg="del">
          <ac:chgData name="达 周" userId="d3c3af45359772bc" providerId="LiveId" clId="{69033BE1-1C57-4F04-8DEA-CCA2033CFF86}" dt="2020-02-27T13:23:43.624" v="1214" actId="478"/>
          <ac:picMkLst>
            <pc:docMk/>
            <pc:sldMk cId="4210694251" sldId="291"/>
            <ac:picMk id="7" creationId="{19778DAC-3436-441D-998C-1C8FC40F6E62}"/>
          </ac:picMkLst>
        </pc:picChg>
        <pc:picChg chg="del">
          <ac:chgData name="达 周" userId="d3c3af45359772bc" providerId="LiveId" clId="{69033BE1-1C57-4F04-8DEA-CCA2033CFF86}" dt="2020-02-27T13:23:44.865" v="1215" actId="478"/>
          <ac:picMkLst>
            <pc:docMk/>
            <pc:sldMk cId="4210694251" sldId="291"/>
            <ac:picMk id="8" creationId="{999D3860-8E8D-420A-A101-73996B989D28}"/>
          </ac:picMkLst>
        </pc:picChg>
      </pc:sldChg>
      <pc:sldChg chg="modSp add mod">
        <pc:chgData name="达 周" userId="d3c3af45359772bc" providerId="LiveId" clId="{69033BE1-1C57-4F04-8DEA-CCA2033CFF86}" dt="2020-02-27T13:23:30.443" v="1212" actId="14100"/>
        <pc:sldMkLst>
          <pc:docMk/>
          <pc:sldMk cId="2034719291" sldId="292"/>
        </pc:sldMkLst>
        <pc:picChg chg="mod">
          <ac:chgData name="达 周" userId="d3c3af45359772bc" providerId="LiveId" clId="{69033BE1-1C57-4F04-8DEA-CCA2033CFF86}" dt="2020-02-27T13:23:30.443" v="1212" actId="14100"/>
          <ac:picMkLst>
            <pc:docMk/>
            <pc:sldMk cId="2034719291" sldId="292"/>
            <ac:picMk id="12" creationId="{ED03F911-9DCF-4428-BBDE-5260076353D5}"/>
          </ac:picMkLst>
        </pc:picChg>
      </pc:sldChg>
      <pc:sldChg chg="addSp modSp add mod">
        <pc:chgData name="达 周" userId="d3c3af45359772bc" providerId="LiveId" clId="{69033BE1-1C57-4F04-8DEA-CCA2033CFF86}" dt="2020-02-27T13:28:13.215" v="1222" actId="1076"/>
        <pc:sldMkLst>
          <pc:docMk/>
          <pc:sldMk cId="3641075480" sldId="293"/>
        </pc:sldMkLst>
        <pc:picChg chg="add mod">
          <ac:chgData name="达 周" userId="d3c3af45359772bc" providerId="LiveId" clId="{69033BE1-1C57-4F04-8DEA-CCA2033CFF86}" dt="2020-02-27T13:28:13.215" v="1222" actId="1076"/>
          <ac:picMkLst>
            <pc:docMk/>
            <pc:sldMk cId="3641075480" sldId="293"/>
            <ac:picMk id="3" creationId="{56B9D011-F8D5-445C-8024-F442B8A4228B}"/>
          </ac:picMkLst>
        </pc:picChg>
      </pc:sldChg>
      <pc:sldChg chg="addSp delSp modSp add mod">
        <pc:chgData name="达 周" userId="d3c3af45359772bc" providerId="LiveId" clId="{69033BE1-1C57-4F04-8DEA-CCA2033CFF86}" dt="2020-02-27T13:33:12.926" v="1280" actId="1076"/>
        <pc:sldMkLst>
          <pc:docMk/>
          <pc:sldMk cId="3649808061" sldId="294"/>
        </pc:sldMkLst>
        <pc:spChg chg="mod">
          <ac:chgData name="达 周" userId="d3c3af45359772bc" providerId="LiveId" clId="{69033BE1-1C57-4F04-8DEA-CCA2033CFF86}" dt="2020-02-27T13:31:53.740" v="1271" actId="20577"/>
          <ac:spMkLst>
            <pc:docMk/>
            <pc:sldMk cId="3649808061" sldId="294"/>
            <ac:spMk id="2" creationId="{D5C87FD8-50D0-4D66-8F61-752D411CCACA}"/>
          </ac:spMkLst>
        </pc:spChg>
        <pc:spChg chg="del">
          <ac:chgData name="达 周" userId="d3c3af45359772bc" providerId="LiveId" clId="{69033BE1-1C57-4F04-8DEA-CCA2033CFF86}" dt="2020-02-27T13:32:27.768" v="1272"/>
          <ac:spMkLst>
            <pc:docMk/>
            <pc:sldMk cId="3649808061" sldId="294"/>
            <ac:spMk id="3" creationId="{956DB7E8-B766-42A7-9141-2EC1AAC3C1E0}"/>
          </ac:spMkLst>
        </pc:spChg>
        <pc:picChg chg="add mod">
          <ac:chgData name="达 周" userId="d3c3af45359772bc" providerId="LiveId" clId="{69033BE1-1C57-4F04-8DEA-CCA2033CFF86}" dt="2020-02-27T13:33:11.143" v="1279" actId="1076"/>
          <ac:picMkLst>
            <pc:docMk/>
            <pc:sldMk cId="3649808061" sldId="294"/>
            <ac:picMk id="4" creationId="{A3886A1B-A5F1-4F1A-9015-A8DBA88B7BA1}"/>
          </ac:picMkLst>
        </pc:picChg>
        <pc:picChg chg="add mod">
          <ac:chgData name="达 周" userId="d3c3af45359772bc" providerId="LiveId" clId="{69033BE1-1C57-4F04-8DEA-CCA2033CFF86}" dt="2020-02-27T13:33:12.926" v="1280" actId="1076"/>
          <ac:picMkLst>
            <pc:docMk/>
            <pc:sldMk cId="3649808061" sldId="294"/>
            <ac:picMk id="5" creationId="{42E6F74D-F8DF-4DBC-B30D-E3994C83B2A5}"/>
          </ac:picMkLst>
        </pc:picChg>
      </pc:sldChg>
      <pc:sldChg chg="addSp delSp modSp add mod">
        <pc:chgData name="达 周" userId="d3c3af45359772bc" providerId="LiveId" clId="{69033BE1-1C57-4F04-8DEA-CCA2033CFF86}" dt="2020-02-27T13:36:33.560" v="1291" actId="478"/>
        <pc:sldMkLst>
          <pc:docMk/>
          <pc:sldMk cId="745345678" sldId="295"/>
        </pc:sldMkLst>
        <pc:spChg chg="add del mod">
          <ac:chgData name="达 周" userId="d3c3af45359772bc" providerId="LiveId" clId="{69033BE1-1C57-4F04-8DEA-CCA2033CFF86}" dt="2020-02-27T13:34:17.725" v="1284"/>
          <ac:spMkLst>
            <pc:docMk/>
            <pc:sldMk cId="745345678" sldId="295"/>
            <ac:spMk id="6" creationId="{34D3D0BD-8571-47F2-A991-34DAA349EEFA}"/>
          </ac:spMkLst>
        </pc:spChg>
        <pc:picChg chg="del">
          <ac:chgData name="达 周" userId="d3c3af45359772bc" providerId="LiveId" clId="{69033BE1-1C57-4F04-8DEA-CCA2033CFF86}" dt="2020-02-27T13:33:41.280" v="1283" actId="478"/>
          <ac:picMkLst>
            <pc:docMk/>
            <pc:sldMk cId="745345678" sldId="295"/>
            <ac:picMk id="4" creationId="{A3886A1B-A5F1-4F1A-9015-A8DBA88B7BA1}"/>
          </ac:picMkLst>
        </pc:picChg>
        <pc:picChg chg="del">
          <ac:chgData name="达 周" userId="d3c3af45359772bc" providerId="LiveId" clId="{69033BE1-1C57-4F04-8DEA-CCA2033CFF86}" dt="2020-02-27T13:33:34.337" v="1282" actId="478"/>
          <ac:picMkLst>
            <pc:docMk/>
            <pc:sldMk cId="745345678" sldId="295"/>
            <ac:picMk id="5" creationId="{42E6F74D-F8DF-4DBC-B30D-E3994C83B2A5}"/>
          </ac:picMkLst>
        </pc:picChg>
        <pc:picChg chg="add mod">
          <ac:chgData name="达 周" userId="d3c3af45359772bc" providerId="LiveId" clId="{69033BE1-1C57-4F04-8DEA-CCA2033CFF86}" dt="2020-02-27T13:34:37.534" v="1287" actId="14100"/>
          <ac:picMkLst>
            <pc:docMk/>
            <pc:sldMk cId="745345678" sldId="295"/>
            <ac:picMk id="7" creationId="{06F1DAA4-BE61-4E95-AF50-9DF5C1BE66D2}"/>
          </ac:picMkLst>
        </pc:picChg>
        <pc:picChg chg="add del mod">
          <ac:chgData name="达 周" userId="d3c3af45359772bc" providerId="LiveId" clId="{69033BE1-1C57-4F04-8DEA-CCA2033CFF86}" dt="2020-02-27T13:36:33.560" v="1291" actId="478"/>
          <ac:picMkLst>
            <pc:docMk/>
            <pc:sldMk cId="745345678" sldId="295"/>
            <ac:picMk id="8" creationId="{C6025D81-0F97-4041-BF95-8EAF5A8CCA44}"/>
          </ac:picMkLst>
        </pc:picChg>
      </pc:sldChg>
      <pc:sldChg chg="modSp add mod">
        <pc:chgData name="达 周" userId="d3c3af45359772bc" providerId="LiveId" clId="{69033BE1-1C57-4F04-8DEA-CCA2033CFF86}" dt="2020-02-27T13:36:40.828" v="1293" actId="1076"/>
        <pc:sldMkLst>
          <pc:docMk/>
          <pc:sldMk cId="1273179947" sldId="296"/>
        </pc:sldMkLst>
        <pc:picChg chg="mod">
          <ac:chgData name="达 周" userId="d3c3af45359772bc" providerId="LiveId" clId="{69033BE1-1C57-4F04-8DEA-CCA2033CFF86}" dt="2020-02-27T13:36:40.828" v="1293" actId="1076"/>
          <ac:picMkLst>
            <pc:docMk/>
            <pc:sldMk cId="1273179947" sldId="296"/>
            <ac:picMk id="8" creationId="{C6025D81-0F97-4041-BF95-8EAF5A8CCA44}"/>
          </ac:picMkLst>
        </pc:picChg>
      </pc:sldChg>
      <pc:sldChg chg="addSp delSp modSp add mod">
        <pc:chgData name="达 周" userId="d3c3af45359772bc" providerId="LiveId" clId="{69033BE1-1C57-4F04-8DEA-CCA2033CFF86}" dt="2020-02-27T13:39:08.164" v="1306" actId="1076"/>
        <pc:sldMkLst>
          <pc:docMk/>
          <pc:sldMk cId="99863336" sldId="297"/>
        </pc:sldMkLst>
        <pc:spChg chg="add del mod">
          <ac:chgData name="达 周" userId="d3c3af45359772bc" providerId="LiveId" clId="{69033BE1-1C57-4F04-8DEA-CCA2033CFF86}" dt="2020-02-27T13:37:56.133" v="1296" actId="11529"/>
          <ac:spMkLst>
            <pc:docMk/>
            <pc:sldMk cId="99863336" sldId="297"/>
            <ac:spMk id="3" creationId="{5ED00ED6-7DF1-4D0C-859D-4F3F9AF6EEB3}"/>
          </ac:spMkLst>
        </pc:spChg>
        <pc:spChg chg="add mod">
          <ac:chgData name="达 周" userId="d3c3af45359772bc" providerId="LiveId" clId="{69033BE1-1C57-4F04-8DEA-CCA2033CFF86}" dt="2020-02-27T13:38:16.795" v="1300" actId="14100"/>
          <ac:spMkLst>
            <pc:docMk/>
            <pc:sldMk cId="99863336" sldId="297"/>
            <ac:spMk id="4" creationId="{A785878D-F57E-44EA-9AA3-9AD7EAFF4B7B}"/>
          </ac:spMkLst>
        </pc:spChg>
        <pc:picChg chg="add mod">
          <ac:chgData name="达 周" userId="d3c3af45359772bc" providerId="LiveId" clId="{69033BE1-1C57-4F04-8DEA-CCA2033CFF86}" dt="2020-02-27T13:39:08.164" v="1306" actId="1076"/>
          <ac:picMkLst>
            <pc:docMk/>
            <pc:sldMk cId="99863336" sldId="297"/>
            <ac:picMk id="5" creationId="{47CF9676-1998-4D3E-8A08-5613A0C3B4E8}"/>
          </ac:picMkLst>
        </pc:picChg>
      </pc:sldChg>
      <pc:sldChg chg="modSp add del mod">
        <pc:chgData name="达 周" userId="d3c3af45359772bc" providerId="LiveId" clId="{69033BE1-1C57-4F04-8DEA-CCA2033CFF86}" dt="2020-02-27T14:00:07.117" v="1316" actId="47"/>
        <pc:sldMkLst>
          <pc:docMk/>
          <pc:sldMk cId="374273338" sldId="298"/>
        </pc:sldMkLst>
        <pc:graphicFrameChg chg="mod">
          <ac:chgData name="达 周" userId="d3c3af45359772bc" providerId="LiveId" clId="{69033BE1-1C57-4F04-8DEA-CCA2033CFF86}" dt="2020-02-27T13:59:39.504" v="1311" actId="1076"/>
          <ac:graphicFrameMkLst>
            <pc:docMk/>
            <pc:sldMk cId="374273338" sldId="298"/>
            <ac:graphicFrameMk id="5" creationId="{2F132F1B-C6D4-4CC3-A141-F9B6332D73D3}"/>
          </ac:graphicFrameMkLst>
        </pc:graphicFrameChg>
      </pc:sldChg>
      <pc:sldChg chg="addSp delSp modSp add del mod">
        <pc:chgData name="达 周" userId="d3c3af45359772bc" providerId="LiveId" clId="{69033BE1-1C57-4F04-8DEA-CCA2033CFF86}" dt="2020-02-29T05:00:41.317" v="1358" actId="47"/>
        <pc:sldMkLst>
          <pc:docMk/>
          <pc:sldMk cId="3418463697" sldId="299"/>
        </pc:sldMkLst>
        <pc:graphicFrameChg chg="add del mod">
          <ac:chgData name="达 周" userId="d3c3af45359772bc" providerId="LiveId" clId="{69033BE1-1C57-4F04-8DEA-CCA2033CFF86}" dt="2020-02-29T04:57:40.517" v="1321" actId="478"/>
          <ac:graphicFrameMkLst>
            <pc:docMk/>
            <pc:sldMk cId="3418463697" sldId="299"/>
            <ac:graphicFrameMk id="5" creationId="{46163632-4ED2-4A7E-809A-627EF76492F5}"/>
          </ac:graphicFrameMkLst>
        </pc:graphicFrameChg>
      </pc:sldChg>
      <pc:sldChg chg="add">
        <pc:chgData name="达 周" userId="d3c3af45359772bc" providerId="LiveId" clId="{69033BE1-1C57-4F04-8DEA-CCA2033CFF86}" dt="2020-02-29T04:53:26.828" v="1318"/>
        <pc:sldMkLst>
          <pc:docMk/>
          <pc:sldMk cId="4182083982" sldId="300"/>
        </pc:sldMkLst>
      </pc:sldChg>
      <pc:sldChg chg="modSp add mod">
        <pc:chgData name="达 周" userId="d3c3af45359772bc" providerId="LiveId" clId="{69033BE1-1C57-4F04-8DEA-CCA2033CFF86}" dt="2020-02-29T05:00:33.104" v="1357" actId="1076"/>
        <pc:sldMkLst>
          <pc:docMk/>
          <pc:sldMk cId="1341336998" sldId="301"/>
        </pc:sldMkLst>
        <pc:graphicFrameChg chg="mod">
          <ac:chgData name="达 周" userId="d3c3af45359772bc" providerId="LiveId" clId="{69033BE1-1C57-4F04-8DEA-CCA2033CFF86}" dt="2020-02-29T05:00:33.104" v="1357" actId="1076"/>
          <ac:graphicFrameMkLst>
            <pc:docMk/>
            <pc:sldMk cId="1341336998" sldId="301"/>
            <ac:graphicFrameMk id="5" creationId="{46163632-4ED2-4A7E-809A-627EF76492F5}"/>
          </ac:graphicFrameMkLst>
        </pc:graphicFrameChg>
      </pc:sldChg>
      <pc:sldChg chg="addSp delSp modSp add del mod">
        <pc:chgData name="达 周" userId="d3c3af45359772bc" providerId="LiveId" clId="{69033BE1-1C57-4F04-8DEA-CCA2033CFF86}" dt="2020-02-29T05:00:20.402" v="1356" actId="47"/>
        <pc:sldMkLst>
          <pc:docMk/>
          <pc:sldMk cId="635598887" sldId="302"/>
        </pc:sldMkLst>
        <pc:spChg chg="add del mod">
          <ac:chgData name="达 周" userId="d3c3af45359772bc" providerId="LiveId" clId="{69033BE1-1C57-4F04-8DEA-CCA2033CFF86}" dt="2020-02-29T04:58:39.670" v="1355" actId="478"/>
          <ac:spMkLst>
            <pc:docMk/>
            <pc:sldMk cId="635598887" sldId="302"/>
            <ac:spMk id="3" creationId="{1F6EA360-46E9-4728-AB50-465F3C2FBE7A}"/>
          </ac:spMkLst>
        </pc:spChg>
      </pc:sldChg>
      <pc:sldChg chg="addSp delSp modSp add mod">
        <pc:chgData name="达 周" userId="d3c3af45359772bc" providerId="LiveId" clId="{69033BE1-1C57-4F04-8DEA-CCA2033CFF86}" dt="2020-02-29T05:03:16.724" v="1363" actId="1076"/>
        <pc:sldMkLst>
          <pc:docMk/>
          <pc:sldMk cId="2524066443" sldId="302"/>
        </pc:sldMkLst>
        <pc:spChg chg="add del mod">
          <ac:chgData name="达 周" userId="d3c3af45359772bc" providerId="LiveId" clId="{69033BE1-1C57-4F04-8DEA-CCA2033CFF86}" dt="2020-02-29T05:03:12.452" v="1361"/>
          <ac:spMkLst>
            <pc:docMk/>
            <pc:sldMk cId="2524066443" sldId="302"/>
            <ac:spMk id="6" creationId="{873F15FC-D4F4-4EA2-BE0E-C646C982BEC1}"/>
          </ac:spMkLst>
        </pc:spChg>
        <pc:picChg chg="del">
          <ac:chgData name="达 周" userId="d3c3af45359772bc" providerId="LiveId" clId="{69033BE1-1C57-4F04-8DEA-CCA2033CFF86}" dt="2020-02-29T05:02:05.050" v="1360" actId="478"/>
          <ac:picMkLst>
            <pc:docMk/>
            <pc:sldMk cId="2524066443" sldId="302"/>
            <ac:picMk id="4" creationId="{141AF9D2-9942-4550-9676-85457EAE5A3C}"/>
          </ac:picMkLst>
        </pc:picChg>
        <pc:picChg chg="add mod">
          <ac:chgData name="达 周" userId="d3c3af45359772bc" providerId="LiveId" clId="{69033BE1-1C57-4F04-8DEA-CCA2033CFF86}" dt="2020-02-29T05:03:16.724" v="1363" actId="1076"/>
          <ac:picMkLst>
            <pc:docMk/>
            <pc:sldMk cId="2524066443" sldId="302"/>
            <ac:picMk id="7" creationId="{6DCBC18B-4ABC-4D40-B0BD-8F80E99E7034}"/>
          </ac:picMkLst>
        </pc:picChg>
      </pc:sldChg>
      <pc:sldChg chg="addSp delSp modSp add mod">
        <pc:chgData name="达 周" userId="d3c3af45359772bc" providerId="LiveId" clId="{69033BE1-1C57-4F04-8DEA-CCA2033CFF86}" dt="2020-02-29T05:10:18.865" v="1661" actId="947"/>
        <pc:sldMkLst>
          <pc:docMk/>
          <pc:sldMk cId="874656939" sldId="303"/>
        </pc:sldMkLst>
        <pc:spChg chg="add mod">
          <ac:chgData name="达 周" userId="d3c3af45359772bc" providerId="LiveId" clId="{69033BE1-1C57-4F04-8DEA-CCA2033CFF86}" dt="2020-02-29T05:10:18.865" v="1661" actId="947"/>
          <ac:spMkLst>
            <pc:docMk/>
            <pc:sldMk cId="874656939" sldId="303"/>
            <ac:spMk id="4" creationId="{020050A7-41BE-4225-A927-0DE7A4D2052B}"/>
          </ac:spMkLst>
        </pc:spChg>
        <pc:picChg chg="del">
          <ac:chgData name="达 周" userId="d3c3af45359772bc" providerId="LiveId" clId="{69033BE1-1C57-4F04-8DEA-CCA2033CFF86}" dt="2020-02-29T05:04:15.553" v="1365" actId="478"/>
          <ac:picMkLst>
            <pc:docMk/>
            <pc:sldMk cId="874656939" sldId="303"/>
            <ac:picMk id="7" creationId="{6DCBC18B-4ABC-4D40-B0BD-8F80E99E7034}"/>
          </ac:picMkLst>
        </pc:picChg>
      </pc:sldChg>
      <pc:sldChg chg="addSp delSp modSp add mod">
        <pc:chgData name="达 周" userId="d3c3af45359772bc" providerId="LiveId" clId="{69033BE1-1C57-4F04-8DEA-CCA2033CFF86}" dt="2020-02-29T05:59:42.342" v="2146" actId="1076"/>
        <pc:sldMkLst>
          <pc:docMk/>
          <pc:sldMk cId="677317078" sldId="304"/>
        </pc:sldMkLst>
        <pc:spChg chg="mod">
          <ac:chgData name="达 周" userId="d3c3af45359772bc" providerId="LiveId" clId="{69033BE1-1C57-4F04-8DEA-CCA2033CFF86}" dt="2020-02-29T05:57:57.224" v="2135" actId="20577"/>
          <ac:spMkLst>
            <pc:docMk/>
            <pc:sldMk cId="677317078" sldId="304"/>
            <ac:spMk id="2" creationId="{3ABD9470-7CF2-4029-A68D-87D612BB471C}"/>
          </ac:spMkLst>
        </pc:spChg>
        <pc:spChg chg="del">
          <ac:chgData name="达 周" userId="d3c3af45359772bc" providerId="LiveId" clId="{69033BE1-1C57-4F04-8DEA-CCA2033CFF86}" dt="2020-02-29T05:15:10.325" v="1681" actId="478"/>
          <ac:spMkLst>
            <pc:docMk/>
            <pc:sldMk cId="677317078" sldId="304"/>
            <ac:spMk id="7" creationId="{95FCCCE8-2982-4ACD-AA78-3B8BA821F9A7}"/>
          </ac:spMkLst>
        </pc:spChg>
        <pc:spChg chg="add del mod">
          <ac:chgData name="达 周" userId="d3c3af45359772bc" providerId="LiveId" clId="{69033BE1-1C57-4F04-8DEA-CCA2033CFF86}" dt="2020-02-29T05:14:50.656" v="1678" actId="478"/>
          <ac:spMkLst>
            <pc:docMk/>
            <pc:sldMk cId="677317078" sldId="304"/>
            <ac:spMk id="8" creationId="{D08A8C06-E27F-4DDA-9156-6033B145FBF3}"/>
          </ac:spMkLst>
        </pc:spChg>
        <pc:spChg chg="add mod">
          <ac:chgData name="达 周" userId="d3c3af45359772bc" providerId="LiveId" clId="{69033BE1-1C57-4F04-8DEA-CCA2033CFF86}" dt="2020-02-29T05:58:29.336" v="2140" actId="1076"/>
          <ac:spMkLst>
            <pc:docMk/>
            <pc:sldMk cId="677317078" sldId="304"/>
            <ac:spMk id="10" creationId="{5FCDA658-1527-4106-B6A7-609C80CB5387}"/>
          </ac:spMkLst>
        </pc:spChg>
        <pc:graphicFrameChg chg="mod">
          <ac:chgData name="达 周" userId="d3c3af45359772bc" providerId="LiveId" clId="{69033BE1-1C57-4F04-8DEA-CCA2033CFF86}" dt="2020-02-29T05:59:38.125" v="2144" actId="1076"/>
          <ac:graphicFrameMkLst>
            <pc:docMk/>
            <pc:sldMk cId="677317078" sldId="304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9T05:59:42.342" v="2146" actId="1076"/>
          <ac:graphicFrameMkLst>
            <pc:docMk/>
            <pc:sldMk cId="677317078" sldId="304"/>
            <ac:graphicFrameMk id="9" creationId="{006DCB5B-FE03-4798-BA3F-28F94E402182}"/>
          </ac:graphicFrameMkLst>
        </pc:graphicFrameChg>
        <pc:picChg chg="del">
          <ac:chgData name="达 周" userId="d3c3af45359772bc" providerId="LiveId" clId="{69033BE1-1C57-4F04-8DEA-CCA2033CFF86}" dt="2020-02-29T05:14:47.683" v="1677" actId="478"/>
          <ac:picMkLst>
            <pc:docMk/>
            <pc:sldMk cId="677317078" sldId="304"/>
            <ac:picMk id="4" creationId="{BF21FC8B-C3F7-4647-A91E-C3BAAACEC6E4}"/>
          </ac:picMkLst>
        </pc:picChg>
      </pc:sldChg>
      <pc:sldChg chg="addSp delSp modSp add mod">
        <pc:chgData name="达 周" userId="d3c3af45359772bc" providerId="LiveId" clId="{69033BE1-1C57-4F04-8DEA-CCA2033CFF86}" dt="2020-02-29T05:39:29.088" v="2104" actId="114"/>
        <pc:sldMkLst>
          <pc:docMk/>
          <pc:sldMk cId="1821305407" sldId="305"/>
        </pc:sldMkLst>
        <pc:spChg chg="add del mod">
          <ac:chgData name="达 周" userId="d3c3af45359772bc" providerId="LiveId" clId="{69033BE1-1C57-4F04-8DEA-CCA2033CFF86}" dt="2020-02-29T05:29:56.379" v="1720" actId="478"/>
          <ac:spMkLst>
            <pc:docMk/>
            <pc:sldMk cId="1821305407" sldId="305"/>
            <ac:spMk id="7" creationId="{6CE16F55-9E71-40CF-8495-0203DD7C6F5B}"/>
          </ac:spMkLst>
        </pc:spChg>
        <pc:spChg chg="add del">
          <ac:chgData name="达 周" userId="d3c3af45359772bc" providerId="LiveId" clId="{69033BE1-1C57-4F04-8DEA-CCA2033CFF86}" dt="2020-02-29T05:30:15.424" v="1723"/>
          <ac:spMkLst>
            <pc:docMk/>
            <pc:sldMk cId="1821305407" sldId="305"/>
            <ac:spMk id="8" creationId="{7E9A30E5-7095-4626-8DC2-4FF21A1E5C74}"/>
          </ac:spMkLst>
        </pc:spChg>
        <pc:spChg chg="add del mod">
          <ac:chgData name="达 周" userId="d3c3af45359772bc" providerId="LiveId" clId="{69033BE1-1C57-4F04-8DEA-CCA2033CFF86}" dt="2020-02-29T05:39:29.088" v="2104" actId="114"/>
          <ac:spMkLst>
            <pc:docMk/>
            <pc:sldMk cId="1821305407" sldId="305"/>
            <ac:spMk id="9" creationId="{74F8A5D7-98D2-4968-96BE-F53946FC3459}"/>
          </ac:spMkLst>
        </pc:spChg>
        <pc:spChg chg="add del">
          <ac:chgData name="达 周" userId="d3c3af45359772bc" providerId="LiveId" clId="{69033BE1-1C57-4F04-8DEA-CCA2033CFF86}" dt="2020-02-29T05:30:22.291" v="1726"/>
          <ac:spMkLst>
            <pc:docMk/>
            <pc:sldMk cId="1821305407" sldId="305"/>
            <ac:spMk id="10" creationId="{14165ED6-698E-498A-BC76-25EA6857BF83}"/>
          </ac:spMkLst>
        </pc:spChg>
        <pc:spChg chg="add del mod">
          <ac:chgData name="达 周" userId="d3c3af45359772bc" providerId="LiveId" clId="{69033BE1-1C57-4F04-8DEA-CCA2033CFF86}" dt="2020-02-29T05:30:36.739" v="1743"/>
          <ac:spMkLst>
            <pc:docMk/>
            <pc:sldMk cId="1821305407" sldId="305"/>
            <ac:spMk id="11" creationId="{DE51DEE1-3E0A-4535-8AD0-0091CD3F62BA}"/>
          </ac:spMkLst>
        </pc:spChg>
        <pc:graphicFrameChg chg="del">
          <ac:chgData name="达 周" userId="d3c3af45359772bc" providerId="LiveId" clId="{69033BE1-1C57-4F04-8DEA-CCA2033CFF86}" dt="2020-02-29T05:29:57.927" v="1721" actId="478"/>
          <ac:graphicFrameMkLst>
            <pc:docMk/>
            <pc:sldMk cId="1821305407" sldId="305"/>
            <ac:graphicFrameMk id="5" creationId="{A574C0AA-0C72-40BB-A6DC-40F64FD77B29}"/>
          </ac:graphicFrameMkLst>
        </pc:graphicFrameChg>
        <pc:picChg chg="del">
          <ac:chgData name="达 周" userId="d3c3af45359772bc" providerId="LiveId" clId="{69033BE1-1C57-4F04-8DEA-CCA2033CFF86}" dt="2020-02-29T05:29:53.988" v="1719" actId="478"/>
          <ac:picMkLst>
            <pc:docMk/>
            <pc:sldMk cId="1821305407" sldId="305"/>
            <ac:picMk id="4" creationId="{BF21FC8B-C3F7-4647-A91E-C3BAAACEC6E4}"/>
          </ac:picMkLst>
        </pc:picChg>
      </pc:sldChg>
      <pc:sldChg chg="addSp delSp modSp add mod">
        <pc:chgData name="达 周" userId="d3c3af45359772bc" providerId="LiveId" clId="{69033BE1-1C57-4F04-8DEA-CCA2033CFF86}" dt="2020-02-29T06:20:16.045" v="2431"/>
        <pc:sldMkLst>
          <pc:docMk/>
          <pc:sldMk cId="3578115584" sldId="306"/>
        </pc:sldMkLst>
        <pc:spChg chg="del">
          <ac:chgData name="达 周" userId="d3c3af45359772bc" providerId="LiveId" clId="{69033BE1-1C57-4F04-8DEA-CCA2033CFF86}" dt="2020-02-29T05:41:33.751" v="2106" actId="478"/>
          <ac:spMkLst>
            <pc:docMk/>
            <pc:sldMk cId="3578115584" sldId="306"/>
            <ac:spMk id="9" creationId="{74F8A5D7-98D2-4968-96BE-F53946FC3459}"/>
          </ac:spMkLst>
        </pc:spChg>
        <pc:graphicFrameChg chg="add mod">
          <ac:chgData name="达 周" userId="d3c3af45359772bc" providerId="LiveId" clId="{69033BE1-1C57-4F04-8DEA-CCA2033CFF86}" dt="2020-02-29T06:20:16.045" v="2431"/>
          <ac:graphicFrameMkLst>
            <pc:docMk/>
            <pc:sldMk cId="3578115584" sldId="306"/>
            <ac:graphicFrameMk id="7" creationId="{D8624A9A-C234-41F5-8498-A6707CB72426}"/>
          </ac:graphicFrameMkLst>
        </pc:graphicFrameChg>
        <pc:picChg chg="add mod">
          <ac:chgData name="达 周" userId="d3c3af45359772bc" providerId="LiveId" clId="{69033BE1-1C57-4F04-8DEA-CCA2033CFF86}" dt="2020-02-29T05:42:29.970" v="2108" actId="1076"/>
          <ac:picMkLst>
            <pc:docMk/>
            <pc:sldMk cId="3578115584" sldId="306"/>
            <ac:picMk id="3" creationId="{0219F201-F52E-40D5-93D0-CDE925AAFF96}"/>
          </ac:picMkLst>
        </pc:picChg>
      </pc:sldChg>
      <pc:sldChg chg="addSp modSp add mod">
        <pc:chgData name="达 周" userId="d3c3af45359772bc" providerId="LiveId" clId="{69033BE1-1C57-4F04-8DEA-CCA2033CFF86}" dt="2020-02-29T06:19:35.799" v="2430" actId="20577"/>
        <pc:sldMkLst>
          <pc:docMk/>
          <pc:sldMk cId="239852014" sldId="307"/>
        </pc:sldMkLst>
        <pc:spChg chg="mod">
          <ac:chgData name="达 周" userId="d3c3af45359772bc" providerId="LiveId" clId="{69033BE1-1C57-4F04-8DEA-CCA2033CFF86}" dt="2020-02-29T06:19:35.799" v="2430" actId="20577"/>
          <ac:spMkLst>
            <pc:docMk/>
            <pc:sldMk cId="239852014" sldId="307"/>
            <ac:spMk id="2" creationId="{3ABD9470-7CF2-4029-A68D-87D612BB471C}"/>
          </ac:spMkLst>
        </pc:spChg>
        <pc:spChg chg="mod">
          <ac:chgData name="达 周" userId="d3c3af45359772bc" providerId="LiveId" clId="{69033BE1-1C57-4F04-8DEA-CCA2033CFF86}" dt="2020-02-29T05:59:56.375" v="2148" actId="164"/>
          <ac:spMkLst>
            <pc:docMk/>
            <pc:sldMk cId="239852014" sldId="307"/>
            <ac:spMk id="10" creationId="{5FCDA658-1527-4106-B6A7-609C80CB5387}"/>
          </ac:spMkLst>
        </pc:spChg>
        <pc:grpChg chg="add mod">
          <ac:chgData name="达 周" userId="d3c3af45359772bc" providerId="LiveId" clId="{69033BE1-1C57-4F04-8DEA-CCA2033CFF86}" dt="2020-02-29T06:00:12.848" v="2152" actId="1076"/>
          <ac:grpSpMkLst>
            <pc:docMk/>
            <pc:sldMk cId="239852014" sldId="307"/>
            <ac:grpSpMk id="3" creationId="{15750875-C3D9-4985-8600-8A4CB84935F0}"/>
          </ac:grpSpMkLst>
        </pc:grpChg>
        <pc:graphicFrameChg chg="mod">
          <ac:chgData name="达 周" userId="d3c3af45359772bc" providerId="LiveId" clId="{69033BE1-1C57-4F04-8DEA-CCA2033CFF86}" dt="2020-02-29T05:59:56.375" v="2148" actId="164"/>
          <ac:graphicFrameMkLst>
            <pc:docMk/>
            <pc:sldMk cId="239852014" sldId="307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9T05:59:56.375" v="2148" actId="164"/>
          <ac:graphicFrameMkLst>
            <pc:docMk/>
            <pc:sldMk cId="239852014" sldId="307"/>
            <ac:graphicFrameMk id="9" creationId="{006DCB5B-FE03-4798-BA3F-28F94E402182}"/>
          </ac:graphicFrameMkLst>
        </pc:graphicFrameChg>
        <pc:picChg chg="add mod">
          <ac:chgData name="达 周" userId="d3c3af45359772bc" providerId="LiveId" clId="{69033BE1-1C57-4F04-8DEA-CCA2033CFF86}" dt="2020-02-29T06:00:46.232" v="2156" actId="1076"/>
          <ac:picMkLst>
            <pc:docMk/>
            <pc:sldMk cId="239852014" sldId="307"/>
            <ac:picMk id="4" creationId="{2747D6B3-A787-494C-A41C-1BAF494A55A9}"/>
          </ac:picMkLst>
        </pc:picChg>
      </pc:sldChg>
      <pc:sldChg chg="addSp modSp add mod">
        <pc:chgData name="达 周" userId="d3c3af45359772bc" providerId="LiveId" clId="{69033BE1-1C57-4F04-8DEA-CCA2033CFF86}" dt="2020-02-29T06:17:12.616" v="2417" actId="14100"/>
        <pc:sldMkLst>
          <pc:docMk/>
          <pc:sldMk cId="331753226" sldId="308"/>
        </pc:sldMkLst>
        <pc:spChg chg="mod">
          <ac:chgData name="达 周" userId="d3c3af45359772bc" providerId="LiveId" clId="{69033BE1-1C57-4F04-8DEA-CCA2033CFF86}" dt="2020-02-29T06:15:38.518" v="2408" actId="20577"/>
          <ac:spMkLst>
            <pc:docMk/>
            <pc:sldMk cId="331753226" sldId="308"/>
            <ac:spMk id="2" creationId="{47C7FA8D-FBE7-4B38-9D41-8E2E38E9BDCB}"/>
          </ac:spMkLst>
        </pc:spChg>
        <pc:picChg chg="add mod">
          <ac:chgData name="达 周" userId="d3c3af45359772bc" providerId="LiveId" clId="{69033BE1-1C57-4F04-8DEA-CCA2033CFF86}" dt="2020-02-29T06:17:12.616" v="2417" actId="14100"/>
          <ac:picMkLst>
            <pc:docMk/>
            <pc:sldMk cId="331753226" sldId="308"/>
            <ac:picMk id="3" creationId="{A69CBEF0-C789-4920-9015-806A5F8A1859}"/>
          </ac:picMkLst>
        </pc:picChg>
        <pc:picChg chg="mod">
          <ac:chgData name="达 周" userId="d3c3af45359772bc" providerId="LiveId" clId="{69033BE1-1C57-4F04-8DEA-CCA2033CFF86}" dt="2020-02-29T06:16:22.691" v="2411" actId="1076"/>
          <ac:picMkLst>
            <pc:docMk/>
            <pc:sldMk cId="331753226" sldId="308"/>
            <ac:picMk id="4" creationId="{ADA4DA78-25EE-49D3-AA1B-8ADC2B7F64E8}"/>
          </ac:picMkLst>
        </pc:picChg>
      </pc:sldChg>
      <pc:sldChg chg="addSp delSp modSp add mod">
        <pc:chgData name="达 周" userId="d3c3af45359772bc" providerId="LiveId" clId="{69033BE1-1C57-4F04-8DEA-CCA2033CFF86}" dt="2020-02-29T06:30:24.688" v="2451" actId="1076"/>
        <pc:sldMkLst>
          <pc:docMk/>
          <pc:sldMk cId="3077456254" sldId="309"/>
        </pc:sldMkLst>
        <pc:spChg chg="del mod">
          <ac:chgData name="达 周" userId="d3c3af45359772bc" providerId="LiveId" clId="{69033BE1-1C57-4F04-8DEA-CCA2033CFF86}" dt="2020-02-29T06:29:47.852" v="2444" actId="478"/>
          <ac:spMkLst>
            <pc:docMk/>
            <pc:sldMk cId="3077456254" sldId="309"/>
            <ac:spMk id="2" creationId="{47C7FA8D-FBE7-4B38-9D41-8E2E38E9BDCB}"/>
          </ac:spMkLst>
        </pc:spChg>
        <pc:spChg chg="add del mod">
          <ac:chgData name="达 周" userId="d3c3af45359772bc" providerId="LiveId" clId="{69033BE1-1C57-4F04-8DEA-CCA2033CFF86}" dt="2020-02-29T06:29:50.008" v="2445" actId="478"/>
          <ac:spMkLst>
            <pc:docMk/>
            <pc:sldMk cId="3077456254" sldId="309"/>
            <ac:spMk id="8" creationId="{2090E320-87CF-423C-BAA9-6E84B5FBA4B5}"/>
          </ac:spMkLst>
        </pc:spChg>
        <pc:picChg chg="del">
          <ac:chgData name="达 周" userId="d3c3af45359772bc" providerId="LiveId" clId="{69033BE1-1C57-4F04-8DEA-CCA2033CFF86}" dt="2020-02-29T06:18:25.778" v="2420" actId="478"/>
          <ac:picMkLst>
            <pc:docMk/>
            <pc:sldMk cId="3077456254" sldId="309"/>
            <ac:picMk id="3" creationId="{A69CBEF0-C789-4920-9015-806A5F8A1859}"/>
          </ac:picMkLst>
        </pc:picChg>
        <pc:picChg chg="mod">
          <ac:chgData name="达 周" userId="d3c3af45359772bc" providerId="LiveId" clId="{69033BE1-1C57-4F04-8DEA-CCA2033CFF86}" dt="2020-02-29T06:30:24.688" v="2451" actId="1076"/>
          <ac:picMkLst>
            <pc:docMk/>
            <pc:sldMk cId="3077456254" sldId="309"/>
            <ac:picMk id="4" creationId="{ADA4DA78-25EE-49D3-AA1B-8ADC2B7F64E8}"/>
          </ac:picMkLst>
        </pc:picChg>
        <pc:picChg chg="add mod">
          <ac:chgData name="达 周" userId="d3c3af45359772bc" providerId="LiveId" clId="{69033BE1-1C57-4F04-8DEA-CCA2033CFF86}" dt="2020-02-29T06:19:02.922" v="2424" actId="1076"/>
          <ac:picMkLst>
            <pc:docMk/>
            <pc:sldMk cId="3077456254" sldId="309"/>
            <ac:picMk id="5" creationId="{9F408D43-40B4-4556-B7CF-2E7D4AF1D773}"/>
          </ac:picMkLst>
        </pc:picChg>
        <pc:picChg chg="add del mod">
          <ac:chgData name="达 周" userId="d3c3af45359772bc" providerId="LiveId" clId="{69033BE1-1C57-4F04-8DEA-CCA2033CFF86}" dt="2020-02-29T06:30:11.938" v="2448" actId="478"/>
          <ac:picMkLst>
            <pc:docMk/>
            <pc:sldMk cId="3077456254" sldId="309"/>
            <ac:picMk id="6" creationId="{0A71654C-9708-4B13-B2A4-5A8AF784AC95}"/>
          </ac:picMkLst>
        </pc:picChg>
      </pc:sldChg>
      <pc:sldChg chg="addSp delSp modSp add mod">
        <pc:chgData name="达 周" userId="d3c3af45359772bc" providerId="LiveId" clId="{69033BE1-1C57-4F04-8DEA-CCA2033CFF86}" dt="2020-02-29T06:30:53.116" v="2458" actId="478"/>
        <pc:sldMkLst>
          <pc:docMk/>
          <pc:sldMk cId="4232815614" sldId="310"/>
        </pc:sldMkLst>
        <pc:spChg chg="add del mod">
          <ac:chgData name="达 周" userId="d3c3af45359772bc" providerId="LiveId" clId="{69033BE1-1C57-4F04-8DEA-CCA2033CFF86}" dt="2020-02-29T06:30:53.116" v="2458" actId="478"/>
          <ac:spMkLst>
            <pc:docMk/>
            <pc:sldMk cId="4232815614" sldId="310"/>
            <ac:spMk id="3" creationId="{170DD664-06E9-4170-88D5-0FC9DF34E3AD}"/>
          </ac:spMkLst>
        </pc:spChg>
        <pc:picChg chg="del mod">
          <ac:chgData name="达 周" userId="d3c3af45359772bc" providerId="LiveId" clId="{69033BE1-1C57-4F04-8DEA-CCA2033CFF86}" dt="2020-02-29T06:30:45.168" v="2455" actId="478"/>
          <ac:picMkLst>
            <pc:docMk/>
            <pc:sldMk cId="4232815614" sldId="310"/>
            <ac:picMk id="4" creationId="{ADA4DA78-25EE-49D3-AA1B-8ADC2B7F64E8}"/>
          </ac:picMkLst>
        </pc:picChg>
        <pc:picChg chg="add del mod">
          <ac:chgData name="达 周" userId="d3c3af45359772bc" providerId="LiveId" clId="{69033BE1-1C57-4F04-8DEA-CCA2033CFF86}" dt="2020-02-29T06:30:46.429" v="2456" actId="478"/>
          <ac:picMkLst>
            <pc:docMk/>
            <pc:sldMk cId="4232815614" sldId="310"/>
            <ac:picMk id="7" creationId="{1D0D6D6D-BB26-49AD-A464-5F753E34ADCD}"/>
          </ac:picMkLst>
        </pc:picChg>
        <pc:picChg chg="add">
          <ac:chgData name="达 周" userId="d3c3af45359772bc" providerId="LiveId" clId="{69033BE1-1C57-4F04-8DEA-CCA2033CFF86}" dt="2020-02-29T06:30:47.479" v="2457"/>
          <ac:picMkLst>
            <pc:docMk/>
            <pc:sldMk cId="4232815614" sldId="310"/>
            <ac:picMk id="8" creationId="{44ECB1B7-186F-4ACC-903C-31FE8A974428}"/>
          </ac:picMkLst>
        </pc:picChg>
      </pc:sldChg>
      <pc:sldChg chg="addSp modSp add mod">
        <pc:chgData name="达 周" userId="d3c3af45359772bc" providerId="LiveId" clId="{69033BE1-1C57-4F04-8DEA-CCA2033CFF86}" dt="2020-02-29T06:40:14.775" v="2611" actId="207"/>
        <pc:sldMkLst>
          <pc:docMk/>
          <pc:sldMk cId="2065214724" sldId="311"/>
        </pc:sldMkLst>
        <pc:spChg chg="add mod">
          <ac:chgData name="达 周" userId="d3c3af45359772bc" providerId="LiveId" clId="{69033BE1-1C57-4F04-8DEA-CCA2033CFF86}" dt="2020-02-29T06:40:14.775" v="2611" actId="207"/>
          <ac:spMkLst>
            <pc:docMk/>
            <pc:sldMk cId="2065214724" sldId="311"/>
            <ac:spMk id="5" creationId="{728D7B5E-89ED-4537-BCF6-DE559DBF3B1D}"/>
          </ac:spMkLst>
        </pc:spChg>
      </pc:sldChg>
      <pc:sldMasterChg chg="modSp modSldLayout">
        <pc:chgData name="达 周" userId="d3c3af45359772bc" providerId="LiveId" clId="{69033BE1-1C57-4F04-8DEA-CCA2033CFF86}" dt="2020-02-27T09:17:59.954" v="33"/>
        <pc:sldMasterMkLst>
          <pc:docMk/>
          <pc:sldMasterMk cId="2103669850" sldId="2147483660"/>
        </pc:sldMasterMkLst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2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3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4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5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6" creationId="{00000000-0000-0000-0000-000000000000}"/>
          </ac:spMkLst>
        </pc:sp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2445707650" sldId="2147483661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2445707650" sldId="2147483661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2445707650" sldId="2147483661"/>
              <ac:spMk id="3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136291624" sldId="2147483663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36291624" sldId="2147483663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36291624" sldId="2147483663"/>
              <ac:spMk id="3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530004143" sldId="2147483664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530004143" sldId="2147483664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530004143" sldId="2147483664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1689830004" sldId="2147483665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4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5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6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226802743" sldId="2147483668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904091350" sldId="2147483669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836915119" sldId="2147483671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836915119" sldId="2147483671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836915119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达 周" userId="d3c3af45359772bc" providerId="LiveId" clId="{A01D3984-901F-4AE8-B4E3-8200C363F87C}"/>
    <pc:docChg chg="custSel addSld delSld modSld">
      <pc:chgData name="达 周" userId="d3c3af45359772bc" providerId="LiveId" clId="{A01D3984-901F-4AE8-B4E3-8200C363F87C}" dt="2020-02-08T12:40:26.700" v="369" actId="20577"/>
      <pc:docMkLst>
        <pc:docMk/>
      </pc:docMkLst>
      <pc:sldChg chg="modSp">
        <pc:chgData name="达 周" userId="d3c3af45359772bc" providerId="LiveId" clId="{A01D3984-901F-4AE8-B4E3-8200C363F87C}" dt="2020-02-08T11:39:41.792" v="59" actId="20577"/>
        <pc:sldMkLst>
          <pc:docMk/>
          <pc:sldMk cId="361446110" sldId="256"/>
        </pc:sldMkLst>
        <pc:spChg chg="mod">
          <ac:chgData name="达 周" userId="d3c3af45359772bc" providerId="LiveId" clId="{A01D3984-901F-4AE8-B4E3-8200C363F87C}" dt="2020-02-08T11:39:41.792" v="59" actId="20577"/>
          <ac:spMkLst>
            <pc:docMk/>
            <pc:sldMk cId="361446110" sldId="256"/>
            <ac:spMk id="2" creationId="{8DA5E3CA-2273-449A-98A0-13A6CBEBF971}"/>
          </ac:spMkLst>
        </pc:sp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1374586752" sldId="257"/>
        </pc:sldMkLst>
      </pc:sldChg>
      <pc:sldChg chg="addSp delSp modSp add">
        <pc:chgData name="达 周" userId="d3c3af45359772bc" providerId="LiveId" clId="{A01D3984-901F-4AE8-B4E3-8200C363F87C}" dt="2020-02-08T12:00:18.002" v="91" actId="1076"/>
        <pc:sldMkLst>
          <pc:docMk/>
          <pc:sldMk cId="4035733830" sldId="257"/>
        </pc:sldMkLst>
        <pc:spChg chg="mod">
          <ac:chgData name="达 周" userId="d3c3af45359772bc" providerId="LiveId" clId="{A01D3984-901F-4AE8-B4E3-8200C363F87C}" dt="2020-02-08T11:44:43.706" v="67"/>
          <ac:spMkLst>
            <pc:docMk/>
            <pc:sldMk cId="4035733830" sldId="257"/>
            <ac:spMk id="2" creationId="{D3E89E7A-9598-4E42-8619-FC005F678F2A}"/>
          </ac:spMkLst>
        </pc:spChg>
        <pc:spChg chg="del">
          <ac:chgData name="达 周" userId="d3c3af45359772bc" providerId="LiveId" clId="{A01D3984-901F-4AE8-B4E3-8200C363F87C}" dt="2020-02-08T11:45:35.176" v="68"/>
          <ac:spMkLst>
            <pc:docMk/>
            <pc:sldMk cId="4035733830" sldId="257"/>
            <ac:spMk id="3" creationId="{62A83F56-BB3E-4A18-B6B0-2A35ECED5056}"/>
          </ac:spMkLst>
        </pc:spChg>
        <pc:picChg chg="add mod">
          <ac:chgData name="达 周" userId="d3c3af45359772bc" providerId="LiveId" clId="{A01D3984-901F-4AE8-B4E3-8200C363F87C}" dt="2020-02-08T12:00:18.002" v="91" actId="1076"/>
          <ac:picMkLst>
            <pc:docMk/>
            <pc:sldMk cId="4035733830" sldId="257"/>
            <ac:picMk id="3" creationId="{B317C3B7-A2FE-4E8C-83AE-831904B7C552}"/>
          </ac:picMkLst>
        </pc:picChg>
        <pc:picChg chg="add mod">
          <ac:chgData name="达 周" userId="d3c3af45359772bc" providerId="LiveId" clId="{A01D3984-901F-4AE8-B4E3-8200C363F87C}" dt="2020-02-08T11:45:39.739" v="70" actId="1076"/>
          <ac:picMkLst>
            <pc:docMk/>
            <pc:sldMk cId="4035733830" sldId="257"/>
            <ac:picMk id="4" creationId="{DA3F2596-D2A3-4C03-BA3A-6BDBEC18587B}"/>
          </ac:picMkLst>
        </pc:picChg>
        <pc:picChg chg="add del mod">
          <ac:chgData name="达 周" userId="d3c3af45359772bc" providerId="LiveId" clId="{A01D3984-901F-4AE8-B4E3-8200C363F87C}" dt="2020-02-08T11:47:36.075" v="79"/>
          <ac:picMkLst>
            <pc:docMk/>
            <pc:sldMk cId="4035733830" sldId="257"/>
            <ac:picMk id="5" creationId="{73ADF754-A2A2-4D3B-936B-586E4DCB903A}"/>
          </ac:picMkLst>
        </pc:picChg>
        <pc:picChg chg="add del mod">
          <ac:chgData name="达 周" userId="d3c3af45359772bc" providerId="LiveId" clId="{A01D3984-901F-4AE8-B4E3-8200C363F87C}" dt="2020-02-08T11:59:23.594" v="88" actId="478"/>
          <ac:picMkLst>
            <pc:docMk/>
            <pc:sldMk cId="4035733830" sldId="257"/>
            <ac:picMk id="6" creationId="{4CC70EFD-265F-4F9A-835B-1D015F6D8AB0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111531222" sldId="258"/>
        </pc:sldMkLst>
      </pc:sldChg>
      <pc:sldChg chg="addSp delSp modSp add">
        <pc:chgData name="达 周" userId="d3c3af45359772bc" providerId="LiveId" clId="{A01D3984-901F-4AE8-B4E3-8200C363F87C}" dt="2020-02-08T12:00:40.245" v="94" actId="1076"/>
        <pc:sldMkLst>
          <pc:docMk/>
          <pc:sldMk cId="4240972577" sldId="258"/>
        </pc:sldMkLst>
        <pc:spChg chg="mod">
          <ac:chgData name="达 周" userId="d3c3af45359772bc" providerId="LiveId" clId="{A01D3984-901F-4AE8-B4E3-8200C363F87C}" dt="2020-02-08T11:46:05.742" v="74" actId="20577"/>
          <ac:spMkLst>
            <pc:docMk/>
            <pc:sldMk cId="4240972577" sldId="258"/>
            <ac:spMk id="2" creationId="{2EDBDDC9-5425-46E9-90D7-9FFDE4BC6F40}"/>
          </ac:spMkLst>
        </pc:spChg>
        <pc:spChg chg="del">
          <ac:chgData name="达 周" userId="d3c3af45359772bc" providerId="LiveId" clId="{A01D3984-901F-4AE8-B4E3-8200C363F87C}" dt="2020-02-08T11:46:20.345" v="75"/>
          <ac:spMkLst>
            <pc:docMk/>
            <pc:sldMk cId="4240972577" sldId="258"/>
            <ac:spMk id="3" creationId="{C664627A-9666-4C5C-BAA7-A17635099C59}"/>
          </ac:spMkLst>
        </pc:spChg>
        <pc:picChg chg="add mod">
          <ac:chgData name="达 周" userId="d3c3af45359772bc" providerId="LiveId" clId="{A01D3984-901F-4AE8-B4E3-8200C363F87C}" dt="2020-02-08T12:00:40.245" v="94" actId="1076"/>
          <ac:picMkLst>
            <pc:docMk/>
            <pc:sldMk cId="4240972577" sldId="258"/>
            <ac:picMk id="3" creationId="{61D64C5A-1AE9-4198-89A4-0948EC34332B}"/>
          </ac:picMkLst>
        </pc:picChg>
        <pc:picChg chg="add mod">
          <ac:chgData name="达 周" userId="d3c3af45359772bc" providerId="LiveId" clId="{A01D3984-901F-4AE8-B4E3-8200C363F87C}" dt="2020-02-08T11:46:22.633" v="76" actId="1076"/>
          <ac:picMkLst>
            <pc:docMk/>
            <pc:sldMk cId="4240972577" sldId="258"/>
            <ac:picMk id="4" creationId="{5BF2FEEB-2F11-4DDC-B3F8-43872CC778FF}"/>
          </ac:picMkLst>
        </pc:picChg>
        <pc:picChg chg="add del mod">
          <ac:chgData name="达 周" userId="d3c3af45359772bc" providerId="LiveId" clId="{A01D3984-901F-4AE8-B4E3-8200C363F87C}" dt="2020-02-08T11:59:25.795" v="89" actId="478"/>
          <ac:picMkLst>
            <pc:docMk/>
            <pc:sldMk cId="4240972577" sldId="258"/>
            <ac:picMk id="5" creationId="{576E8EF1-F7F7-46B7-9A33-FAC33D0DB2BF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1542243578" sldId="259"/>
        </pc:sldMkLst>
      </pc:sldChg>
      <pc:sldChg chg="addSp delSp modSp add">
        <pc:chgData name="达 周" userId="d3c3af45359772bc" providerId="LiveId" clId="{A01D3984-901F-4AE8-B4E3-8200C363F87C}" dt="2020-02-08T12:03:18.330" v="135" actId="1076"/>
        <pc:sldMkLst>
          <pc:docMk/>
          <pc:sldMk cId="3081696132" sldId="259"/>
        </pc:sldMkLst>
        <pc:spChg chg="mod">
          <ac:chgData name="达 周" userId="d3c3af45359772bc" providerId="LiveId" clId="{A01D3984-901F-4AE8-B4E3-8200C363F87C}" dt="2020-02-08T12:01:41.104" v="125" actId="20577"/>
          <ac:spMkLst>
            <pc:docMk/>
            <pc:sldMk cId="3081696132" sldId="259"/>
            <ac:spMk id="2" creationId="{8D7A555F-EE51-4AEA-9C7D-A7F7C0156073}"/>
          </ac:spMkLst>
        </pc:spChg>
        <pc:spChg chg="del">
          <ac:chgData name="达 周" userId="d3c3af45359772bc" providerId="LiveId" clId="{A01D3984-901F-4AE8-B4E3-8200C363F87C}" dt="2020-02-08T12:01:43.321" v="126"/>
          <ac:spMkLst>
            <pc:docMk/>
            <pc:sldMk cId="3081696132" sldId="259"/>
            <ac:spMk id="3" creationId="{6EEE8C23-378D-4791-AB15-57A694777A1D}"/>
          </ac:spMkLst>
        </pc:spChg>
        <pc:picChg chg="add mod">
          <ac:chgData name="达 周" userId="d3c3af45359772bc" providerId="LiveId" clId="{A01D3984-901F-4AE8-B4E3-8200C363F87C}" dt="2020-02-08T12:03:18.330" v="135" actId="1076"/>
          <ac:picMkLst>
            <pc:docMk/>
            <pc:sldMk cId="3081696132" sldId="259"/>
            <ac:picMk id="4" creationId="{7F3DB3F0-E388-4E48-8D39-93943A9D0F10}"/>
          </ac:picMkLst>
        </pc:picChg>
        <pc:picChg chg="add mod">
          <ac:chgData name="达 周" userId="d3c3af45359772bc" providerId="LiveId" clId="{A01D3984-901F-4AE8-B4E3-8200C363F87C}" dt="2020-02-08T12:03:13.869" v="133" actId="1076"/>
          <ac:picMkLst>
            <pc:docMk/>
            <pc:sldMk cId="3081696132" sldId="259"/>
            <ac:picMk id="5" creationId="{0739B951-65D0-4C40-AF58-1C2B5812BDB3}"/>
          </ac:picMkLst>
        </pc:picChg>
      </pc:sldChg>
      <pc:sldChg chg="addSp delSp modSp add">
        <pc:chgData name="达 周" userId="d3c3af45359772bc" providerId="LiveId" clId="{A01D3984-901F-4AE8-B4E3-8200C363F87C}" dt="2020-02-08T12:04:32.115" v="143" actId="14100"/>
        <pc:sldMkLst>
          <pc:docMk/>
          <pc:sldMk cId="22503482" sldId="260"/>
        </pc:sldMkLst>
        <pc:spChg chg="mod">
          <ac:chgData name="达 周" userId="d3c3af45359772bc" providerId="LiveId" clId="{A01D3984-901F-4AE8-B4E3-8200C363F87C}" dt="2020-02-08T12:03:44.968" v="138" actId="20577"/>
          <ac:spMkLst>
            <pc:docMk/>
            <pc:sldMk cId="22503482" sldId="260"/>
            <ac:spMk id="2" creationId="{EE2E8398-7B20-4C99-AEE7-D1A2E268D6EC}"/>
          </ac:spMkLst>
        </pc:spChg>
        <pc:spChg chg="del">
          <ac:chgData name="达 周" userId="d3c3af45359772bc" providerId="LiveId" clId="{A01D3984-901F-4AE8-B4E3-8200C363F87C}" dt="2020-02-08T12:04:07.443" v="139"/>
          <ac:spMkLst>
            <pc:docMk/>
            <pc:sldMk cId="22503482" sldId="260"/>
            <ac:spMk id="3" creationId="{C61374AC-C20E-484F-BD14-EE348EBD81E0}"/>
          </ac:spMkLst>
        </pc:spChg>
        <pc:picChg chg="add mod">
          <ac:chgData name="达 周" userId="d3c3af45359772bc" providerId="LiveId" clId="{A01D3984-901F-4AE8-B4E3-8200C363F87C}" dt="2020-02-08T12:04:09.616" v="140" actId="1076"/>
          <ac:picMkLst>
            <pc:docMk/>
            <pc:sldMk cId="22503482" sldId="260"/>
            <ac:picMk id="4" creationId="{8EE906A0-8920-425F-A8EB-7007E0E05093}"/>
          </ac:picMkLst>
        </pc:picChg>
        <pc:picChg chg="add mod">
          <ac:chgData name="达 周" userId="d3c3af45359772bc" providerId="LiveId" clId="{A01D3984-901F-4AE8-B4E3-8200C363F87C}" dt="2020-02-08T12:04:32.115" v="143" actId="14100"/>
          <ac:picMkLst>
            <pc:docMk/>
            <pc:sldMk cId="22503482" sldId="260"/>
            <ac:picMk id="5" creationId="{55A66D8B-1166-4A50-9102-1FD770193DF9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43953781" sldId="260"/>
        </pc:sldMkLst>
      </pc:sldChg>
      <pc:sldChg chg="addSp delSp modSp add">
        <pc:chgData name="达 周" userId="d3c3af45359772bc" providerId="LiveId" clId="{A01D3984-901F-4AE8-B4E3-8200C363F87C}" dt="2020-02-08T12:05:55.367" v="151" actId="1076"/>
        <pc:sldMkLst>
          <pc:docMk/>
          <pc:sldMk cId="3029561612" sldId="261"/>
        </pc:sldMkLst>
        <pc:spChg chg="mod">
          <ac:chgData name="达 周" userId="d3c3af45359772bc" providerId="LiveId" clId="{A01D3984-901F-4AE8-B4E3-8200C363F87C}" dt="2020-02-08T12:04:57.640" v="145"/>
          <ac:spMkLst>
            <pc:docMk/>
            <pc:sldMk cId="3029561612" sldId="261"/>
            <ac:spMk id="2" creationId="{71911A02-221B-4B9B-AE37-65429D7760D1}"/>
          </ac:spMkLst>
        </pc:spChg>
        <pc:spChg chg="del">
          <ac:chgData name="达 周" userId="d3c3af45359772bc" providerId="LiveId" clId="{A01D3984-901F-4AE8-B4E3-8200C363F87C}" dt="2020-02-08T12:05:13.077" v="146"/>
          <ac:spMkLst>
            <pc:docMk/>
            <pc:sldMk cId="3029561612" sldId="261"/>
            <ac:spMk id="3" creationId="{D0FCC9CE-1454-423A-8270-544D44944985}"/>
          </ac:spMkLst>
        </pc:spChg>
        <pc:picChg chg="add mod">
          <ac:chgData name="达 周" userId="d3c3af45359772bc" providerId="LiveId" clId="{A01D3984-901F-4AE8-B4E3-8200C363F87C}" dt="2020-02-08T12:05:16.020" v="147" actId="1076"/>
          <ac:picMkLst>
            <pc:docMk/>
            <pc:sldMk cId="3029561612" sldId="261"/>
            <ac:picMk id="4" creationId="{1143F2E9-DF2A-452F-9E2F-1CEBAAA0CCA0}"/>
          </ac:picMkLst>
        </pc:picChg>
        <pc:picChg chg="add mod">
          <ac:chgData name="达 周" userId="d3c3af45359772bc" providerId="LiveId" clId="{A01D3984-901F-4AE8-B4E3-8200C363F87C}" dt="2020-02-08T12:05:55.367" v="151" actId="1076"/>
          <ac:picMkLst>
            <pc:docMk/>
            <pc:sldMk cId="3029561612" sldId="261"/>
            <ac:picMk id="5" creationId="{7172FA4B-10FA-4795-A7E6-EFED129948D4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55649471" sldId="262"/>
        </pc:sldMkLst>
      </pc:sldChg>
      <pc:sldChg chg="addSp delSp modSp add">
        <pc:chgData name="达 周" userId="d3c3af45359772bc" providerId="LiveId" clId="{A01D3984-901F-4AE8-B4E3-8200C363F87C}" dt="2020-02-08T12:08:25.822" v="168" actId="1076"/>
        <pc:sldMkLst>
          <pc:docMk/>
          <pc:sldMk cId="3304174577" sldId="262"/>
        </pc:sldMkLst>
        <pc:spChg chg="mod">
          <ac:chgData name="达 周" userId="d3c3af45359772bc" providerId="LiveId" clId="{A01D3984-901F-4AE8-B4E3-8200C363F87C}" dt="2020-02-08T12:06:23.440" v="153"/>
          <ac:spMkLst>
            <pc:docMk/>
            <pc:sldMk cId="3304174577" sldId="262"/>
            <ac:spMk id="2" creationId="{6D3727F5-F4DF-4E23-8D66-D3577B26F744}"/>
          </ac:spMkLst>
        </pc:spChg>
        <pc:spChg chg="del">
          <ac:chgData name="达 周" userId="d3c3af45359772bc" providerId="LiveId" clId="{A01D3984-901F-4AE8-B4E3-8200C363F87C}" dt="2020-02-08T12:06:59.620" v="154" actId="478"/>
          <ac:spMkLst>
            <pc:docMk/>
            <pc:sldMk cId="3304174577" sldId="262"/>
            <ac:spMk id="3" creationId="{48CB836E-AFEF-4D92-B156-95DE153A718C}"/>
          </ac:spMkLst>
        </pc:spChg>
        <pc:picChg chg="add mod modCrop">
          <ac:chgData name="达 周" userId="d3c3af45359772bc" providerId="LiveId" clId="{A01D3984-901F-4AE8-B4E3-8200C363F87C}" dt="2020-02-08T12:07:40.379" v="162" actId="732"/>
          <ac:picMkLst>
            <pc:docMk/>
            <pc:sldMk cId="3304174577" sldId="262"/>
            <ac:picMk id="4" creationId="{20CC02C6-C1C7-49FD-AB73-1F6E70636657}"/>
          </ac:picMkLst>
        </pc:picChg>
        <pc:picChg chg="add mod">
          <ac:chgData name="达 周" userId="d3c3af45359772bc" providerId="LiveId" clId="{A01D3984-901F-4AE8-B4E3-8200C363F87C}" dt="2020-02-08T12:07:43.512" v="163" actId="1076"/>
          <ac:picMkLst>
            <pc:docMk/>
            <pc:sldMk cId="3304174577" sldId="262"/>
            <ac:picMk id="5" creationId="{8C810FCF-137F-4B60-86D4-282CED0586C0}"/>
          </ac:picMkLst>
        </pc:picChg>
        <pc:picChg chg="add mod">
          <ac:chgData name="达 周" userId="d3c3af45359772bc" providerId="LiveId" clId="{A01D3984-901F-4AE8-B4E3-8200C363F87C}" dt="2020-02-08T12:08:25.822" v="168" actId="1076"/>
          <ac:picMkLst>
            <pc:docMk/>
            <pc:sldMk cId="3304174577" sldId="262"/>
            <ac:picMk id="6" creationId="{D263AB0A-1BB5-4708-8A8D-704BEEA6165E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80724547" sldId="263"/>
        </pc:sldMkLst>
      </pc:sldChg>
      <pc:sldChg chg="addSp delSp modSp add">
        <pc:chgData name="达 周" userId="d3c3af45359772bc" providerId="LiveId" clId="{A01D3984-901F-4AE8-B4E3-8200C363F87C}" dt="2020-02-08T12:23:40.056" v="216" actId="1076"/>
        <pc:sldMkLst>
          <pc:docMk/>
          <pc:sldMk cId="1808560910" sldId="263"/>
        </pc:sldMkLst>
        <pc:spChg chg="mod">
          <ac:chgData name="达 周" userId="d3c3af45359772bc" providerId="LiveId" clId="{A01D3984-901F-4AE8-B4E3-8200C363F87C}" dt="2020-02-08T12:09:25.491" v="170"/>
          <ac:spMkLst>
            <pc:docMk/>
            <pc:sldMk cId="1808560910" sldId="263"/>
            <ac:spMk id="2" creationId="{CE1BFDC0-07E4-45B6-B28C-CD39A51A553E}"/>
          </ac:spMkLst>
        </pc:spChg>
        <pc:spChg chg="del">
          <ac:chgData name="达 周" userId="d3c3af45359772bc" providerId="LiveId" clId="{A01D3984-901F-4AE8-B4E3-8200C363F87C}" dt="2020-02-08T12:10:06.672" v="171"/>
          <ac:spMkLst>
            <pc:docMk/>
            <pc:sldMk cId="1808560910" sldId="263"/>
            <ac:spMk id="3" creationId="{6E8622C0-D0AC-4676-8824-F28A4243DCC1}"/>
          </ac:spMkLst>
        </pc:spChg>
        <pc:spChg chg="add mod">
          <ac:chgData name="达 周" userId="d3c3af45359772bc" providerId="LiveId" clId="{A01D3984-901F-4AE8-B4E3-8200C363F87C}" dt="2020-02-08T12:23:40.056" v="216" actId="1076"/>
          <ac:spMkLst>
            <pc:docMk/>
            <pc:sldMk cId="1808560910" sldId="263"/>
            <ac:spMk id="6" creationId="{C243D81E-C0FC-4E98-AC2D-C8B7019D80E0}"/>
          </ac:spMkLst>
        </pc:spChg>
        <pc:graphicFrameChg chg="add mod">
          <ac:chgData name="达 周" userId="d3c3af45359772bc" providerId="LiveId" clId="{A01D3984-901F-4AE8-B4E3-8200C363F87C}" dt="2020-02-08T12:12:38.296" v="185" actId="1076"/>
          <ac:graphicFrameMkLst>
            <pc:docMk/>
            <pc:sldMk cId="1808560910" sldId="263"/>
            <ac:graphicFrameMk id="5" creationId="{2F132F1B-C6D4-4CC3-A141-F9B6332D73D3}"/>
          </ac:graphicFrameMkLst>
        </pc:graphicFrameChg>
        <pc:picChg chg="add mod">
          <ac:chgData name="达 周" userId="d3c3af45359772bc" providerId="LiveId" clId="{A01D3984-901F-4AE8-B4E3-8200C363F87C}" dt="2020-02-08T12:13:31.967" v="192" actId="1076"/>
          <ac:picMkLst>
            <pc:docMk/>
            <pc:sldMk cId="1808560910" sldId="263"/>
            <ac:picMk id="4" creationId="{141AF9D2-9942-4550-9676-85457EAE5A3C}"/>
          </ac:picMkLst>
        </pc:picChg>
      </pc:sldChg>
      <pc:sldChg chg="addSp delSp modSp add">
        <pc:chgData name="达 周" userId="d3c3af45359772bc" providerId="LiveId" clId="{A01D3984-901F-4AE8-B4E3-8200C363F87C}" dt="2020-02-08T12:25:01.492" v="230" actId="1076"/>
        <pc:sldMkLst>
          <pc:docMk/>
          <pc:sldMk cId="2842536019" sldId="264"/>
        </pc:sldMkLst>
        <pc:spChg chg="mod">
          <ac:chgData name="达 周" userId="d3c3af45359772bc" providerId="LiveId" clId="{A01D3984-901F-4AE8-B4E3-8200C363F87C}" dt="2020-02-08T12:24:48.015" v="227"/>
          <ac:spMkLst>
            <pc:docMk/>
            <pc:sldMk cId="2842536019" sldId="264"/>
            <ac:spMk id="2" creationId="{3ABD9470-7CF2-4029-A68D-87D612BB471C}"/>
          </ac:spMkLst>
        </pc:spChg>
        <pc:spChg chg="del">
          <ac:chgData name="达 周" userId="d3c3af45359772bc" providerId="LiveId" clId="{A01D3984-901F-4AE8-B4E3-8200C363F87C}" dt="2020-02-08T12:19:52.122" v="196"/>
          <ac:spMkLst>
            <pc:docMk/>
            <pc:sldMk cId="2842536019" sldId="264"/>
            <ac:spMk id="3" creationId="{584E8503-0E8B-4E28-B6B2-BCAEE0893A55}"/>
          </ac:spMkLst>
        </pc:spChg>
        <pc:spChg chg="add mod">
          <ac:chgData name="达 周" userId="d3c3af45359772bc" providerId="LiveId" clId="{A01D3984-901F-4AE8-B4E3-8200C363F87C}" dt="2020-02-08T12:24:57.828" v="229" actId="1076"/>
          <ac:spMkLst>
            <pc:docMk/>
            <pc:sldMk cId="2842536019" sldId="264"/>
            <ac:spMk id="7" creationId="{95FCCCE8-2982-4ACD-AA78-3B8BA821F9A7}"/>
          </ac:spMkLst>
        </pc:spChg>
        <pc:spChg chg="add del">
          <ac:chgData name="达 周" userId="d3c3af45359772bc" providerId="LiveId" clId="{A01D3984-901F-4AE8-B4E3-8200C363F87C}" dt="2020-02-08T12:23:11.937" v="212" actId="478"/>
          <ac:spMkLst>
            <pc:docMk/>
            <pc:sldMk cId="2842536019" sldId="264"/>
            <ac:spMk id="8" creationId="{1CAF1DBD-1306-492E-A757-D9836C1EA8C3}"/>
          </ac:spMkLst>
        </pc:spChg>
        <pc:graphicFrameChg chg="add mod">
          <ac:chgData name="达 周" userId="d3c3af45359772bc" providerId="LiveId" clId="{A01D3984-901F-4AE8-B4E3-8200C363F87C}" dt="2020-02-08T12:22:45.018" v="206" actId="14100"/>
          <ac:graphicFrameMkLst>
            <pc:docMk/>
            <pc:sldMk cId="2842536019" sldId="264"/>
            <ac:graphicFrameMk id="5" creationId="{A574C0AA-0C72-40BB-A6DC-40F64FD77B29}"/>
          </ac:graphicFrameMkLst>
        </pc:graphicFrameChg>
        <pc:graphicFrameChg chg="add mod">
          <ac:chgData name="达 周" userId="d3c3af45359772bc" providerId="LiveId" clId="{A01D3984-901F-4AE8-B4E3-8200C363F87C}" dt="2020-02-08T12:22:51.391" v="208"/>
          <ac:graphicFrameMkLst>
            <pc:docMk/>
            <pc:sldMk cId="2842536019" sldId="264"/>
            <ac:graphicFrameMk id="6" creationId="{40CD016E-66E2-4C46-8E75-4E074AF3D96D}"/>
          </ac:graphicFrameMkLst>
        </pc:graphicFrameChg>
        <pc:graphicFrameChg chg="add mod">
          <ac:chgData name="达 周" userId="d3c3af45359772bc" providerId="LiveId" clId="{A01D3984-901F-4AE8-B4E3-8200C363F87C}" dt="2020-02-08T12:25:01.492" v="230" actId="1076"/>
          <ac:graphicFrameMkLst>
            <pc:docMk/>
            <pc:sldMk cId="2842536019" sldId="264"/>
            <ac:graphicFrameMk id="9" creationId="{006DCB5B-FE03-4798-BA3F-28F94E402182}"/>
          </ac:graphicFrameMkLst>
        </pc:graphicFrameChg>
        <pc:picChg chg="add mod">
          <ac:chgData name="达 周" userId="d3c3af45359772bc" providerId="LiveId" clId="{A01D3984-901F-4AE8-B4E3-8200C363F87C}" dt="2020-02-08T12:19:57.503" v="197" actId="1076"/>
          <ac:picMkLst>
            <pc:docMk/>
            <pc:sldMk cId="2842536019" sldId="264"/>
            <ac:picMk id="4" creationId="{BF21FC8B-C3F7-4647-A91E-C3BAAACEC6E4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845904431" sldId="264"/>
        </pc:sldMkLst>
      </pc:sldChg>
      <pc:sldChg chg="addSp delSp modSp add">
        <pc:chgData name="达 周" userId="d3c3af45359772bc" providerId="LiveId" clId="{A01D3984-901F-4AE8-B4E3-8200C363F87C}" dt="2020-02-08T12:26:17.035" v="256" actId="1076"/>
        <pc:sldMkLst>
          <pc:docMk/>
          <pc:sldMk cId="1265752046" sldId="265"/>
        </pc:sldMkLst>
        <pc:spChg chg="mod">
          <ac:chgData name="达 周" userId="d3c3af45359772bc" providerId="LiveId" clId="{A01D3984-901F-4AE8-B4E3-8200C363F87C}" dt="2020-02-08T12:26:07.509" v="253" actId="20577"/>
          <ac:spMkLst>
            <pc:docMk/>
            <pc:sldMk cId="1265752046" sldId="265"/>
            <ac:spMk id="2" creationId="{BFAAEC5A-D4CA-4232-ABB3-82F579BC9729}"/>
          </ac:spMkLst>
        </pc:spChg>
        <pc:spChg chg="del">
          <ac:chgData name="达 周" userId="d3c3af45359772bc" providerId="LiveId" clId="{A01D3984-901F-4AE8-B4E3-8200C363F87C}" dt="2020-02-08T12:25:42.024" v="232"/>
          <ac:spMkLst>
            <pc:docMk/>
            <pc:sldMk cId="1265752046" sldId="265"/>
            <ac:spMk id="3" creationId="{58541C15-06A1-4273-B16C-CC17AA0A8A8E}"/>
          </ac:spMkLst>
        </pc:spChg>
        <pc:picChg chg="add mod">
          <ac:chgData name="达 周" userId="d3c3af45359772bc" providerId="LiveId" clId="{A01D3984-901F-4AE8-B4E3-8200C363F87C}" dt="2020-02-08T12:26:17.035" v="256" actId="1076"/>
          <ac:picMkLst>
            <pc:docMk/>
            <pc:sldMk cId="1265752046" sldId="265"/>
            <ac:picMk id="4" creationId="{66FE151C-BD2E-406D-851A-7A33767B5F3E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145132579" sldId="265"/>
        </pc:sldMkLst>
      </pc:sldChg>
      <pc:sldChg chg="addSp delSp modSp add">
        <pc:chgData name="达 周" userId="d3c3af45359772bc" providerId="LiveId" clId="{A01D3984-901F-4AE8-B4E3-8200C363F87C}" dt="2020-02-08T12:29:36.890" v="266" actId="1076"/>
        <pc:sldMkLst>
          <pc:docMk/>
          <pc:sldMk cId="2394474079" sldId="266"/>
        </pc:sldMkLst>
        <pc:spChg chg="mod">
          <ac:chgData name="达 周" userId="d3c3af45359772bc" providerId="LiveId" clId="{A01D3984-901F-4AE8-B4E3-8200C363F87C}" dt="2020-02-08T12:26:31.162" v="258"/>
          <ac:spMkLst>
            <pc:docMk/>
            <pc:sldMk cId="2394474079" sldId="266"/>
            <ac:spMk id="2" creationId="{47C7FA8D-FBE7-4B38-9D41-8E2E38E9BDCB}"/>
          </ac:spMkLst>
        </pc:spChg>
        <pc:spChg chg="del">
          <ac:chgData name="达 周" userId="d3c3af45359772bc" providerId="LiveId" clId="{A01D3984-901F-4AE8-B4E3-8200C363F87C}" dt="2020-02-08T12:29:34.895" v="265"/>
          <ac:spMkLst>
            <pc:docMk/>
            <pc:sldMk cId="2394474079" sldId="266"/>
            <ac:spMk id="3" creationId="{C42D0657-8AF1-4436-8F16-8837C6B06570}"/>
          </ac:spMkLst>
        </pc:spChg>
        <pc:picChg chg="add mod">
          <ac:chgData name="达 周" userId="d3c3af45359772bc" providerId="LiveId" clId="{A01D3984-901F-4AE8-B4E3-8200C363F87C}" dt="2020-02-08T12:29:36.890" v="266" actId="1076"/>
          <ac:picMkLst>
            <pc:docMk/>
            <pc:sldMk cId="2394474079" sldId="266"/>
            <ac:picMk id="4" creationId="{ADA4DA78-25EE-49D3-AA1B-8ADC2B7F64E8}"/>
          </ac:picMkLst>
        </pc:picChg>
      </pc:sldChg>
      <pc:sldChg chg="addSp delSp modSp add">
        <pc:chgData name="达 周" userId="d3c3af45359772bc" providerId="LiveId" clId="{A01D3984-901F-4AE8-B4E3-8200C363F87C}" dt="2020-02-08T12:28:56.918" v="264" actId="1076"/>
        <pc:sldMkLst>
          <pc:docMk/>
          <pc:sldMk cId="2262595845" sldId="267"/>
        </pc:sldMkLst>
        <pc:spChg chg="mod">
          <ac:chgData name="达 周" userId="d3c3af45359772bc" providerId="LiveId" clId="{A01D3984-901F-4AE8-B4E3-8200C363F87C}" dt="2020-02-08T12:27:58" v="261" actId="20577"/>
          <ac:spMkLst>
            <pc:docMk/>
            <pc:sldMk cId="2262595845" sldId="267"/>
            <ac:spMk id="2" creationId="{EB1F01FD-80B0-4056-93CB-9A8EECB80D64}"/>
          </ac:spMkLst>
        </pc:spChg>
        <pc:spChg chg="del">
          <ac:chgData name="达 周" userId="d3c3af45359772bc" providerId="LiveId" clId="{A01D3984-901F-4AE8-B4E3-8200C363F87C}" dt="2020-02-08T12:28:50.802" v="262"/>
          <ac:spMkLst>
            <pc:docMk/>
            <pc:sldMk cId="2262595845" sldId="267"/>
            <ac:spMk id="3" creationId="{BB834A07-4D03-412F-9FF7-057CF6BC178F}"/>
          </ac:spMkLst>
        </pc:spChg>
        <pc:picChg chg="add mod">
          <ac:chgData name="达 周" userId="d3c3af45359772bc" providerId="LiveId" clId="{A01D3984-901F-4AE8-B4E3-8200C363F87C}" dt="2020-02-08T12:28:56.918" v="264" actId="1076"/>
          <ac:picMkLst>
            <pc:docMk/>
            <pc:sldMk cId="2262595845" sldId="267"/>
            <ac:picMk id="4" creationId="{3F4BE757-D3B9-48B7-92F5-C0248A47CC58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578546234" sldId="268"/>
        </pc:sldMkLst>
      </pc:sldChg>
      <pc:sldChg chg="addSp delSp modSp add">
        <pc:chgData name="达 周" userId="d3c3af45359772bc" providerId="LiveId" clId="{A01D3984-901F-4AE8-B4E3-8200C363F87C}" dt="2020-02-08T12:36:02.156" v="318" actId="1076"/>
        <pc:sldMkLst>
          <pc:docMk/>
          <pc:sldMk cId="2603094986" sldId="268"/>
        </pc:sldMkLst>
        <pc:spChg chg="mod">
          <ac:chgData name="达 周" userId="d3c3af45359772bc" providerId="LiveId" clId="{A01D3984-901F-4AE8-B4E3-8200C363F87C}" dt="2020-02-08T12:34:44.073" v="307" actId="20577"/>
          <ac:spMkLst>
            <pc:docMk/>
            <pc:sldMk cId="2603094986" sldId="268"/>
            <ac:spMk id="2" creationId="{FB9F3CF1-276D-4EDE-AAFD-E0BB5C1A2022}"/>
          </ac:spMkLst>
        </pc:spChg>
        <pc:spChg chg="del">
          <ac:chgData name="达 周" userId="d3c3af45359772bc" providerId="LiveId" clId="{A01D3984-901F-4AE8-B4E3-8200C363F87C}" dt="2020-02-08T12:35:10.218" v="308"/>
          <ac:spMkLst>
            <pc:docMk/>
            <pc:sldMk cId="2603094986" sldId="268"/>
            <ac:spMk id="3" creationId="{42E7B86E-CB2F-409E-A72D-44F595FAA35F}"/>
          </ac:spMkLst>
        </pc:spChg>
        <pc:picChg chg="add mod">
          <ac:chgData name="达 周" userId="d3c3af45359772bc" providerId="LiveId" clId="{A01D3984-901F-4AE8-B4E3-8200C363F87C}" dt="2020-02-08T12:35:18.927" v="313" actId="1076"/>
          <ac:picMkLst>
            <pc:docMk/>
            <pc:sldMk cId="2603094986" sldId="268"/>
            <ac:picMk id="4" creationId="{DCB8C068-0978-4E3B-BF36-4790584B8FF0}"/>
          </ac:picMkLst>
        </pc:picChg>
        <pc:picChg chg="add mod">
          <ac:chgData name="达 周" userId="d3c3af45359772bc" providerId="LiveId" clId="{A01D3984-901F-4AE8-B4E3-8200C363F87C}" dt="2020-02-08T12:36:02.156" v="318" actId="1076"/>
          <ac:picMkLst>
            <pc:docMk/>
            <pc:sldMk cId="2603094986" sldId="268"/>
            <ac:picMk id="5" creationId="{426763E6-0F12-479C-A47A-55D0926F5D94}"/>
          </ac:picMkLst>
        </pc:picChg>
      </pc:sldChg>
      <pc:sldChg chg="addSp modSp add">
        <pc:chgData name="达 周" userId="d3c3af45359772bc" providerId="LiveId" clId="{A01D3984-901F-4AE8-B4E3-8200C363F87C}" dt="2020-02-08T12:40:26.700" v="369" actId="20577"/>
        <pc:sldMkLst>
          <pc:docMk/>
          <pc:sldMk cId="2738215093" sldId="269"/>
        </pc:sldMkLst>
        <pc:spChg chg="mod">
          <ac:chgData name="达 周" userId="d3c3af45359772bc" providerId="LiveId" clId="{A01D3984-901F-4AE8-B4E3-8200C363F87C}" dt="2020-02-08T12:37:30.471" v="337"/>
          <ac:spMkLst>
            <pc:docMk/>
            <pc:sldMk cId="2738215093" sldId="269"/>
            <ac:spMk id="2" creationId="{A947D433-62BE-4175-8DA2-F267CB5E4D3C}"/>
          </ac:spMkLst>
        </pc:spChg>
        <pc:spChg chg="mod">
          <ac:chgData name="达 周" userId="d3c3af45359772bc" providerId="LiveId" clId="{A01D3984-901F-4AE8-B4E3-8200C363F87C}" dt="2020-02-08T12:40:26.700" v="369" actId="20577"/>
          <ac:spMkLst>
            <pc:docMk/>
            <pc:sldMk cId="2738215093" sldId="269"/>
            <ac:spMk id="3" creationId="{DADBAF10-8684-4C2F-99CD-ABB2D8970D87}"/>
          </ac:spMkLst>
        </pc:spChg>
        <pc:picChg chg="add mod">
          <ac:chgData name="达 周" userId="d3c3af45359772bc" providerId="LiveId" clId="{A01D3984-901F-4AE8-B4E3-8200C363F87C}" dt="2020-02-08T12:39:15.425" v="348" actId="1076"/>
          <ac:picMkLst>
            <pc:docMk/>
            <pc:sldMk cId="2738215093" sldId="269"/>
            <ac:picMk id="4" creationId="{7760BFAE-E762-4358-A0C7-464DDB119962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122476328" sldId="269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253475589" sldId="270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397830263" sldId="271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631601641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6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65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8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72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9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94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61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4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5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12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19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3DFD1-A9C9-4767-963A-6928A46DA6D0}" type="datetimeFigureOut">
              <a:rPr lang="zh-CN" altLang="en-US" smtClean="0"/>
              <a:t>2022-4-11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6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5E3CA-2273-449A-98A0-13A6CBEBF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Fourier Transforms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BD7AEF-F554-460B-848C-2F09F325F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 Zhou (</a:t>
            </a:r>
            <a:r>
              <a:rPr lang="zh-CN" altLang="en-US" dirty="0"/>
              <a:t>周 达</a:t>
            </a:r>
            <a:r>
              <a:rPr lang="en-US" altLang="zh-CN" dirty="0"/>
              <a:t>)</a:t>
            </a:r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44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A3E78-7074-4ADF-B463-40460045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series revisited ( with period </a:t>
            </a:r>
            <a:r>
              <a:rPr lang="en-US" altLang="zh-CN" i="1" dirty="0"/>
              <a:t>T </a:t>
            </a:r>
            <a:r>
              <a:rPr lang="en-US" altLang="zh-CN" dirty="0"/>
              <a:t>)  </a:t>
            </a:r>
            <a:endParaRPr lang="zh-CN" altLang="en-US" dirty="0"/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DB8433C7-FC93-4363-B253-E424D62BA15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801286"/>
              </p:ext>
            </p:extLst>
          </p:nvPr>
        </p:nvGraphicFramePr>
        <p:xfrm>
          <a:off x="1100773" y="2903269"/>
          <a:ext cx="9529898" cy="1466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431640" progId="Equation.DSMT4">
                  <p:embed/>
                </p:oleObj>
              </mc:Choice>
              <mc:Fallback>
                <p:oleObj name="Equation" r:id="rId2" imgW="2806560" imgH="431640" progId="Equation.DSMT4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DB8433C7-FC93-4363-B253-E424D62BA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773" y="2903269"/>
                        <a:ext cx="9529898" cy="1466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060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A3E78-7074-4ADF-B463-40460045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series revisited ( with period </a:t>
            </a:r>
            <a:r>
              <a:rPr lang="en-US" altLang="zh-CN" i="1" dirty="0"/>
              <a:t>T </a:t>
            </a:r>
            <a:r>
              <a:rPr lang="en-US" altLang="zh-CN" dirty="0"/>
              <a:t>)  </a:t>
            </a:r>
            <a:endParaRPr lang="zh-CN" altLang="en-US" dirty="0"/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DB8433C7-FC93-4363-B253-E424D62BA15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43773" y="2164715"/>
          <a:ext cx="62928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431640" progId="Equation.DSMT4">
                  <p:embed/>
                </p:oleObj>
              </mc:Choice>
              <mc:Fallback>
                <p:oleObj name="Equation" r:id="rId2" imgW="2806560" imgH="431640" progId="Equation.DSMT4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DB8433C7-FC93-4363-B253-E424D62BA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773" y="2164715"/>
                        <a:ext cx="6292850" cy="968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下 4">
            <a:extLst>
              <a:ext uri="{FF2B5EF4-FFF2-40B4-BE49-F238E27FC236}">
                <a16:creationId xmlns:a16="http://schemas.microsoft.com/office/drawing/2014/main" id="{AC9DBDF3-51BC-43AE-A9C3-E367E646B1D2}"/>
              </a:ext>
            </a:extLst>
          </p:cNvPr>
          <p:cNvSpPr/>
          <p:nvPr/>
        </p:nvSpPr>
        <p:spPr>
          <a:xfrm>
            <a:off x="5252720" y="3342640"/>
            <a:ext cx="386080" cy="7315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14C85A33-C9D7-4AB2-823F-6D04895CC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4129088"/>
          <a:ext cx="93964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760" imgH="431640" progId="Equation.DSMT4">
                  <p:embed/>
                </p:oleObj>
              </mc:Choice>
              <mc:Fallback>
                <p:oleObj name="Equation" r:id="rId4" imgW="4190760" imgH="431640" progId="Equation.DSMT4">
                  <p:embed/>
                  <p:pic>
                    <p:nvPicPr>
                      <p:cNvPr id="6" name="Object 13">
                        <a:extLst>
                          <a:ext uri="{FF2B5EF4-FFF2-40B4-BE49-F238E27FC236}">
                            <a16:creationId xmlns:a16="http://schemas.microsoft.com/office/drawing/2014/main" id="{14C85A33-C9D7-4AB2-823F-6D04895CC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129088"/>
                        <a:ext cx="9396412" cy="968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A3E78-7074-4ADF-B463-40460045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series revisited ( with period </a:t>
            </a:r>
            <a:r>
              <a:rPr lang="en-US" altLang="zh-CN" i="1" dirty="0"/>
              <a:t>T </a:t>
            </a:r>
            <a:r>
              <a:rPr lang="en-US" altLang="zh-CN" dirty="0"/>
              <a:t>)  </a:t>
            </a:r>
            <a:endParaRPr lang="zh-CN" altLang="en-US" dirty="0"/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DB8433C7-FC93-4363-B253-E424D62BA15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43773" y="2164715"/>
          <a:ext cx="62928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431640" progId="Equation.DSMT4">
                  <p:embed/>
                </p:oleObj>
              </mc:Choice>
              <mc:Fallback>
                <p:oleObj name="Equation" r:id="rId2" imgW="2806560" imgH="431640" progId="Equation.DSMT4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DB8433C7-FC93-4363-B253-E424D62BA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773" y="2164715"/>
                        <a:ext cx="6292850" cy="968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下 4">
            <a:extLst>
              <a:ext uri="{FF2B5EF4-FFF2-40B4-BE49-F238E27FC236}">
                <a16:creationId xmlns:a16="http://schemas.microsoft.com/office/drawing/2014/main" id="{AC9DBDF3-51BC-43AE-A9C3-E367E646B1D2}"/>
              </a:ext>
            </a:extLst>
          </p:cNvPr>
          <p:cNvSpPr/>
          <p:nvPr/>
        </p:nvSpPr>
        <p:spPr>
          <a:xfrm>
            <a:off x="5252720" y="3342640"/>
            <a:ext cx="386080" cy="7315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14C85A33-C9D7-4AB2-823F-6D04895CC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4129088"/>
          <a:ext cx="93964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760" imgH="431640" progId="Equation.DSMT4">
                  <p:embed/>
                </p:oleObj>
              </mc:Choice>
              <mc:Fallback>
                <p:oleObj name="Equation" r:id="rId4" imgW="4190760" imgH="431640" progId="Equation.DSMT4">
                  <p:embed/>
                  <p:pic>
                    <p:nvPicPr>
                      <p:cNvPr id="6" name="Object 13">
                        <a:extLst>
                          <a:ext uri="{FF2B5EF4-FFF2-40B4-BE49-F238E27FC236}">
                            <a16:creationId xmlns:a16="http://schemas.microsoft.com/office/drawing/2014/main" id="{14C85A33-C9D7-4AB2-823F-6D04895CC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129088"/>
                        <a:ext cx="9396412" cy="968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2FDDDBB7-DA3B-4C50-AEC2-937785BF8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0" y="5765800"/>
          <a:ext cx="70675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49280" imgH="291960" progId="Equation.DSMT4">
                  <p:embed/>
                </p:oleObj>
              </mc:Choice>
              <mc:Fallback>
                <p:oleObj name="Equation" r:id="rId6" imgW="3149280" imgH="29196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2FDDDBB7-DA3B-4C50-AEC2-937785BF8D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5765800"/>
                        <a:ext cx="7067550" cy="655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326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D8A71D9D-CB99-4388-9DAF-B80650472B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81" y="822960"/>
            <a:ext cx="6997638" cy="580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38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Complex form of Fourier series ( with period </a:t>
            </a:r>
            <a:r>
              <a:rPr lang="en-US" altLang="zh-CN" i="1" dirty="0"/>
              <a:t>T 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4E3A1BB3-AF02-4450-80CD-73BCAA70672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321385"/>
              </p:ext>
            </p:extLst>
          </p:nvPr>
        </p:nvGraphicFramePr>
        <p:xfrm>
          <a:off x="1296438" y="2605918"/>
          <a:ext cx="9599124" cy="297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480" imgH="965160" progId="Equation.DSMT4">
                  <p:embed/>
                </p:oleObj>
              </mc:Choice>
              <mc:Fallback>
                <p:oleObj name="Equation" r:id="rId2" imgW="3111480" imgH="96516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4E3A1BB3-AF02-4450-80CD-73BCAA706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438" y="2605918"/>
                        <a:ext cx="9599124" cy="2977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560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Orthogonality relation</a:t>
            </a:r>
            <a:endParaRPr lang="zh-CN" altLang="en-US" dirty="0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4E3A1BB3-AF02-4450-80CD-73BCAA70672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987631"/>
              </p:ext>
            </p:extLst>
          </p:nvPr>
        </p:nvGraphicFramePr>
        <p:xfrm>
          <a:off x="1787281" y="1963614"/>
          <a:ext cx="8426708" cy="4384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600" imgH="1790640" progId="Equation.DSMT4">
                  <p:embed/>
                </p:oleObj>
              </mc:Choice>
              <mc:Fallback>
                <p:oleObj name="Equation" r:id="rId2" imgW="3441600" imgH="179064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4E3A1BB3-AF02-4450-80CD-73BCAA706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281" y="1963614"/>
                        <a:ext cx="8426708" cy="43844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786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Orthogonality relation</a:t>
            </a:r>
            <a:endParaRPr lang="zh-CN" altLang="en-US" dirty="0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4E3A1BB3-AF02-4450-80CD-73BCAA70672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493355"/>
              </p:ext>
            </p:extLst>
          </p:nvPr>
        </p:nvGraphicFramePr>
        <p:xfrm>
          <a:off x="1479550" y="1602764"/>
          <a:ext cx="8323873" cy="500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600" imgH="2070000" progId="Equation.DSMT4">
                  <p:embed/>
                </p:oleObj>
              </mc:Choice>
              <mc:Fallback>
                <p:oleObj name="Equation" r:id="rId2" imgW="3441600" imgH="20700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4E3A1BB3-AF02-4450-80CD-73BCAA706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1602764"/>
                        <a:ext cx="8323873" cy="50068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17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89E7A-9598-4E42-8619-FC005F67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A3F2596-D2A3-4C03-BA3A-6BDBEC185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593" y="2017712"/>
            <a:ext cx="7733799" cy="25551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317C3B7-A2FE-4E8C-83AE-831904B7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692149"/>
            <a:ext cx="2135981" cy="67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3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11EA3-4D26-496C-B7E9-15D83761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Remarks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FC03-5BAD-49D3-9BBE-A1EF31DBCF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The variables are often called 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instead of 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 and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i="1" dirty="0"/>
                  <a:t>k</a:t>
                </a:r>
                <a:r>
                  <a:rPr lang="en-US" altLang="zh-CN" dirty="0"/>
                  <a:t> could be complex variable.</a:t>
                </a:r>
              </a:p>
              <a:p>
                <a:r>
                  <a:rPr lang="en-US" altLang="zh-CN" dirty="0"/>
                  <a:t>The existence of Fourier transform (FT)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 - necessary condition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 - sufficient condition (bounded variation, a finite number of discontinuities and absolutely integrable) </a:t>
                </a:r>
              </a:p>
              <a:p>
                <a:r>
                  <a:rPr lang="en-US" altLang="zh-CN" dirty="0"/>
                  <a:t>Several different definitions of the FT.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FC03-5BAD-49D3-9BBE-A1EF31DBC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4A55081A-404B-4347-9311-A451F0BA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144" y="0"/>
            <a:ext cx="401213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43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BDDC9-5425-46E9-90D7-9FFDE4BC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BF2FEEB-2F11-4DDC-B3F8-43872CC77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704" y="2455408"/>
            <a:ext cx="6339036" cy="23012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D64C5A-1AE9-4198-89A4-0948EC343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21" y="724296"/>
            <a:ext cx="2528888" cy="60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83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790343A-948B-49DE-B8A2-098F8204E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695" y="765270"/>
            <a:ext cx="6928343" cy="42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14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790343A-948B-49DE-B8A2-098F8204E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695" y="765270"/>
            <a:ext cx="6928343" cy="42436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581461-C5B1-4170-8DA7-04C3B5E8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86" y="3522980"/>
            <a:ext cx="6251914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7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9AC1820-18B7-4D06-9CE8-44A7C3DF6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83" y="480782"/>
            <a:ext cx="6406615" cy="456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25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9AC1820-18B7-4D06-9CE8-44A7C3DF6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83" y="480782"/>
            <a:ext cx="6406615" cy="45687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44CB71-4733-4F80-9BBC-26B244B0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473" y="3827118"/>
            <a:ext cx="6152184" cy="29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09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974CD-5159-4FD1-B958-CFC1D0E3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2674778"/>
            <a:ext cx="9331960" cy="1325563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Is there any function that could be equal to its FT? 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951719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FE3C24-E28A-478F-8D89-43026B947D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947"/>
          <a:stretch/>
        </p:blipFill>
        <p:spPr>
          <a:xfrm>
            <a:off x="615845" y="739734"/>
            <a:ext cx="8129437" cy="204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2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FE3C24-E28A-478F-8D89-43026B947D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947"/>
          <a:stretch/>
        </p:blipFill>
        <p:spPr>
          <a:xfrm>
            <a:off x="615845" y="739734"/>
            <a:ext cx="8129437" cy="204742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9167EEC-C19C-4167-851D-8A6A75A94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408" y="3403879"/>
            <a:ext cx="6843640" cy="30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31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E8398-7B20-4C99-AEE7-D1A2E268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EE906A0-8920-425F-A8EB-7007E0E05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0887"/>
            <a:ext cx="10094576" cy="184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E8398-7B20-4C99-AEE7-D1A2E268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A66D8B-1166-4A50-9102-1FD77019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51" y="2364740"/>
            <a:ext cx="10051672" cy="164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1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11A02-221B-4B9B-AE37-65429D77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143F2E9-DF2A-452F-9E2F-1CEBAAA0C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334" y="2105178"/>
            <a:ext cx="10593420" cy="216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61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11A02-221B-4B9B-AE37-65429D77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72FA4B-10FA-4795-A7E6-EFED12994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6" y="2346240"/>
            <a:ext cx="11091736" cy="19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38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727F5-F4DF-4E23-8D66-D3577B2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CC02C6-C1C7-49FD-AB73-1F6E70636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319"/>
          <a:stretch/>
        </p:blipFill>
        <p:spPr>
          <a:xfrm>
            <a:off x="1079499" y="2754107"/>
            <a:ext cx="10060431" cy="12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74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727F5-F4DF-4E23-8D66-D3577B2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810FCF-137F-4B60-86D4-282CED05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" y="2160683"/>
            <a:ext cx="11222946" cy="142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3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727F5-F4DF-4E23-8D66-D3577B2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properties of the Fourier transform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63AB0A-1BB5-4708-8A8D-704BEEA61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82" y="2171970"/>
            <a:ext cx="10799274" cy="12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44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1FD5-9B16-40ED-8E52-78E5029B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Dirac delta function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778DAC-3436-441D-998C-1C8FC40F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24" y="1990710"/>
            <a:ext cx="4653441" cy="996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9D3860-8E8D-420A-A101-73996B98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372" y="1946437"/>
            <a:ext cx="2679782" cy="9963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6D0B941-1BB8-4D42-B78C-09F071064765}"/>
              </a:ext>
            </a:extLst>
          </p:cNvPr>
          <p:cNvSpPr txBox="1"/>
          <p:nvPr/>
        </p:nvSpPr>
        <p:spPr>
          <a:xfrm>
            <a:off x="1290320" y="1859999"/>
            <a:ext cx="7463834" cy="1213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46BEABA-2659-466C-B47F-D55A75125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622691"/>
              </p:ext>
            </p:extLst>
          </p:nvPr>
        </p:nvGraphicFramePr>
        <p:xfrm>
          <a:off x="1844062" y="3784679"/>
          <a:ext cx="635635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520" imgH="228600" progId="Equation.DSMT4">
                  <p:embed/>
                </p:oleObj>
              </mc:Choice>
              <mc:Fallback>
                <p:oleObj name="Equation" r:id="rId4" imgW="238752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46BEABA-2659-466C-B47F-D55A75125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4062" y="3784679"/>
                        <a:ext cx="6356350" cy="608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891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1FD5-9B16-40ED-8E52-78E5029B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Dirac delta function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778DAC-3436-441D-998C-1C8FC40F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24" y="1990710"/>
            <a:ext cx="4653441" cy="996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9D3860-8E8D-420A-A101-73996B98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372" y="1946437"/>
            <a:ext cx="2679782" cy="9963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6D0B941-1BB8-4D42-B78C-09F071064765}"/>
              </a:ext>
            </a:extLst>
          </p:cNvPr>
          <p:cNvSpPr txBox="1"/>
          <p:nvPr/>
        </p:nvSpPr>
        <p:spPr>
          <a:xfrm>
            <a:off x="1290320" y="1859999"/>
            <a:ext cx="7463834" cy="1213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D03F911-9DCF-4428-BBDE-526007635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080" y="3177150"/>
            <a:ext cx="3522778" cy="3680850"/>
          </a:xfrm>
          <a:prstGeom prst="rect">
            <a:avLst/>
          </a:prstGeom>
        </p:spPr>
      </p:pic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46BEABA-2659-466C-B47F-D55A751258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062" y="3784679"/>
          <a:ext cx="635635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228600" progId="Equation.DSMT4">
                  <p:embed/>
                </p:oleObj>
              </mc:Choice>
              <mc:Fallback>
                <p:oleObj name="Equation" r:id="rId5" imgW="238752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46BEABA-2659-466C-B47F-D55A75125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4062" y="3784679"/>
                        <a:ext cx="6356350" cy="608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4719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1FD5-9B16-40ED-8E52-78E5029B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Dirac delta function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B477B71-3D47-4736-8FEC-A3A20A14E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633" y="1807352"/>
            <a:ext cx="4244477" cy="13255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D685DB-C516-442F-A990-2EA3B9F0E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510" y="1807352"/>
            <a:ext cx="4060406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94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1FD5-9B16-40ED-8E52-78E5029B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Dirac delta function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B477B71-3D47-4736-8FEC-A3A20A14E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633" y="1807352"/>
            <a:ext cx="4244477" cy="13255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D685DB-C516-442F-A990-2EA3B9F0E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510" y="1807352"/>
            <a:ext cx="4060406" cy="132556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6B9D011-F8D5-445C-8024-F442B8A42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232" y="3632200"/>
            <a:ext cx="8660595" cy="164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5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87FD8-50D0-4D66-8F61-752D411C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for Dirac delta function 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3886A1B-A5F1-4F1A-9015-A8DBA88B7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6217" y="1844729"/>
            <a:ext cx="7552011" cy="37208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E6F74D-F8DF-4DBC-B30D-E3994C83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660"/>
            <a:ext cx="4674068" cy="17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08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87FD8-50D0-4D66-8F61-752D411C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for Dirac delta function 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6F1DAA4-BE61-4E95-AF50-9DF5C1BE6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375" y="1813695"/>
            <a:ext cx="5914653" cy="112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5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87FD8-50D0-4D66-8F61-752D411C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for Dirac delta function 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6F1DAA4-BE61-4E95-AF50-9DF5C1BE6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375" y="1813695"/>
            <a:ext cx="5914653" cy="1122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025D81-0F97-4041-BF95-8EAF5A8C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18" y="3687900"/>
            <a:ext cx="4127002" cy="112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79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87FD8-50D0-4D66-8F61-752D411C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for Dirac delta function 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6F1DAA4-BE61-4E95-AF50-9DF5C1BE6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375" y="1813695"/>
            <a:ext cx="5914653" cy="1122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025D81-0F97-4041-BF95-8EAF5A8C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18" y="3687900"/>
            <a:ext cx="4127002" cy="1122544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A785878D-F57E-44EA-9AA3-9AD7EAFF4B7B}"/>
              </a:ext>
            </a:extLst>
          </p:cNvPr>
          <p:cNvSpPr/>
          <p:nvPr/>
        </p:nvSpPr>
        <p:spPr>
          <a:xfrm>
            <a:off x="5608320" y="4210824"/>
            <a:ext cx="589280" cy="1986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CF9676-1998-4D3E-8A08-5613A0C3B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900" y="3639392"/>
            <a:ext cx="381099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14960</TotalTime>
  <Words>215</Words>
  <Application>Microsoft Office PowerPoint</Application>
  <PresentationFormat>宽屏</PresentationFormat>
  <Paragraphs>34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Office 主题​​</vt:lpstr>
      <vt:lpstr>Equation</vt:lpstr>
      <vt:lpstr>Fourier Transforms</vt:lpstr>
      <vt:lpstr>Fourier series revisited ( with period T )  </vt:lpstr>
      <vt:lpstr>Fourier series revisited ( with period T )  </vt:lpstr>
      <vt:lpstr>Fourier series revisited ( with period T )  </vt:lpstr>
      <vt:lpstr>PowerPoint 演示文稿</vt:lpstr>
      <vt:lpstr>Complex form of Fourier series ( with period T ) </vt:lpstr>
      <vt:lpstr>Orthogonality relation</vt:lpstr>
      <vt:lpstr>Orthogonality relation</vt:lpstr>
      <vt:lpstr>Forward Fourier transform</vt:lpstr>
      <vt:lpstr>Remarks</vt:lpstr>
      <vt:lpstr>Inverse Fourier transform</vt:lpstr>
      <vt:lpstr>PowerPoint 演示文稿</vt:lpstr>
      <vt:lpstr>PowerPoint 演示文稿</vt:lpstr>
      <vt:lpstr>PowerPoint 演示文稿</vt:lpstr>
      <vt:lpstr>PowerPoint 演示文稿</vt:lpstr>
      <vt:lpstr>Is there any function that could be equal to its FT? </vt:lpstr>
      <vt:lpstr>PowerPoint 演示文稿</vt:lpstr>
      <vt:lpstr>PowerPoint 演示文稿</vt:lpstr>
      <vt:lpstr>Basic properties of the Fourier transform</vt:lpstr>
      <vt:lpstr>Basic properties of the Fourier transform</vt:lpstr>
      <vt:lpstr>Basic properties of the Fourier transform</vt:lpstr>
      <vt:lpstr>Basic properties of the Fourier transform</vt:lpstr>
      <vt:lpstr>Basic properties of the Fourier transform</vt:lpstr>
      <vt:lpstr>Basic properties of the Fourier transform</vt:lpstr>
      <vt:lpstr>Basic properties of the Fourier transform</vt:lpstr>
      <vt:lpstr>Dirac delta function</vt:lpstr>
      <vt:lpstr>Dirac delta function</vt:lpstr>
      <vt:lpstr>Dirac delta function</vt:lpstr>
      <vt:lpstr>Dirac delta function</vt:lpstr>
      <vt:lpstr>Fourier transform for Dirac delta function </vt:lpstr>
      <vt:lpstr>Fourier transform for Dirac delta function </vt:lpstr>
      <vt:lpstr>Fourier transform for Dirac delta function </vt:lpstr>
      <vt:lpstr>Fourier transform for Dirac delta function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(III)</dc:title>
  <dc:creator>达 周</dc:creator>
  <cp:lastModifiedBy>达 周</cp:lastModifiedBy>
  <cp:revision>30</cp:revision>
  <cp:lastPrinted>2021-03-26T01:03:27Z</cp:lastPrinted>
  <dcterms:created xsi:type="dcterms:W3CDTF">2020-01-22T12:05:17Z</dcterms:created>
  <dcterms:modified xsi:type="dcterms:W3CDTF">2022-04-11T08:41:12Z</dcterms:modified>
</cp:coreProperties>
</file>