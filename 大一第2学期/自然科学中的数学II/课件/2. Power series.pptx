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7" r:id="rId3"/>
    <p:sldId id="285" r:id="rId4"/>
    <p:sldId id="286" r:id="rId5"/>
    <p:sldId id="258" r:id="rId6"/>
    <p:sldId id="259" r:id="rId7"/>
    <p:sldId id="288" r:id="rId8"/>
    <p:sldId id="261" r:id="rId9"/>
    <p:sldId id="263" r:id="rId10"/>
    <p:sldId id="264" r:id="rId11"/>
    <p:sldId id="265" r:id="rId12"/>
    <p:sldId id="266" r:id="rId13"/>
    <p:sldId id="289" r:id="rId14"/>
    <p:sldId id="267" r:id="rId15"/>
    <p:sldId id="268" r:id="rId16"/>
    <p:sldId id="274" r:id="rId17"/>
    <p:sldId id="275" r:id="rId18"/>
    <p:sldId id="279" r:id="rId19"/>
    <p:sldId id="262" r:id="rId20"/>
    <p:sldId id="277" r:id="rId21"/>
    <p:sldId id="278" r:id="rId22"/>
    <p:sldId id="260" r:id="rId23"/>
    <p:sldId id="284" r:id="rId24"/>
    <p:sldId id="290" r:id="rId25"/>
    <p:sldId id="269" r:id="rId26"/>
    <p:sldId id="270" r:id="rId27"/>
    <p:sldId id="271" r:id="rId28"/>
    <p:sldId id="272" r:id="rId29"/>
    <p:sldId id="276" r:id="rId30"/>
    <p:sldId id="283" r:id="rId31"/>
    <p:sldId id="273" r:id="rId32"/>
    <p:sldId id="280" r:id="rId33"/>
    <p:sldId id="28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7D34F73F-E219-45D5-8D7A-7664C9A6BCC4}"/>
    <pc:docChg chg="modSld">
      <pc:chgData name="达 周" userId="d3c3af45359772bc" providerId="LiveId" clId="{7D34F73F-E219-45D5-8D7A-7664C9A6BCC4}" dt="2022-04-07T08:24:41.453" v="1"/>
      <pc:docMkLst>
        <pc:docMk/>
      </pc:docMkLst>
      <pc:sldChg chg="modSp">
        <pc:chgData name="达 周" userId="d3c3af45359772bc" providerId="LiveId" clId="{7D34F73F-E219-45D5-8D7A-7664C9A6BCC4}" dt="2022-04-07T08:24:41.453" v="1"/>
        <pc:sldMkLst>
          <pc:docMk/>
          <pc:sldMk cId="3223729864" sldId="281"/>
        </pc:sldMkLst>
        <pc:graphicFrameChg chg="mod">
          <ac:chgData name="达 周" userId="d3c3af45359772bc" providerId="LiveId" clId="{7D34F73F-E219-45D5-8D7A-7664C9A6BCC4}" dt="2022-04-07T08:24:41.453" v="1"/>
          <ac:graphicFrameMkLst>
            <pc:docMk/>
            <pc:sldMk cId="3223729864" sldId="281"/>
            <ac:graphicFrameMk id="4" creationId="{5570C930-859E-4DCB-BA90-B081E9D073D0}"/>
          </ac:graphicFrameMkLst>
        </pc:graphicFrameChg>
      </pc:sldChg>
    </pc:docChg>
  </pc:docChgLst>
  <pc:docChgLst>
    <pc:chgData name="达 周" userId="d3c3af45359772bc" providerId="LiveId" clId="{FDD785D6-FE74-4797-961F-8E426D3DF67B}"/>
    <pc:docChg chg="custSel addSld delSld modSld">
      <pc:chgData name="达 周" userId="d3c3af45359772bc" providerId="LiveId" clId="{FDD785D6-FE74-4797-961F-8E426D3DF67B}" dt="2021-03-15T11:21:01.706" v="84" actId="47"/>
      <pc:docMkLst>
        <pc:docMk/>
      </pc:docMkLst>
      <pc:sldChg chg="del">
        <pc:chgData name="达 周" userId="d3c3af45359772bc" providerId="LiveId" clId="{FDD785D6-FE74-4797-961F-8E426D3DF67B}" dt="2021-03-15T11:17:42.479" v="7" actId="2696"/>
        <pc:sldMkLst>
          <pc:docMk/>
          <pc:sldMk cId="762154055" sldId="262"/>
        </pc:sldMkLst>
      </pc:sldChg>
      <pc:sldChg chg="add">
        <pc:chgData name="达 周" userId="d3c3af45359772bc" providerId="LiveId" clId="{FDD785D6-FE74-4797-961F-8E426D3DF67B}" dt="2021-03-15T11:17:53.376" v="8"/>
        <pc:sldMkLst>
          <pc:docMk/>
          <pc:sldMk cId="2223484654" sldId="262"/>
        </pc:sldMkLst>
      </pc:sldChg>
      <pc:sldChg chg="del">
        <pc:chgData name="达 周" userId="d3c3af45359772bc" providerId="LiveId" clId="{FDD785D6-FE74-4797-961F-8E426D3DF67B}" dt="2021-03-15T11:17:42.479" v="7" actId="2696"/>
        <pc:sldMkLst>
          <pc:docMk/>
          <pc:sldMk cId="759045964" sldId="277"/>
        </pc:sldMkLst>
      </pc:sldChg>
      <pc:sldChg chg="add">
        <pc:chgData name="达 周" userId="d3c3af45359772bc" providerId="LiveId" clId="{FDD785D6-FE74-4797-961F-8E426D3DF67B}" dt="2021-03-15T11:17:53.376" v="8"/>
        <pc:sldMkLst>
          <pc:docMk/>
          <pc:sldMk cId="1349109328" sldId="277"/>
        </pc:sldMkLst>
      </pc:sldChg>
      <pc:sldChg chg="add">
        <pc:chgData name="达 周" userId="d3c3af45359772bc" providerId="LiveId" clId="{FDD785D6-FE74-4797-961F-8E426D3DF67B}" dt="2021-03-15T11:17:53.376" v="8"/>
        <pc:sldMkLst>
          <pc:docMk/>
          <pc:sldMk cId="873386868" sldId="278"/>
        </pc:sldMkLst>
      </pc:sldChg>
      <pc:sldChg chg="del">
        <pc:chgData name="达 周" userId="d3c3af45359772bc" providerId="LiveId" clId="{FDD785D6-FE74-4797-961F-8E426D3DF67B}" dt="2021-03-15T11:17:42.479" v="7" actId="2696"/>
        <pc:sldMkLst>
          <pc:docMk/>
          <pc:sldMk cId="2153312436" sldId="278"/>
        </pc:sldMkLst>
      </pc:sldChg>
      <pc:sldChg chg="modSp mod">
        <pc:chgData name="达 周" userId="d3c3af45359772bc" providerId="LiveId" clId="{FDD785D6-FE74-4797-961F-8E426D3DF67B}" dt="2021-03-15T11:19:34.440" v="77" actId="20577"/>
        <pc:sldMkLst>
          <pc:docMk/>
          <pc:sldMk cId="3305751051" sldId="280"/>
        </pc:sldMkLst>
        <pc:spChg chg="mod">
          <ac:chgData name="达 周" userId="d3c3af45359772bc" providerId="LiveId" clId="{FDD785D6-FE74-4797-961F-8E426D3DF67B}" dt="2021-03-15T11:19:02.174" v="24" actId="20577"/>
          <ac:spMkLst>
            <pc:docMk/>
            <pc:sldMk cId="3305751051" sldId="280"/>
            <ac:spMk id="2" creationId="{7BAC96AB-1636-4041-A4F9-173B09FB25B8}"/>
          </ac:spMkLst>
        </pc:spChg>
        <pc:spChg chg="mod">
          <ac:chgData name="达 周" userId="d3c3af45359772bc" providerId="LiveId" clId="{FDD785D6-FE74-4797-961F-8E426D3DF67B}" dt="2021-03-15T11:19:34.440" v="77" actId="20577"/>
          <ac:spMkLst>
            <pc:docMk/>
            <pc:sldMk cId="3305751051" sldId="280"/>
            <ac:spMk id="3" creationId="{599255F4-EB4C-4135-8A61-E8768A90B565}"/>
          </ac:spMkLst>
        </pc:spChg>
      </pc:sldChg>
      <pc:sldChg chg="del">
        <pc:chgData name="达 周" userId="d3c3af45359772bc" providerId="LiveId" clId="{FDD785D6-FE74-4797-961F-8E426D3DF67B}" dt="2021-03-15T11:16:52.664" v="5" actId="2696"/>
        <pc:sldMkLst>
          <pc:docMk/>
          <pc:sldMk cId="800443942" sldId="281"/>
        </pc:sldMkLst>
      </pc:sldChg>
      <pc:sldChg chg="delSp modSp add mod">
        <pc:chgData name="达 周" userId="d3c3af45359772bc" providerId="LiveId" clId="{FDD785D6-FE74-4797-961F-8E426D3DF67B}" dt="2021-03-15T11:20:57.795" v="83" actId="478"/>
        <pc:sldMkLst>
          <pc:docMk/>
          <pc:sldMk cId="3223729864" sldId="281"/>
        </pc:sldMkLst>
        <pc:spChg chg="del">
          <ac:chgData name="达 周" userId="d3c3af45359772bc" providerId="LiveId" clId="{FDD785D6-FE74-4797-961F-8E426D3DF67B}" dt="2021-03-15T11:20:57.795" v="83" actId="478"/>
          <ac:spMkLst>
            <pc:docMk/>
            <pc:sldMk cId="3223729864" sldId="281"/>
            <ac:spMk id="3" creationId="{5FE2F226-CBA6-4357-9907-C657375F7C73}"/>
          </ac:spMkLst>
        </pc:spChg>
        <pc:graphicFrameChg chg="mod">
          <ac:chgData name="达 周" userId="d3c3af45359772bc" providerId="LiveId" clId="{FDD785D6-FE74-4797-961F-8E426D3DF67B}" dt="2021-03-15T11:20:32.485" v="82"/>
          <ac:graphicFrameMkLst>
            <pc:docMk/>
            <pc:sldMk cId="3223729864" sldId="281"/>
            <ac:graphicFrameMk id="4" creationId="{5570C930-859E-4DCB-BA90-B081E9D073D0}"/>
          </ac:graphicFrameMkLst>
        </pc:graphicFrameChg>
      </pc:sldChg>
      <pc:sldChg chg="modAnim">
        <pc:chgData name="达 周" userId="d3c3af45359772bc" providerId="LiveId" clId="{FDD785D6-FE74-4797-961F-8E426D3DF67B}" dt="2021-03-15T11:09:18.607" v="4"/>
        <pc:sldMkLst>
          <pc:docMk/>
          <pc:sldMk cId="2771859252" sldId="283"/>
        </pc:sldMkLst>
      </pc:sldChg>
      <pc:sldChg chg="modAnim">
        <pc:chgData name="达 周" userId="d3c3af45359772bc" providerId="LiveId" clId="{FDD785D6-FE74-4797-961F-8E426D3DF67B}" dt="2021-03-15T10:54:38.889" v="0"/>
        <pc:sldMkLst>
          <pc:docMk/>
          <pc:sldMk cId="2676245329" sldId="288"/>
        </pc:sldMkLst>
      </pc:sldChg>
      <pc:sldChg chg="del">
        <pc:chgData name="达 周" userId="d3c3af45359772bc" providerId="LiveId" clId="{FDD785D6-FE74-4797-961F-8E426D3DF67B}" dt="2021-03-15T11:21:01.706" v="84" actId="47"/>
        <pc:sldMkLst>
          <pc:docMk/>
          <pc:sldMk cId="539926556" sldId="291"/>
        </pc:sldMkLst>
      </pc:sldChg>
    </pc:docChg>
  </pc:docChgLst>
  <pc:docChgLst>
    <pc:chgData name="达 周" userId="d3c3af45359772bc" providerId="LiveId" clId="{1BBE2AE2-772C-4B69-A627-0B9DC3DFF8D5}"/>
    <pc:docChg chg="undo custSel addSld delSld modSld sldOrd">
      <pc:chgData name="达 周" userId="d3c3af45359772bc" providerId="LiveId" clId="{1BBE2AE2-772C-4B69-A627-0B9DC3DFF8D5}" dt="2020-02-19T03:58:43.051" v="2036"/>
      <pc:docMkLst>
        <pc:docMk/>
      </pc:docMkLst>
      <pc:sldChg chg="modSp">
        <pc:chgData name="达 周" userId="d3c3af45359772bc" providerId="LiveId" clId="{1BBE2AE2-772C-4B69-A627-0B9DC3DFF8D5}" dt="2020-02-11T06:25:07.699" v="1052"/>
        <pc:sldMkLst>
          <pc:docMk/>
          <pc:sldMk cId="1491097700" sldId="257"/>
        </pc:sldMkLst>
        <pc:spChg chg="mod">
          <ac:chgData name="达 周" userId="d3c3af45359772bc" providerId="LiveId" clId="{1BBE2AE2-772C-4B69-A627-0B9DC3DFF8D5}" dt="2020-02-11T06:25:07.699" v="1052"/>
          <ac:spMkLst>
            <pc:docMk/>
            <pc:sldMk cId="1491097700" sldId="257"/>
            <ac:spMk id="2" creationId="{7380D227-A959-48EE-9D0D-0DB4497D953C}"/>
          </ac:spMkLst>
        </pc:spChg>
      </pc:sldChg>
      <pc:sldChg chg="modSp">
        <pc:chgData name="达 周" userId="d3c3af45359772bc" providerId="LiveId" clId="{1BBE2AE2-772C-4B69-A627-0B9DC3DFF8D5}" dt="2020-01-21T09:57:43.424" v="51" actId="20577"/>
        <pc:sldMkLst>
          <pc:docMk/>
          <pc:sldMk cId="2845201615" sldId="258"/>
        </pc:sldMkLst>
        <pc:spChg chg="mod">
          <ac:chgData name="达 周" userId="d3c3af45359772bc" providerId="LiveId" clId="{1BBE2AE2-772C-4B69-A627-0B9DC3DFF8D5}" dt="2020-01-21T09:57:43.424" v="51" actId="20577"/>
          <ac:spMkLst>
            <pc:docMk/>
            <pc:sldMk cId="2845201615" sldId="258"/>
            <ac:spMk id="2" creationId="{96133432-0BB9-4E0E-82DE-69B1FA6C53FA}"/>
          </ac:spMkLst>
        </pc:spChg>
        <pc:graphicFrameChg chg="mod">
          <ac:chgData name="达 周" userId="d3c3af45359772bc" providerId="LiveId" clId="{1BBE2AE2-772C-4B69-A627-0B9DC3DFF8D5}" dt="2020-01-21T03:33:13.088" v="0"/>
          <ac:graphicFrameMkLst>
            <pc:docMk/>
            <pc:sldMk cId="2845201615" sldId="258"/>
            <ac:graphicFrameMk id="5" creationId="{6C35B8C2-441C-4D76-BE8B-22B0A3308615}"/>
          </ac:graphicFrameMkLst>
        </pc:graphicFrameChg>
      </pc:sldChg>
      <pc:sldChg chg="addSp delSp modSp delAnim modAnim">
        <pc:chgData name="达 周" userId="d3c3af45359772bc" providerId="LiveId" clId="{1BBE2AE2-772C-4B69-A627-0B9DC3DFF8D5}" dt="2020-02-18T06:27:17.945" v="1775" actId="478"/>
        <pc:sldMkLst>
          <pc:docMk/>
          <pc:sldMk cId="1873260437" sldId="259"/>
        </pc:sldMkLst>
        <pc:spChg chg="mod">
          <ac:chgData name="达 周" userId="d3c3af45359772bc" providerId="LiveId" clId="{1BBE2AE2-772C-4B69-A627-0B9DC3DFF8D5}" dt="2020-01-21T09:49:08.825" v="7" actId="20577"/>
          <ac:spMkLst>
            <pc:docMk/>
            <pc:sldMk cId="1873260437" sldId="259"/>
            <ac:spMk id="2" creationId="{96133432-0BB9-4E0E-82DE-69B1FA6C53FA}"/>
          </ac:spMkLst>
        </pc:spChg>
        <pc:spChg chg="del">
          <ac:chgData name="达 周" userId="d3c3af45359772bc" providerId="LiveId" clId="{1BBE2AE2-772C-4B69-A627-0B9DC3DFF8D5}" dt="2020-01-21T09:49:04.315" v="1"/>
          <ac:spMkLst>
            <pc:docMk/>
            <pc:sldMk cId="1873260437" sldId="259"/>
            <ac:spMk id="5" creationId="{0D844B09-EA3A-40F9-87DD-8C53FCBF92D5}"/>
          </ac:spMkLst>
        </pc:spChg>
        <pc:spChg chg="del">
          <ac:chgData name="达 周" userId="d3c3af45359772bc" providerId="LiveId" clId="{1BBE2AE2-772C-4B69-A627-0B9DC3DFF8D5}" dt="2020-01-21T09:52:15.322" v="17" actId="478"/>
          <ac:spMkLst>
            <pc:docMk/>
            <pc:sldMk cId="1873260437" sldId="259"/>
            <ac:spMk id="9" creationId="{B0B59F0C-2701-470A-BF2A-76F94A7719B0}"/>
          </ac:spMkLst>
        </pc:spChg>
        <pc:grpChg chg="add del mod">
          <ac:chgData name="达 周" userId="d3c3af45359772bc" providerId="LiveId" clId="{1BBE2AE2-772C-4B69-A627-0B9DC3DFF8D5}" dt="2020-01-21T09:52:15.322" v="17" actId="478"/>
          <ac:grpSpMkLst>
            <pc:docMk/>
            <pc:sldMk cId="1873260437" sldId="259"/>
            <ac:grpSpMk id="8" creationId="{3AAAC842-F87A-4FF4-B761-904622D137CB}"/>
          </ac:grpSpMkLst>
        </pc:grpChg>
        <pc:graphicFrameChg chg="add del mod">
          <ac:chgData name="达 周" userId="d3c3af45359772bc" providerId="LiveId" clId="{1BBE2AE2-772C-4B69-A627-0B9DC3DFF8D5}" dt="2020-02-18T06:27:14.614" v="1774" actId="478"/>
          <ac:graphicFrameMkLst>
            <pc:docMk/>
            <pc:sldMk cId="1873260437" sldId="259"/>
            <ac:graphicFrameMk id="7" creationId="{FC971E1B-E698-4F7A-9F66-44D59DD36695}"/>
          </ac:graphicFrameMkLst>
        </pc:graphicFrameChg>
        <pc:graphicFrameChg chg="del mod">
          <ac:chgData name="达 周" userId="d3c3af45359772bc" providerId="LiveId" clId="{1BBE2AE2-772C-4B69-A627-0B9DC3DFF8D5}" dt="2020-02-18T06:27:17.945" v="1775" actId="478"/>
          <ac:graphicFrameMkLst>
            <pc:docMk/>
            <pc:sldMk cId="1873260437" sldId="259"/>
            <ac:graphicFrameMk id="10" creationId="{0BF44E7D-0E07-46DA-9D2D-05833A402273}"/>
          </ac:graphicFrameMkLst>
        </pc:graphicFrameChg>
        <pc:picChg chg="add mod">
          <ac:chgData name="达 周" userId="d3c3af45359772bc" providerId="LiveId" clId="{1BBE2AE2-772C-4B69-A627-0B9DC3DFF8D5}" dt="2020-01-21T09:51:20.722" v="8" actId="1076"/>
          <ac:picMkLst>
            <pc:docMk/>
            <pc:sldMk cId="1873260437" sldId="259"/>
            <ac:picMk id="6" creationId="{3889FD4D-4E48-4E25-A5FE-855CF2DBE2F6}"/>
          </ac:picMkLst>
        </pc:picChg>
      </pc:sldChg>
      <pc:sldChg chg="addSp delSp modSp add">
        <pc:chgData name="达 周" userId="d3c3af45359772bc" providerId="LiveId" clId="{1BBE2AE2-772C-4B69-A627-0B9DC3DFF8D5}" dt="2020-01-22T03:59:29.637" v="803" actId="114"/>
        <pc:sldMkLst>
          <pc:docMk/>
          <pc:sldMk cId="1217512290" sldId="260"/>
        </pc:sldMkLst>
        <pc:spChg chg="mod">
          <ac:chgData name="达 周" userId="d3c3af45359772bc" providerId="LiveId" clId="{1BBE2AE2-772C-4B69-A627-0B9DC3DFF8D5}" dt="2020-01-22T03:59:29.637" v="803" actId="114"/>
          <ac:spMkLst>
            <pc:docMk/>
            <pc:sldMk cId="1217512290" sldId="260"/>
            <ac:spMk id="2" creationId="{79A373A0-E4C7-4A25-9CF5-4261A6477663}"/>
          </ac:spMkLst>
        </pc:spChg>
        <pc:spChg chg="del">
          <ac:chgData name="达 周" userId="d3c3af45359772bc" providerId="LiveId" clId="{1BBE2AE2-772C-4B69-A627-0B9DC3DFF8D5}" dt="2020-01-21T09:53:47.473" v="25"/>
          <ac:spMkLst>
            <pc:docMk/>
            <pc:sldMk cId="1217512290" sldId="260"/>
            <ac:spMk id="3" creationId="{7640924E-2F0B-436A-9B82-8492AC41DE7B}"/>
          </ac:spMkLst>
        </pc:spChg>
        <pc:spChg chg="add mod">
          <ac:chgData name="达 周" userId="d3c3af45359772bc" providerId="LiveId" clId="{1BBE2AE2-772C-4B69-A627-0B9DC3DFF8D5}" dt="2020-01-22T03:57:38.963" v="761" actId="1076"/>
          <ac:spMkLst>
            <pc:docMk/>
            <pc:sldMk cId="1217512290" sldId="260"/>
            <ac:spMk id="3" creationId="{E5F091AF-C100-4E9C-B2C2-84B77212C90E}"/>
          </ac:spMkLst>
        </pc:spChg>
        <pc:spChg chg="add mod">
          <ac:chgData name="达 周" userId="d3c3af45359772bc" providerId="LiveId" clId="{1BBE2AE2-772C-4B69-A627-0B9DC3DFF8D5}" dt="2020-01-22T03:59:00.219" v="794" actId="20577"/>
          <ac:spMkLst>
            <pc:docMk/>
            <pc:sldMk cId="1217512290" sldId="260"/>
            <ac:spMk id="6" creationId="{E3569637-63F2-4C3B-8472-13FCC5456061}"/>
          </ac:spMkLst>
        </pc:spChg>
        <pc:picChg chg="add mod">
          <ac:chgData name="达 周" userId="d3c3af45359772bc" providerId="LiveId" clId="{1BBE2AE2-772C-4B69-A627-0B9DC3DFF8D5}" dt="2020-01-22T03:57:05.793" v="758" actId="1076"/>
          <ac:picMkLst>
            <pc:docMk/>
            <pc:sldMk cId="1217512290" sldId="260"/>
            <ac:picMk id="4" creationId="{E86925A2-8ACC-4480-848E-EBD52021C53E}"/>
          </ac:picMkLst>
        </pc:picChg>
        <pc:picChg chg="add mod">
          <ac:chgData name="达 周" userId="d3c3af45359772bc" providerId="LiveId" clId="{1BBE2AE2-772C-4B69-A627-0B9DC3DFF8D5}" dt="2020-01-22T03:57:26.745" v="759" actId="1076"/>
          <ac:picMkLst>
            <pc:docMk/>
            <pc:sldMk cId="1217512290" sldId="260"/>
            <ac:picMk id="5" creationId="{00F0990B-FE52-4795-B909-ED4B06E0FBBF}"/>
          </ac:picMkLst>
        </pc:picChg>
      </pc:sldChg>
      <pc:sldChg chg="addSp delSp modSp add">
        <pc:chgData name="达 周" userId="d3c3af45359772bc" providerId="LiveId" clId="{1BBE2AE2-772C-4B69-A627-0B9DC3DFF8D5}" dt="2020-01-21T10:01:54.883" v="96" actId="1076"/>
        <pc:sldMkLst>
          <pc:docMk/>
          <pc:sldMk cId="613360950" sldId="261"/>
        </pc:sldMkLst>
        <pc:spChg chg="mod">
          <ac:chgData name="达 周" userId="d3c3af45359772bc" providerId="LiveId" clId="{1BBE2AE2-772C-4B69-A627-0B9DC3DFF8D5}" dt="2020-01-21T10:01:39.149" v="93" actId="20577"/>
          <ac:spMkLst>
            <pc:docMk/>
            <pc:sldMk cId="613360950" sldId="261"/>
            <ac:spMk id="2" creationId="{D8204464-AA9E-4670-A065-84269A29FBC5}"/>
          </ac:spMkLst>
        </pc:spChg>
        <pc:spChg chg="del">
          <ac:chgData name="达 周" userId="d3c3af45359772bc" providerId="LiveId" clId="{1BBE2AE2-772C-4B69-A627-0B9DC3DFF8D5}" dt="2020-01-21T09:55:47.239" v="39"/>
          <ac:spMkLst>
            <pc:docMk/>
            <pc:sldMk cId="613360950" sldId="261"/>
            <ac:spMk id="3" creationId="{1EC9E8FC-7BB4-450A-9023-61523E8848C8}"/>
          </ac:spMkLst>
        </pc:spChg>
        <pc:spChg chg="add del mod">
          <ac:chgData name="达 周" userId="d3c3af45359772bc" providerId="LiveId" clId="{1BBE2AE2-772C-4B69-A627-0B9DC3DFF8D5}" dt="2020-01-21T10:00:38.433" v="70"/>
          <ac:spMkLst>
            <pc:docMk/>
            <pc:sldMk cId="613360950" sldId="261"/>
            <ac:spMk id="6" creationId="{37154825-E3DC-45A6-A1B6-1DD6AFCF3EFB}"/>
          </ac:spMkLst>
        </pc:spChg>
        <pc:picChg chg="add del mod">
          <ac:chgData name="达 周" userId="d3c3af45359772bc" providerId="LiveId" clId="{1BBE2AE2-772C-4B69-A627-0B9DC3DFF8D5}" dt="2020-01-21T09:59:32.297" v="69" actId="478"/>
          <ac:picMkLst>
            <pc:docMk/>
            <pc:sldMk cId="613360950" sldId="261"/>
            <ac:picMk id="4" creationId="{6F97B225-6656-4ED6-9C98-509E71E2378A}"/>
          </ac:picMkLst>
        </pc:picChg>
        <pc:picChg chg="add mod">
          <ac:chgData name="达 周" userId="d3c3af45359772bc" providerId="LiveId" clId="{1BBE2AE2-772C-4B69-A627-0B9DC3DFF8D5}" dt="2020-01-21T10:01:54.883" v="96" actId="1076"/>
          <ac:picMkLst>
            <pc:docMk/>
            <pc:sldMk cId="613360950" sldId="261"/>
            <ac:picMk id="7" creationId="{E40D98D2-5448-4379-9D88-D10EC3C571B4}"/>
          </ac:picMkLst>
        </pc:picChg>
      </pc:sldChg>
      <pc:sldChg chg="addSp delSp modSp add ord">
        <pc:chgData name="达 周" userId="d3c3af45359772bc" providerId="LiveId" clId="{1BBE2AE2-772C-4B69-A627-0B9DC3DFF8D5}" dt="2020-01-22T04:18:47.900" v="992"/>
        <pc:sldMkLst>
          <pc:docMk/>
          <pc:sldMk cId="762154055" sldId="262"/>
        </pc:sldMkLst>
        <pc:spChg chg="mod">
          <ac:chgData name="达 周" userId="d3c3af45359772bc" providerId="LiveId" clId="{1BBE2AE2-772C-4B69-A627-0B9DC3DFF8D5}" dt="2020-01-21T09:57:53.598" v="55" actId="20577"/>
          <ac:spMkLst>
            <pc:docMk/>
            <pc:sldMk cId="762154055" sldId="262"/>
            <ac:spMk id="2" creationId="{2C841FF5-AE5C-47E1-93AD-5F0C70A2BD86}"/>
          </ac:spMkLst>
        </pc:spChg>
        <pc:spChg chg="del">
          <ac:chgData name="达 周" userId="d3c3af45359772bc" providerId="LiveId" clId="{1BBE2AE2-772C-4B69-A627-0B9DC3DFF8D5}" dt="2020-01-21T09:58:07.940" v="57" actId="478"/>
          <ac:spMkLst>
            <pc:docMk/>
            <pc:sldMk cId="762154055" sldId="262"/>
            <ac:spMk id="3" creationId="{5D092D49-7E51-4517-9917-381420292AD0}"/>
          </ac:spMkLst>
        </pc:spChg>
        <pc:graphicFrameChg chg="add mod">
          <ac:chgData name="达 周" userId="d3c3af45359772bc" providerId="LiveId" clId="{1BBE2AE2-772C-4B69-A627-0B9DC3DFF8D5}" dt="2020-01-21T09:58:45.081" v="62"/>
          <ac:graphicFrameMkLst>
            <pc:docMk/>
            <pc:sldMk cId="762154055" sldId="262"/>
            <ac:graphicFrameMk id="5" creationId="{21B95CC8-4230-42CE-8918-43BE5690193A}"/>
          </ac:graphicFrameMkLst>
        </pc:graphicFrameChg>
        <pc:picChg chg="add mod">
          <ac:chgData name="达 周" userId="d3c3af45359772bc" providerId="LiveId" clId="{1BBE2AE2-772C-4B69-A627-0B9DC3DFF8D5}" dt="2020-01-21T09:58:59.621" v="66" actId="1076"/>
          <ac:picMkLst>
            <pc:docMk/>
            <pc:sldMk cId="762154055" sldId="262"/>
            <ac:picMk id="4" creationId="{E42086B6-30A3-4BC0-9679-A90311C1E489}"/>
          </ac:picMkLst>
        </pc:picChg>
      </pc:sldChg>
      <pc:sldChg chg="addSp delSp modSp add">
        <pc:chgData name="达 周" userId="d3c3af45359772bc" providerId="LiveId" clId="{1BBE2AE2-772C-4B69-A627-0B9DC3DFF8D5}" dt="2020-01-22T03:28:32.304" v="171" actId="20577"/>
        <pc:sldMkLst>
          <pc:docMk/>
          <pc:sldMk cId="2151179003" sldId="263"/>
        </pc:sldMkLst>
        <pc:spChg chg="mod">
          <ac:chgData name="达 周" userId="d3c3af45359772bc" providerId="LiveId" clId="{1BBE2AE2-772C-4B69-A627-0B9DC3DFF8D5}" dt="2020-01-22T03:28:32.304" v="171" actId="20577"/>
          <ac:spMkLst>
            <pc:docMk/>
            <pc:sldMk cId="2151179003" sldId="263"/>
            <ac:spMk id="2" creationId="{6B8D6061-1ECC-4C5C-A624-ADCC7145C6E0}"/>
          </ac:spMkLst>
        </pc:spChg>
        <pc:spChg chg="del">
          <ac:chgData name="达 周" userId="d3c3af45359772bc" providerId="LiveId" clId="{1BBE2AE2-772C-4B69-A627-0B9DC3DFF8D5}" dt="2020-01-21T10:02:40.152" v="110"/>
          <ac:spMkLst>
            <pc:docMk/>
            <pc:sldMk cId="2151179003" sldId="263"/>
            <ac:spMk id="3" creationId="{3A688CF8-E450-4C3B-BE4F-C53DA63ADCDF}"/>
          </ac:spMkLst>
        </pc:spChg>
        <pc:picChg chg="add mod">
          <ac:chgData name="达 周" userId="d3c3af45359772bc" providerId="LiveId" clId="{1BBE2AE2-772C-4B69-A627-0B9DC3DFF8D5}" dt="2020-01-22T03:19:37.118" v="113" actId="1076"/>
          <ac:picMkLst>
            <pc:docMk/>
            <pc:sldMk cId="2151179003" sldId="263"/>
            <ac:picMk id="4" creationId="{AA0E2857-947D-4A01-B9EE-F8787B2F6F68}"/>
          </ac:picMkLst>
        </pc:picChg>
      </pc:sldChg>
      <pc:sldChg chg="addSp delSp modSp add">
        <pc:chgData name="达 周" userId="d3c3af45359772bc" providerId="LiveId" clId="{1BBE2AE2-772C-4B69-A627-0B9DC3DFF8D5}" dt="2020-01-22T03:28:54.277" v="174" actId="20577"/>
        <pc:sldMkLst>
          <pc:docMk/>
          <pc:sldMk cId="3240500567" sldId="264"/>
        </pc:sldMkLst>
        <pc:spChg chg="mod">
          <ac:chgData name="达 周" userId="d3c3af45359772bc" providerId="LiveId" clId="{1BBE2AE2-772C-4B69-A627-0B9DC3DFF8D5}" dt="2020-01-22T03:28:54.277" v="174" actId="20577"/>
          <ac:spMkLst>
            <pc:docMk/>
            <pc:sldMk cId="3240500567" sldId="264"/>
            <ac:spMk id="2" creationId="{274353F6-6E05-4582-A39D-413DE7E5AF14}"/>
          </ac:spMkLst>
        </pc:spChg>
        <pc:spChg chg="del">
          <ac:chgData name="达 周" userId="d3c3af45359772bc" providerId="LiveId" clId="{1BBE2AE2-772C-4B69-A627-0B9DC3DFF8D5}" dt="2020-01-22T03:21:47.024" v="118" actId="478"/>
          <ac:spMkLst>
            <pc:docMk/>
            <pc:sldMk cId="3240500567" sldId="264"/>
            <ac:spMk id="3" creationId="{CC0AEC08-8F23-46AF-A66A-3A9EE44D9B6D}"/>
          </ac:spMkLst>
        </pc:spChg>
        <pc:spChg chg="add mod">
          <ac:chgData name="达 周" userId="d3c3af45359772bc" providerId="LiveId" clId="{1BBE2AE2-772C-4B69-A627-0B9DC3DFF8D5}" dt="2020-01-22T03:22:29.910" v="120" actId="164"/>
          <ac:spMkLst>
            <pc:docMk/>
            <pc:sldMk cId="3240500567" sldId="264"/>
            <ac:spMk id="4" creationId="{AA188B83-F42A-4CE9-8CCC-6133ACEE287F}"/>
          </ac:spMkLst>
        </pc:spChg>
        <pc:spChg chg="add mod">
          <ac:chgData name="达 周" userId="d3c3af45359772bc" providerId="LiveId" clId="{1BBE2AE2-772C-4B69-A627-0B9DC3DFF8D5}" dt="2020-01-22T03:22:29.910" v="120" actId="164"/>
          <ac:spMkLst>
            <pc:docMk/>
            <pc:sldMk cId="3240500567" sldId="264"/>
            <ac:spMk id="5" creationId="{D11AC6C8-2E26-4FD2-BA38-8933EF1C8EA9}"/>
          </ac:spMkLst>
        </pc:spChg>
        <pc:spChg chg="add mod">
          <ac:chgData name="达 周" userId="d3c3af45359772bc" providerId="LiveId" clId="{1BBE2AE2-772C-4B69-A627-0B9DC3DFF8D5}" dt="2020-01-22T03:22:29.910" v="120" actId="164"/>
          <ac:spMkLst>
            <pc:docMk/>
            <pc:sldMk cId="3240500567" sldId="264"/>
            <ac:spMk id="6" creationId="{5AB40CF7-24C5-4B8F-ABC1-C1D71949E8B2}"/>
          </ac:spMkLst>
        </pc:spChg>
        <pc:spChg chg="add mod">
          <ac:chgData name="达 周" userId="d3c3af45359772bc" providerId="LiveId" clId="{1BBE2AE2-772C-4B69-A627-0B9DC3DFF8D5}" dt="2020-01-22T03:22:29.910" v="120" actId="164"/>
          <ac:spMkLst>
            <pc:docMk/>
            <pc:sldMk cId="3240500567" sldId="264"/>
            <ac:spMk id="7" creationId="{7A5F163B-32BB-4074-AAF0-34BFF68F7F7C}"/>
          </ac:spMkLst>
        </pc:spChg>
        <pc:spChg chg="add mod">
          <ac:chgData name="达 周" userId="d3c3af45359772bc" providerId="LiveId" clId="{1BBE2AE2-772C-4B69-A627-0B9DC3DFF8D5}" dt="2020-01-22T03:22:29.910" v="120" actId="164"/>
          <ac:spMkLst>
            <pc:docMk/>
            <pc:sldMk cId="3240500567" sldId="264"/>
            <ac:spMk id="11" creationId="{57BD3E6B-73D6-415E-B30C-C11156E615AD}"/>
          </ac:spMkLst>
        </pc:spChg>
        <pc:grpChg chg="add mod">
          <ac:chgData name="达 周" userId="d3c3af45359772bc" providerId="LiveId" clId="{1BBE2AE2-772C-4B69-A627-0B9DC3DFF8D5}" dt="2020-01-22T03:22:37.400" v="121" actId="1076"/>
          <ac:grpSpMkLst>
            <pc:docMk/>
            <pc:sldMk cId="3240500567" sldId="264"/>
            <ac:grpSpMk id="13" creationId="{AB2B5B0D-046B-4960-8F3C-3A9754E208BF}"/>
          </ac:grpSpMkLst>
        </pc:grpChg>
        <pc:graphicFrameChg chg="add mod">
          <ac:chgData name="达 周" userId="d3c3af45359772bc" providerId="LiveId" clId="{1BBE2AE2-772C-4B69-A627-0B9DC3DFF8D5}" dt="2020-01-22T03:22:29.910" v="120" actId="164"/>
          <ac:graphicFrameMkLst>
            <pc:docMk/>
            <pc:sldMk cId="3240500567" sldId="264"/>
            <ac:graphicFrameMk id="8" creationId="{06A9BF40-261F-4038-99D4-3872F1438A28}"/>
          </ac:graphicFrameMkLst>
        </pc:graphicFrameChg>
        <pc:graphicFrameChg chg="add mod">
          <ac:chgData name="达 周" userId="d3c3af45359772bc" providerId="LiveId" clId="{1BBE2AE2-772C-4B69-A627-0B9DC3DFF8D5}" dt="2020-01-22T03:22:29.910" v="120" actId="164"/>
          <ac:graphicFrameMkLst>
            <pc:docMk/>
            <pc:sldMk cId="3240500567" sldId="264"/>
            <ac:graphicFrameMk id="9" creationId="{E7BB33FD-3922-42C3-8092-4E6EBA569860}"/>
          </ac:graphicFrameMkLst>
        </pc:graphicFrameChg>
        <pc:graphicFrameChg chg="add mod">
          <ac:chgData name="达 周" userId="d3c3af45359772bc" providerId="LiveId" clId="{1BBE2AE2-772C-4B69-A627-0B9DC3DFF8D5}" dt="2020-01-22T03:22:29.910" v="120" actId="164"/>
          <ac:graphicFrameMkLst>
            <pc:docMk/>
            <pc:sldMk cId="3240500567" sldId="264"/>
            <ac:graphicFrameMk id="10" creationId="{D9D6E117-EB5D-4F8B-AD84-23D946C848A4}"/>
          </ac:graphicFrameMkLst>
        </pc:graphicFrameChg>
        <pc:graphicFrameChg chg="add mod">
          <ac:chgData name="达 周" userId="d3c3af45359772bc" providerId="LiveId" clId="{1BBE2AE2-772C-4B69-A627-0B9DC3DFF8D5}" dt="2020-01-22T03:22:29.910" v="120" actId="164"/>
          <ac:graphicFrameMkLst>
            <pc:docMk/>
            <pc:sldMk cId="3240500567" sldId="264"/>
            <ac:graphicFrameMk id="12" creationId="{B3498A28-A9FA-48B5-8D8C-D144B8B88504}"/>
          </ac:graphicFrameMkLst>
        </pc:graphicFrameChg>
      </pc:sldChg>
      <pc:sldChg chg="addSp delSp modSp add">
        <pc:chgData name="达 周" userId="d3c3af45359772bc" providerId="LiveId" clId="{1BBE2AE2-772C-4B69-A627-0B9DC3DFF8D5}" dt="2020-01-22T03:26:43.938" v="168" actId="732"/>
        <pc:sldMkLst>
          <pc:docMk/>
          <pc:sldMk cId="4252823881" sldId="265"/>
        </pc:sldMkLst>
        <pc:spChg chg="mod">
          <ac:chgData name="达 周" userId="d3c3af45359772bc" providerId="LiveId" clId="{1BBE2AE2-772C-4B69-A627-0B9DC3DFF8D5}" dt="2020-01-22T03:26:01.472" v="163" actId="20577"/>
          <ac:spMkLst>
            <pc:docMk/>
            <pc:sldMk cId="4252823881" sldId="265"/>
            <ac:spMk id="2" creationId="{571D8346-7F16-4B17-BF71-36368EC03FCD}"/>
          </ac:spMkLst>
        </pc:spChg>
        <pc:spChg chg="del">
          <ac:chgData name="达 周" userId="d3c3af45359772bc" providerId="LiveId" clId="{1BBE2AE2-772C-4B69-A627-0B9DC3DFF8D5}" dt="2020-01-22T03:25:41.022" v="136" actId="478"/>
          <ac:spMkLst>
            <pc:docMk/>
            <pc:sldMk cId="4252823881" sldId="265"/>
            <ac:spMk id="3" creationId="{F40820ED-7DFF-45BA-9DCF-7A127F4FFCB4}"/>
          </ac:spMkLst>
        </pc:spChg>
        <pc:spChg chg="add mod">
          <ac:chgData name="达 周" userId="d3c3af45359772bc" providerId="LiveId" clId="{1BBE2AE2-772C-4B69-A627-0B9DC3DFF8D5}" dt="2020-01-22T03:26:23.902" v="166" actId="1076"/>
          <ac:spMkLst>
            <pc:docMk/>
            <pc:sldMk cId="4252823881" sldId="265"/>
            <ac:spMk id="4" creationId="{7C946E52-29CF-4160-B0DD-9FD7072C5C79}"/>
          </ac:spMkLst>
        </pc:spChg>
        <pc:picChg chg="add mod">
          <ac:chgData name="达 周" userId="d3c3af45359772bc" providerId="LiveId" clId="{1BBE2AE2-772C-4B69-A627-0B9DC3DFF8D5}" dt="2020-01-22T03:26:43.938" v="168" actId="732"/>
          <ac:picMkLst>
            <pc:docMk/>
            <pc:sldMk cId="4252823881" sldId="265"/>
            <ac:picMk id="5" creationId="{47AD15B5-DF77-42A8-83A9-D21ED169C93E}"/>
          </ac:picMkLst>
        </pc:picChg>
      </pc:sldChg>
      <pc:sldChg chg="addSp delSp modSp add">
        <pc:chgData name="达 周" userId="d3c3af45359772bc" providerId="LiveId" clId="{1BBE2AE2-772C-4B69-A627-0B9DC3DFF8D5}" dt="2020-02-19T03:58:43.051" v="2036"/>
        <pc:sldMkLst>
          <pc:docMk/>
          <pc:sldMk cId="2755691628" sldId="266"/>
        </pc:sldMkLst>
        <pc:spChg chg="mod">
          <ac:chgData name="达 周" userId="d3c3af45359772bc" providerId="LiveId" clId="{1BBE2AE2-772C-4B69-A627-0B9DC3DFF8D5}" dt="2020-01-22T03:30:43.893" v="176"/>
          <ac:spMkLst>
            <pc:docMk/>
            <pc:sldMk cId="2755691628" sldId="266"/>
            <ac:spMk id="2" creationId="{3F87D25E-F22D-4CC9-933A-954F9BA3B477}"/>
          </ac:spMkLst>
        </pc:spChg>
        <pc:spChg chg="mod">
          <ac:chgData name="达 周" userId="d3c3af45359772bc" providerId="LiveId" clId="{1BBE2AE2-772C-4B69-A627-0B9DC3DFF8D5}" dt="2020-02-18T06:27:57.722" v="1779" actId="5793"/>
          <ac:spMkLst>
            <pc:docMk/>
            <pc:sldMk cId="2755691628" sldId="266"/>
            <ac:spMk id="3" creationId="{0D78FDF9-010B-4AC1-AF44-21D683BC9837}"/>
          </ac:spMkLst>
        </pc:spChg>
        <pc:graphicFrameChg chg="add mod">
          <ac:chgData name="达 周" userId="d3c3af45359772bc" providerId="LiveId" clId="{1BBE2AE2-772C-4B69-A627-0B9DC3DFF8D5}" dt="2020-02-19T03:58:43.051" v="2036"/>
          <ac:graphicFrameMkLst>
            <pc:docMk/>
            <pc:sldMk cId="2755691628" sldId="266"/>
            <ac:graphicFrameMk id="4" creationId="{C7D0D9CD-9AEB-438C-82F0-6E4782FD92D3}"/>
          </ac:graphicFrameMkLst>
        </pc:graphicFrameChg>
        <pc:graphicFrameChg chg="add mod">
          <ac:chgData name="达 周" userId="d3c3af45359772bc" providerId="LiveId" clId="{1BBE2AE2-772C-4B69-A627-0B9DC3DFF8D5}" dt="2020-02-11T06:30:11.640" v="1054" actId="1076"/>
          <ac:graphicFrameMkLst>
            <pc:docMk/>
            <pc:sldMk cId="2755691628" sldId="266"/>
            <ac:graphicFrameMk id="5" creationId="{846413F4-189A-4C48-AE24-BC79624B5366}"/>
          </ac:graphicFrameMkLst>
        </pc:graphicFrameChg>
        <pc:graphicFrameChg chg="add del mod">
          <ac:chgData name="达 周" userId="d3c3af45359772bc" providerId="LiveId" clId="{1BBE2AE2-772C-4B69-A627-0B9DC3DFF8D5}" dt="2020-02-18T06:27:55.139" v="1777" actId="478"/>
          <ac:graphicFrameMkLst>
            <pc:docMk/>
            <pc:sldMk cId="2755691628" sldId="266"/>
            <ac:graphicFrameMk id="6" creationId="{2E0BCC1E-2242-4709-838C-BF8F754BA659}"/>
          </ac:graphicFrameMkLst>
        </pc:graphicFrameChg>
      </pc:sldChg>
      <pc:sldChg chg="modSp add">
        <pc:chgData name="达 周" userId="d3c3af45359772bc" providerId="LiveId" clId="{1BBE2AE2-772C-4B69-A627-0B9DC3DFF8D5}" dt="2020-02-18T06:29:06.900" v="1783" actId="20577"/>
        <pc:sldMkLst>
          <pc:docMk/>
          <pc:sldMk cId="3341816541" sldId="267"/>
        </pc:sldMkLst>
        <pc:spChg chg="mod">
          <ac:chgData name="达 周" userId="d3c3af45359772bc" providerId="LiveId" clId="{1BBE2AE2-772C-4B69-A627-0B9DC3DFF8D5}" dt="2020-01-22T03:46:40.827" v="432" actId="20577"/>
          <ac:spMkLst>
            <pc:docMk/>
            <pc:sldMk cId="3341816541" sldId="267"/>
            <ac:spMk id="2" creationId="{53ABD7C6-49F7-4856-B351-79107C85C11C}"/>
          </ac:spMkLst>
        </pc:spChg>
        <pc:spChg chg="mod">
          <ac:chgData name="达 周" userId="d3c3af45359772bc" providerId="LiveId" clId="{1BBE2AE2-772C-4B69-A627-0B9DC3DFF8D5}" dt="2020-02-18T06:29:06.900" v="1783" actId="20577"/>
          <ac:spMkLst>
            <pc:docMk/>
            <pc:sldMk cId="3341816541" sldId="267"/>
            <ac:spMk id="3" creationId="{15A68937-7636-4D2D-85D9-30C1D0570E51}"/>
          </ac:spMkLst>
        </pc:spChg>
      </pc:sldChg>
      <pc:sldChg chg="addSp delSp modSp add">
        <pc:chgData name="达 周" userId="d3c3af45359772bc" providerId="LiveId" clId="{1BBE2AE2-772C-4B69-A627-0B9DC3DFF8D5}" dt="2020-02-11T06:36:23.107" v="1074" actId="1076"/>
        <pc:sldMkLst>
          <pc:docMk/>
          <pc:sldMk cId="75041801" sldId="268"/>
        </pc:sldMkLst>
        <pc:spChg chg="mod">
          <ac:chgData name="达 周" userId="d3c3af45359772bc" providerId="LiveId" clId="{1BBE2AE2-772C-4B69-A627-0B9DC3DFF8D5}" dt="2020-02-11T06:33:53.861" v="1069" actId="20577"/>
          <ac:spMkLst>
            <pc:docMk/>
            <pc:sldMk cId="75041801" sldId="268"/>
            <ac:spMk id="2" creationId="{F05AEBF2-5847-4989-B57A-2C33C7632638}"/>
          </ac:spMkLst>
        </pc:spChg>
        <pc:spChg chg="del">
          <ac:chgData name="达 周" userId="d3c3af45359772bc" providerId="LiveId" clId="{1BBE2AE2-772C-4B69-A627-0B9DC3DFF8D5}" dt="2020-01-22T03:50:46.842" v="606" actId="478"/>
          <ac:spMkLst>
            <pc:docMk/>
            <pc:sldMk cId="75041801" sldId="268"/>
            <ac:spMk id="3" creationId="{079AE476-A63C-4CCC-A6C5-3DB110C127F1}"/>
          </ac:spMkLst>
        </pc:spChg>
        <pc:spChg chg="del">
          <ac:chgData name="达 周" userId="d3c3af45359772bc" providerId="LiveId" clId="{1BBE2AE2-772C-4B69-A627-0B9DC3DFF8D5}" dt="2020-01-22T03:50:53.983" v="609" actId="478"/>
          <ac:spMkLst>
            <pc:docMk/>
            <pc:sldMk cId="75041801" sldId="268"/>
            <ac:spMk id="5" creationId="{52316FB7-0A3A-4EA8-92DE-B73B105A10FB}"/>
          </ac:spMkLst>
        </pc:spChg>
        <pc:spChg chg="del">
          <ac:chgData name="达 周" userId="d3c3af45359772bc" providerId="LiveId" clId="{1BBE2AE2-772C-4B69-A627-0B9DC3DFF8D5}" dt="2020-01-22T03:50:56.360" v="610" actId="478"/>
          <ac:spMkLst>
            <pc:docMk/>
            <pc:sldMk cId="75041801" sldId="268"/>
            <ac:spMk id="6" creationId="{98119031-F09D-453F-8BD6-6496CF851A4D}"/>
          </ac:spMkLst>
        </pc:spChg>
        <pc:grpChg chg="add del mod">
          <ac:chgData name="达 周" userId="d3c3af45359772bc" providerId="LiveId" clId="{1BBE2AE2-772C-4B69-A627-0B9DC3DFF8D5}" dt="2020-01-22T03:50:56.360" v="610" actId="478"/>
          <ac:grpSpMkLst>
            <pc:docMk/>
            <pc:sldMk cId="75041801" sldId="268"/>
            <ac:grpSpMk id="4" creationId="{308D3DAF-FADB-40A5-B966-F404B032D1FE}"/>
          </ac:grpSpMkLst>
        </pc:grpChg>
        <pc:graphicFrameChg chg="del mod">
          <ac:chgData name="达 周" userId="d3c3af45359772bc" providerId="LiveId" clId="{1BBE2AE2-772C-4B69-A627-0B9DC3DFF8D5}" dt="2020-02-11T06:36:20.721" v="1073" actId="478"/>
          <ac:graphicFrameMkLst>
            <pc:docMk/>
            <pc:sldMk cId="75041801" sldId="268"/>
            <ac:graphicFrameMk id="7" creationId="{559697E3-1202-4CE9-A0C8-FFBAA23D6BD1}"/>
          </ac:graphicFrameMkLst>
        </pc:graphicFrameChg>
        <pc:graphicFrameChg chg="add mod">
          <ac:chgData name="达 周" userId="d3c3af45359772bc" providerId="LiveId" clId="{1BBE2AE2-772C-4B69-A627-0B9DC3DFF8D5}" dt="2020-02-11T06:36:23.107" v="1074" actId="1076"/>
          <ac:graphicFrameMkLst>
            <pc:docMk/>
            <pc:sldMk cId="75041801" sldId="268"/>
            <ac:graphicFrameMk id="8" creationId="{948DD6E4-DB4E-4C3B-BA22-0BE606C2FBC7}"/>
          </ac:graphicFrameMkLst>
        </pc:graphicFrameChg>
      </pc:sldChg>
      <pc:sldChg chg="addSp delSp modSp add">
        <pc:chgData name="达 周" userId="d3c3af45359772bc" providerId="LiveId" clId="{1BBE2AE2-772C-4B69-A627-0B9DC3DFF8D5}" dt="2020-01-22T04:02:06.649" v="858" actId="20577"/>
        <pc:sldMkLst>
          <pc:docMk/>
          <pc:sldMk cId="576617552" sldId="269"/>
        </pc:sldMkLst>
        <pc:spChg chg="mod">
          <ac:chgData name="达 周" userId="d3c3af45359772bc" providerId="LiveId" clId="{1BBE2AE2-772C-4B69-A627-0B9DC3DFF8D5}" dt="2020-01-22T04:02:06.649" v="858" actId="20577"/>
          <ac:spMkLst>
            <pc:docMk/>
            <pc:sldMk cId="576617552" sldId="269"/>
            <ac:spMk id="2" creationId="{4CE2C4DA-1B42-45FE-AFD0-A03F1071E654}"/>
          </ac:spMkLst>
        </pc:spChg>
        <pc:spChg chg="del">
          <ac:chgData name="达 周" userId="d3c3af45359772bc" providerId="LiveId" clId="{1BBE2AE2-772C-4B69-A627-0B9DC3DFF8D5}" dt="2020-01-22T04:01:37.247" v="818" actId="478"/>
          <ac:spMkLst>
            <pc:docMk/>
            <pc:sldMk cId="576617552" sldId="269"/>
            <ac:spMk id="3" creationId="{AF95E47C-101B-4037-A14B-E905366D282F}"/>
          </ac:spMkLst>
        </pc:spChg>
        <pc:picChg chg="add mod">
          <ac:chgData name="达 周" userId="d3c3af45359772bc" providerId="LiveId" clId="{1BBE2AE2-772C-4B69-A627-0B9DC3DFF8D5}" dt="2020-01-22T04:01:39.434" v="819" actId="1076"/>
          <ac:picMkLst>
            <pc:docMk/>
            <pc:sldMk cId="576617552" sldId="269"/>
            <ac:picMk id="4" creationId="{F22A99BB-4EAD-4546-9C0C-0891A1A5543F}"/>
          </ac:picMkLst>
        </pc:picChg>
      </pc:sldChg>
      <pc:sldChg chg="addSp delSp modSp add">
        <pc:chgData name="达 周" userId="d3c3af45359772bc" providerId="LiveId" clId="{1BBE2AE2-772C-4B69-A627-0B9DC3DFF8D5}" dt="2020-01-22T04:03:10.611" v="864" actId="1076"/>
        <pc:sldMkLst>
          <pc:docMk/>
          <pc:sldMk cId="1725339331" sldId="270"/>
        </pc:sldMkLst>
        <pc:spChg chg="mod">
          <ac:chgData name="达 周" userId="d3c3af45359772bc" providerId="LiveId" clId="{1BBE2AE2-772C-4B69-A627-0B9DC3DFF8D5}" dt="2020-01-22T04:02:48.727" v="863"/>
          <ac:spMkLst>
            <pc:docMk/>
            <pc:sldMk cId="1725339331" sldId="270"/>
            <ac:spMk id="2" creationId="{C732AE4D-552F-4D32-957D-71A729D953E2}"/>
          </ac:spMkLst>
        </pc:spChg>
        <pc:spChg chg="del">
          <ac:chgData name="达 周" userId="d3c3af45359772bc" providerId="LiveId" clId="{1BBE2AE2-772C-4B69-A627-0B9DC3DFF8D5}" dt="2020-01-22T04:02:36.762" v="860"/>
          <ac:spMkLst>
            <pc:docMk/>
            <pc:sldMk cId="1725339331" sldId="270"/>
            <ac:spMk id="3" creationId="{FE959B41-4B82-41E9-AA2D-3A87A39A4F34}"/>
          </ac:spMkLst>
        </pc:spChg>
        <pc:picChg chg="add mod">
          <ac:chgData name="达 周" userId="d3c3af45359772bc" providerId="LiveId" clId="{1BBE2AE2-772C-4B69-A627-0B9DC3DFF8D5}" dt="2020-01-22T04:03:10.611" v="864" actId="1076"/>
          <ac:picMkLst>
            <pc:docMk/>
            <pc:sldMk cId="1725339331" sldId="270"/>
            <ac:picMk id="4" creationId="{7D892BB1-7492-4218-B482-DB67211A9E2F}"/>
          </ac:picMkLst>
        </pc:picChg>
      </pc:sldChg>
      <pc:sldChg chg="addSp delSp modSp add">
        <pc:chgData name="达 周" userId="d3c3af45359772bc" providerId="LiveId" clId="{1BBE2AE2-772C-4B69-A627-0B9DC3DFF8D5}" dt="2020-01-22T04:06:20.919" v="926" actId="1076"/>
        <pc:sldMkLst>
          <pc:docMk/>
          <pc:sldMk cId="3796746427" sldId="271"/>
        </pc:sldMkLst>
        <pc:spChg chg="mod">
          <ac:chgData name="达 周" userId="d3c3af45359772bc" providerId="LiveId" clId="{1BBE2AE2-772C-4B69-A627-0B9DC3DFF8D5}" dt="2020-01-22T04:04:26.320" v="911" actId="20577"/>
          <ac:spMkLst>
            <pc:docMk/>
            <pc:sldMk cId="3796746427" sldId="271"/>
            <ac:spMk id="2" creationId="{53AB5CAC-A0A0-4AA7-AF23-8BA4CD0F8745}"/>
          </ac:spMkLst>
        </pc:spChg>
        <pc:spChg chg="del">
          <ac:chgData name="达 周" userId="d3c3af45359772bc" providerId="LiveId" clId="{1BBE2AE2-772C-4B69-A627-0B9DC3DFF8D5}" dt="2020-01-22T04:03:52.104" v="899"/>
          <ac:spMkLst>
            <pc:docMk/>
            <pc:sldMk cId="3796746427" sldId="271"/>
            <ac:spMk id="3" creationId="{A00D3077-DFC0-4331-B0C5-5406032370C7}"/>
          </ac:spMkLst>
        </pc:spChg>
        <pc:picChg chg="add mod">
          <ac:chgData name="达 周" userId="d3c3af45359772bc" providerId="LiveId" clId="{1BBE2AE2-772C-4B69-A627-0B9DC3DFF8D5}" dt="2020-01-22T04:04:57.067" v="921" actId="1076"/>
          <ac:picMkLst>
            <pc:docMk/>
            <pc:sldMk cId="3796746427" sldId="271"/>
            <ac:picMk id="4" creationId="{9A0B4EAA-ED68-43C0-8E63-6DF3745A3D86}"/>
          </ac:picMkLst>
        </pc:picChg>
        <pc:picChg chg="add mod">
          <ac:chgData name="达 周" userId="d3c3af45359772bc" providerId="LiveId" clId="{1BBE2AE2-772C-4B69-A627-0B9DC3DFF8D5}" dt="2020-01-22T04:06:20.919" v="926" actId="1076"/>
          <ac:picMkLst>
            <pc:docMk/>
            <pc:sldMk cId="3796746427" sldId="271"/>
            <ac:picMk id="5" creationId="{F7BABC25-E672-4612-B3B8-40505B647E0C}"/>
          </ac:picMkLst>
        </pc:picChg>
      </pc:sldChg>
      <pc:sldChg chg="addSp delSp modSp add ord delAnim modAnim">
        <pc:chgData name="达 周" userId="d3c3af45359772bc" providerId="LiveId" clId="{1BBE2AE2-772C-4B69-A627-0B9DC3DFF8D5}" dt="2020-02-18T06:34:40.221" v="1930"/>
        <pc:sldMkLst>
          <pc:docMk/>
          <pc:sldMk cId="2617126692" sldId="272"/>
        </pc:sldMkLst>
        <pc:spChg chg="del mod">
          <ac:chgData name="达 周" userId="d3c3af45359772bc" providerId="LiveId" clId="{1BBE2AE2-772C-4B69-A627-0B9DC3DFF8D5}" dt="2020-02-11T07:08:18.294" v="1160" actId="478"/>
          <ac:spMkLst>
            <pc:docMk/>
            <pc:sldMk cId="2617126692" sldId="272"/>
            <ac:spMk id="2" creationId="{EE1AE450-9A11-4E61-9506-53A33E5FF82F}"/>
          </ac:spMkLst>
        </pc:spChg>
        <pc:spChg chg="add del">
          <ac:chgData name="达 周" userId="d3c3af45359772bc" providerId="LiveId" clId="{1BBE2AE2-772C-4B69-A627-0B9DC3DFF8D5}" dt="2020-01-22T04:10:43.464" v="948" actId="478"/>
          <ac:spMkLst>
            <pc:docMk/>
            <pc:sldMk cId="2617126692" sldId="272"/>
            <ac:spMk id="3" creationId="{2F830E31-B20A-43D9-9DAA-E1FAEA2129EF}"/>
          </ac:spMkLst>
        </pc:spChg>
        <pc:spChg chg="add del mod">
          <ac:chgData name="达 周" userId="d3c3af45359772bc" providerId="LiveId" clId="{1BBE2AE2-772C-4B69-A627-0B9DC3DFF8D5}" dt="2020-02-11T07:08:22.448" v="1161" actId="478"/>
          <ac:spMkLst>
            <pc:docMk/>
            <pc:sldMk cId="2617126692" sldId="272"/>
            <ac:spMk id="4" creationId="{5A1CA357-3757-4F5E-B5B1-28C1ADA5B781}"/>
          </ac:spMkLst>
        </pc:spChg>
        <pc:spChg chg="del">
          <ac:chgData name="达 周" userId="d3c3af45359772bc" providerId="LiveId" clId="{1BBE2AE2-772C-4B69-A627-0B9DC3DFF8D5}" dt="2020-01-22T04:10:12.687" v="945" actId="478"/>
          <ac:spMkLst>
            <pc:docMk/>
            <pc:sldMk cId="2617126692" sldId="272"/>
            <ac:spMk id="6" creationId="{CA703641-77E7-4E04-9BA6-AAE72639CC18}"/>
          </ac:spMkLst>
        </pc:spChg>
        <pc:spChg chg="del">
          <ac:chgData name="达 周" userId="d3c3af45359772bc" providerId="LiveId" clId="{1BBE2AE2-772C-4B69-A627-0B9DC3DFF8D5}" dt="2020-01-22T04:10:03.385" v="941" actId="478"/>
          <ac:spMkLst>
            <pc:docMk/>
            <pc:sldMk cId="2617126692" sldId="272"/>
            <ac:spMk id="7" creationId="{5084864C-1AC4-4A19-A522-3B58B3D21124}"/>
          </ac:spMkLst>
        </pc:spChg>
        <pc:spChg chg="del">
          <ac:chgData name="达 周" userId="d3c3af45359772bc" providerId="LiveId" clId="{1BBE2AE2-772C-4B69-A627-0B9DC3DFF8D5}" dt="2020-01-22T04:10:06.278" v="942" actId="478"/>
          <ac:spMkLst>
            <pc:docMk/>
            <pc:sldMk cId="2617126692" sldId="272"/>
            <ac:spMk id="8" creationId="{8359E9B6-E00A-4AE7-8AB9-2C887808E0D4}"/>
          </ac:spMkLst>
        </pc:spChg>
        <pc:spChg chg="del">
          <ac:chgData name="达 周" userId="d3c3af45359772bc" providerId="LiveId" clId="{1BBE2AE2-772C-4B69-A627-0B9DC3DFF8D5}" dt="2020-01-22T04:11:21.605" v="955" actId="478"/>
          <ac:spMkLst>
            <pc:docMk/>
            <pc:sldMk cId="2617126692" sldId="272"/>
            <ac:spMk id="16" creationId="{D5694916-EBBB-4523-B2B5-464EC429ABA3}"/>
          </ac:spMkLst>
        </pc:spChg>
        <pc:spChg chg="del">
          <ac:chgData name="达 周" userId="d3c3af45359772bc" providerId="LiveId" clId="{1BBE2AE2-772C-4B69-A627-0B9DC3DFF8D5}" dt="2020-01-22T04:11:18.337" v="954" actId="478"/>
          <ac:spMkLst>
            <pc:docMk/>
            <pc:sldMk cId="2617126692" sldId="272"/>
            <ac:spMk id="17" creationId="{44850D7F-4FEE-43D5-801A-9433E914C3BA}"/>
          </ac:spMkLst>
        </pc:spChg>
        <pc:spChg chg="del">
          <ac:chgData name="达 周" userId="d3c3af45359772bc" providerId="LiveId" clId="{1BBE2AE2-772C-4B69-A627-0B9DC3DFF8D5}" dt="2020-01-22T04:11:11.281" v="952" actId="478"/>
          <ac:spMkLst>
            <pc:docMk/>
            <pc:sldMk cId="2617126692" sldId="272"/>
            <ac:spMk id="20" creationId="{F8B67530-7B61-424D-B33D-DCE13E338B6D}"/>
          </ac:spMkLst>
        </pc:spChg>
        <pc:spChg chg="del">
          <ac:chgData name="达 周" userId="d3c3af45359772bc" providerId="LiveId" clId="{1BBE2AE2-772C-4B69-A627-0B9DC3DFF8D5}" dt="2020-01-22T04:11:13.724" v="953" actId="478"/>
          <ac:spMkLst>
            <pc:docMk/>
            <pc:sldMk cId="2617126692" sldId="272"/>
            <ac:spMk id="21" creationId="{E55F5A44-3620-442C-9738-B7FF45C83D77}"/>
          </ac:spMkLst>
        </pc:spChg>
        <pc:spChg chg="del">
          <ac:chgData name="达 周" userId="d3c3af45359772bc" providerId="LiveId" clId="{1BBE2AE2-772C-4B69-A627-0B9DC3DFF8D5}" dt="2020-01-22T04:11:29.419" v="957" actId="478"/>
          <ac:spMkLst>
            <pc:docMk/>
            <pc:sldMk cId="2617126692" sldId="272"/>
            <ac:spMk id="24" creationId="{E5589029-ECF6-4B85-98E4-07D70C2CD08B}"/>
          </ac:spMkLst>
        </pc:spChg>
        <pc:spChg chg="del">
          <ac:chgData name="达 周" userId="d3c3af45359772bc" providerId="LiveId" clId="{1BBE2AE2-772C-4B69-A627-0B9DC3DFF8D5}" dt="2020-01-22T04:11:32.528" v="958" actId="478"/>
          <ac:spMkLst>
            <pc:docMk/>
            <pc:sldMk cId="2617126692" sldId="272"/>
            <ac:spMk id="25" creationId="{BCF0432B-C3D8-4AEC-AFD3-9DD2C07701C8}"/>
          </ac:spMkLst>
        </pc:spChg>
        <pc:spChg chg="del">
          <ac:chgData name="达 周" userId="d3c3af45359772bc" providerId="LiveId" clId="{1BBE2AE2-772C-4B69-A627-0B9DC3DFF8D5}" dt="2020-01-22T04:11:34.498" v="959" actId="478"/>
          <ac:spMkLst>
            <pc:docMk/>
            <pc:sldMk cId="2617126692" sldId="272"/>
            <ac:spMk id="28" creationId="{C88EACA6-EC82-49D9-9C1E-BB611667109F}"/>
          </ac:spMkLst>
        </pc:spChg>
        <pc:spChg chg="del">
          <ac:chgData name="达 周" userId="d3c3af45359772bc" providerId="LiveId" clId="{1BBE2AE2-772C-4B69-A627-0B9DC3DFF8D5}" dt="2020-01-22T04:11:36.697" v="960" actId="478"/>
          <ac:spMkLst>
            <pc:docMk/>
            <pc:sldMk cId="2617126692" sldId="272"/>
            <ac:spMk id="29" creationId="{4E813600-0F8D-46DA-9181-70ECBDD40E4F}"/>
          </ac:spMkLst>
        </pc:spChg>
        <pc:grpChg chg="add del mod">
          <ac:chgData name="达 周" userId="d3c3af45359772bc" providerId="LiveId" clId="{1BBE2AE2-772C-4B69-A627-0B9DC3DFF8D5}" dt="2020-01-22T04:10:12.687" v="945" actId="478"/>
          <ac:grpSpMkLst>
            <pc:docMk/>
            <pc:sldMk cId="2617126692" sldId="272"/>
            <ac:grpSpMk id="5" creationId="{19469BAB-4E7B-4957-85E1-78E813C7FF6A}"/>
          </ac:grpSpMkLst>
        </pc:grpChg>
        <pc:grpChg chg="add del mod">
          <ac:chgData name="达 周" userId="d3c3af45359772bc" providerId="LiveId" clId="{1BBE2AE2-772C-4B69-A627-0B9DC3DFF8D5}" dt="2020-01-22T04:11:21.605" v="955" actId="478"/>
          <ac:grpSpMkLst>
            <pc:docMk/>
            <pc:sldMk cId="2617126692" sldId="272"/>
            <ac:grpSpMk id="15" creationId="{BE47556C-8928-4388-9BD0-B3FEF1859C7D}"/>
          </ac:grpSpMkLst>
        </pc:grpChg>
        <pc:grpChg chg="add del mod">
          <ac:chgData name="达 周" userId="d3c3af45359772bc" providerId="LiveId" clId="{1BBE2AE2-772C-4B69-A627-0B9DC3DFF8D5}" dt="2020-01-22T04:11:13.724" v="953" actId="478"/>
          <ac:grpSpMkLst>
            <pc:docMk/>
            <pc:sldMk cId="2617126692" sldId="272"/>
            <ac:grpSpMk id="19" creationId="{0551D8FE-19C4-4722-8850-C15F7DE91DAD}"/>
          </ac:grpSpMkLst>
        </pc:grpChg>
        <pc:grpChg chg="add del mod">
          <ac:chgData name="达 周" userId="d3c3af45359772bc" providerId="LiveId" clId="{1BBE2AE2-772C-4B69-A627-0B9DC3DFF8D5}" dt="2020-01-22T04:11:32.528" v="958" actId="478"/>
          <ac:grpSpMkLst>
            <pc:docMk/>
            <pc:sldMk cId="2617126692" sldId="272"/>
            <ac:grpSpMk id="23" creationId="{4BC5852A-19B6-474B-9AA1-DAF354B3F1BA}"/>
          </ac:grpSpMkLst>
        </pc:grpChg>
        <pc:grpChg chg="add del mod">
          <ac:chgData name="达 周" userId="d3c3af45359772bc" providerId="LiveId" clId="{1BBE2AE2-772C-4B69-A627-0B9DC3DFF8D5}" dt="2020-01-22T04:11:36.697" v="960" actId="478"/>
          <ac:grpSpMkLst>
            <pc:docMk/>
            <pc:sldMk cId="2617126692" sldId="272"/>
            <ac:grpSpMk id="27" creationId="{F0A39CC8-9C1F-4C22-A796-FC39DC3323EC}"/>
          </ac:grpSpMkLst>
        </pc:grpChg>
        <pc:graphicFrameChg chg="mod">
          <ac:chgData name="达 周" userId="d3c3af45359772bc" providerId="LiveId" clId="{1BBE2AE2-772C-4B69-A627-0B9DC3DFF8D5}" dt="2020-02-11T07:08:44.321" v="1166" actId="1076"/>
          <ac:graphicFrameMkLst>
            <pc:docMk/>
            <pc:sldMk cId="2617126692" sldId="272"/>
            <ac:graphicFrameMk id="9" creationId="{BEA34D6C-0607-4CB2-AC70-A7A7A365A422}"/>
          </ac:graphicFrameMkLst>
        </pc:graphicFrameChg>
        <pc:graphicFrameChg chg="del">
          <ac:chgData name="达 周" userId="d3c3af45359772bc" providerId="LiveId" clId="{1BBE2AE2-772C-4B69-A627-0B9DC3DFF8D5}" dt="2020-01-22T04:10:08.004" v="943" actId="478"/>
          <ac:graphicFrameMkLst>
            <pc:docMk/>
            <pc:sldMk cId="2617126692" sldId="272"/>
            <ac:graphicFrameMk id="10" creationId="{9291C43F-17FF-4D03-B008-015C97EAA871}"/>
          </ac:graphicFrameMkLst>
        </pc:graphicFrameChg>
        <pc:graphicFrameChg chg="add del mod">
          <ac:chgData name="达 周" userId="d3c3af45359772bc" providerId="LiveId" clId="{1BBE2AE2-772C-4B69-A627-0B9DC3DFF8D5}" dt="2020-02-11T06:42:41.350" v="1100" actId="478"/>
          <ac:graphicFrameMkLst>
            <pc:docMk/>
            <pc:sldMk cId="2617126692" sldId="272"/>
            <ac:graphicFrameMk id="11" creationId="{222599CA-53E6-438B-9894-02C5D5700229}"/>
          </ac:graphicFrameMkLst>
        </pc:graphicFrameChg>
        <pc:graphicFrameChg chg="add del mod">
          <ac:chgData name="达 周" userId="d3c3af45359772bc" providerId="LiveId" clId="{1BBE2AE2-772C-4B69-A627-0B9DC3DFF8D5}" dt="2020-02-11T06:42:39.714" v="1099" actId="478"/>
          <ac:graphicFrameMkLst>
            <pc:docMk/>
            <pc:sldMk cId="2617126692" sldId="272"/>
            <ac:graphicFrameMk id="12" creationId="{FA2F9ADC-622B-4966-ACC0-D8F39A0E565A}"/>
          </ac:graphicFrameMkLst>
        </pc:graphicFrameChg>
        <pc:graphicFrameChg chg="add del mod">
          <ac:chgData name="达 周" userId="d3c3af45359772bc" providerId="LiveId" clId="{1BBE2AE2-772C-4B69-A627-0B9DC3DFF8D5}" dt="2020-02-11T06:42:39.714" v="1099" actId="478"/>
          <ac:graphicFrameMkLst>
            <pc:docMk/>
            <pc:sldMk cId="2617126692" sldId="272"/>
            <ac:graphicFrameMk id="13" creationId="{9E244E35-22F8-4632-8A1A-111F011F89CF}"/>
          </ac:graphicFrameMkLst>
        </pc:graphicFrameChg>
        <pc:graphicFrameChg chg="add del mod">
          <ac:chgData name="达 周" userId="d3c3af45359772bc" providerId="LiveId" clId="{1BBE2AE2-772C-4B69-A627-0B9DC3DFF8D5}" dt="2020-02-11T06:42:39.714" v="1099" actId="478"/>
          <ac:graphicFrameMkLst>
            <pc:docMk/>
            <pc:sldMk cId="2617126692" sldId="272"/>
            <ac:graphicFrameMk id="14" creationId="{3F587D25-880F-45A7-BDE1-F8B57B0D3AB9}"/>
          </ac:graphicFrameMkLst>
        </pc:graphicFrameChg>
        <pc:graphicFrameChg chg="del mod">
          <ac:chgData name="达 周" userId="d3c3af45359772bc" providerId="LiveId" clId="{1BBE2AE2-772C-4B69-A627-0B9DC3DFF8D5}" dt="2020-02-11T06:42:43.525" v="1101" actId="478"/>
          <ac:graphicFrameMkLst>
            <pc:docMk/>
            <pc:sldMk cId="2617126692" sldId="272"/>
            <ac:graphicFrameMk id="18" creationId="{3D99F4F9-4629-4F99-9019-A7B532613040}"/>
          </ac:graphicFrameMkLst>
        </pc:graphicFrameChg>
        <pc:graphicFrameChg chg="del mod">
          <ac:chgData name="达 周" userId="d3c3af45359772bc" providerId="LiveId" clId="{1BBE2AE2-772C-4B69-A627-0B9DC3DFF8D5}" dt="2020-02-11T06:42:43.525" v="1101" actId="478"/>
          <ac:graphicFrameMkLst>
            <pc:docMk/>
            <pc:sldMk cId="2617126692" sldId="272"/>
            <ac:graphicFrameMk id="22" creationId="{9A87F42F-3AD2-4B5F-8B23-FD4B9D785A2D}"/>
          </ac:graphicFrameMkLst>
        </pc:graphicFrameChg>
        <pc:graphicFrameChg chg="del mod">
          <ac:chgData name="达 周" userId="d3c3af45359772bc" providerId="LiveId" clId="{1BBE2AE2-772C-4B69-A627-0B9DC3DFF8D5}" dt="2020-01-22T04:13:25.265" v="974" actId="478"/>
          <ac:graphicFrameMkLst>
            <pc:docMk/>
            <pc:sldMk cId="2617126692" sldId="272"/>
            <ac:graphicFrameMk id="26" creationId="{647DA475-A3F4-4A1E-B0B9-9DD1767E8316}"/>
          </ac:graphicFrameMkLst>
        </pc:graphicFrameChg>
        <pc:graphicFrameChg chg="del mod">
          <ac:chgData name="达 周" userId="d3c3af45359772bc" providerId="LiveId" clId="{1BBE2AE2-772C-4B69-A627-0B9DC3DFF8D5}" dt="2020-01-22T04:13:22.707" v="973" actId="478"/>
          <ac:graphicFrameMkLst>
            <pc:docMk/>
            <pc:sldMk cId="2617126692" sldId="272"/>
            <ac:graphicFrameMk id="30" creationId="{B8DEF2E3-1B42-4430-A477-BA3E7DABA5F5}"/>
          </ac:graphicFrameMkLst>
        </pc:graphicFrameChg>
        <pc:picChg chg="add del">
          <ac:chgData name="达 周" userId="d3c3af45359772bc" providerId="LiveId" clId="{1BBE2AE2-772C-4B69-A627-0B9DC3DFF8D5}" dt="2020-01-22T04:09:43.746" v="939"/>
          <ac:picMkLst>
            <pc:docMk/>
            <pc:sldMk cId="2617126692" sldId="272"/>
            <ac:picMk id="4" creationId="{4ADD96D8-C5EC-4334-A446-2D5538B4C20A}"/>
          </ac:picMkLst>
        </pc:picChg>
      </pc:sldChg>
      <pc:sldChg chg="addSp delSp modSp add addAnim delAnim modAnim">
        <pc:chgData name="达 周" userId="d3c3af45359772bc" providerId="LiveId" clId="{1BBE2AE2-772C-4B69-A627-0B9DC3DFF8D5}" dt="2020-02-11T07:09:22.891" v="1170"/>
        <pc:sldMkLst>
          <pc:docMk/>
          <pc:sldMk cId="4014349899" sldId="273"/>
        </pc:sldMkLst>
        <pc:spChg chg="del">
          <ac:chgData name="达 周" userId="d3c3af45359772bc" providerId="LiveId" clId="{1BBE2AE2-772C-4B69-A627-0B9DC3DFF8D5}" dt="2020-01-22T04:16:48.008" v="990" actId="478"/>
          <ac:spMkLst>
            <pc:docMk/>
            <pc:sldMk cId="4014349899" sldId="273"/>
            <ac:spMk id="2" creationId="{EAF4577E-7B74-48CC-AD2F-4E5E030B186D}"/>
          </ac:spMkLst>
        </pc:spChg>
        <pc:spChg chg="add del mod">
          <ac:chgData name="达 周" userId="d3c3af45359772bc" providerId="LiveId" clId="{1BBE2AE2-772C-4B69-A627-0B9DC3DFF8D5}" dt="2020-01-22T04:15:50.506" v="987" actId="478"/>
          <ac:spMkLst>
            <pc:docMk/>
            <pc:sldMk cId="4014349899" sldId="273"/>
            <ac:spMk id="3" creationId="{D79B88EB-AE16-4A8B-98AF-B518CC92B0B3}"/>
          </ac:spMkLst>
        </pc:spChg>
        <pc:graphicFrameChg chg="add del mod">
          <ac:chgData name="达 周" userId="d3c3af45359772bc" providerId="LiveId" clId="{1BBE2AE2-772C-4B69-A627-0B9DC3DFF8D5}" dt="2020-01-22T04:16:05.303" v="988" actId="1076"/>
          <ac:graphicFrameMkLst>
            <pc:docMk/>
            <pc:sldMk cId="4014349899" sldId="273"/>
            <ac:graphicFrameMk id="4" creationId="{9581A099-BF1F-4790-BF8F-007B10DED723}"/>
          </ac:graphicFrameMkLst>
        </pc:graphicFrameChg>
        <pc:graphicFrameChg chg="add del mod">
          <ac:chgData name="达 周" userId="d3c3af45359772bc" providerId="LiveId" clId="{1BBE2AE2-772C-4B69-A627-0B9DC3DFF8D5}" dt="2020-01-22T04:16:11.423" v="989" actId="1076"/>
          <ac:graphicFrameMkLst>
            <pc:docMk/>
            <pc:sldMk cId="4014349899" sldId="273"/>
            <ac:graphicFrameMk id="5" creationId="{1CBEC63F-9983-4485-A484-46E6DD308D9A}"/>
          </ac:graphicFrameMkLst>
        </pc:graphicFrameChg>
        <pc:graphicFrameChg chg="add">
          <ac:chgData name="达 周" userId="d3c3af45359772bc" providerId="LiveId" clId="{1BBE2AE2-772C-4B69-A627-0B9DC3DFF8D5}" dt="2020-02-11T07:09:22.891" v="1170"/>
          <ac:graphicFrameMkLst>
            <pc:docMk/>
            <pc:sldMk cId="4014349899" sldId="273"/>
            <ac:graphicFrameMk id="6" creationId="{02D3B065-AA2F-4F83-9A23-268559CF8C7F}"/>
          </ac:graphicFrameMkLst>
        </pc:graphicFrameChg>
      </pc:sldChg>
      <pc:sldChg chg="addSp delSp modSp add delAnim modAnim">
        <pc:chgData name="达 周" userId="d3c3af45359772bc" providerId="LiveId" clId="{1BBE2AE2-772C-4B69-A627-0B9DC3DFF8D5}" dt="2020-02-11T06:37:41.583" v="1081" actId="478"/>
        <pc:sldMkLst>
          <pc:docMk/>
          <pc:sldMk cId="279071446" sldId="274"/>
        </pc:sldMkLst>
        <pc:graphicFrameChg chg="add del mod">
          <ac:chgData name="达 周" userId="d3c3af45359772bc" providerId="LiveId" clId="{1BBE2AE2-772C-4B69-A627-0B9DC3DFF8D5}" dt="2020-02-11T06:37:40.176" v="1080" actId="478"/>
          <ac:graphicFrameMkLst>
            <pc:docMk/>
            <pc:sldMk cId="279071446" sldId="274"/>
            <ac:graphicFrameMk id="5" creationId="{85A76A0C-7D89-4597-8BCB-4019FAC0BA75}"/>
          </ac:graphicFrameMkLst>
        </pc:graphicFrameChg>
        <pc:graphicFrameChg chg="add del mod">
          <ac:chgData name="达 周" userId="d3c3af45359772bc" providerId="LiveId" clId="{1BBE2AE2-772C-4B69-A627-0B9DC3DFF8D5}" dt="2020-02-11T06:37:41.583" v="1081" actId="478"/>
          <ac:graphicFrameMkLst>
            <pc:docMk/>
            <pc:sldMk cId="279071446" sldId="274"/>
            <ac:graphicFrameMk id="6" creationId="{F8D9DC75-975C-44FC-A1A1-BA783E7B5EF6}"/>
          </ac:graphicFrameMkLst>
        </pc:graphicFrameChg>
        <pc:graphicFrameChg chg="mod">
          <ac:chgData name="达 周" userId="d3c3af45359772bc" providerId="LiveId" clId="{1BBE2AE2-772C-4B69-A627-0B9DC3DFF8D5}" dt="2020-02-11T06:36:18.604" v="1072" actId="1076"/>
          <ac:graphicFrameMkLst>
            <pc:docMk/>
            <pc:sldMk cId="279071446" sldId="274"/>
            <ac:graphicFrameMk id="7" creationId="{559697E3-1202-4CE9-A0C8-FFBAA23D6BD1}"/>
          </ac:graphicFrameMkLst>
        </pc:graphicFrameChg>
        <pc:graphicFrameChg chg="del">
          <ac:chgData name="达 周" userId="d3c3af45359772bc" providerId="LiveId" clId="{1BBE2AE2-772C-4B69-A627-0B9DC3DFF8D5}" dt="2020-02-11T06:36:15.876" v="1071" actId="478"/>
          <ac:graphicFrameMkLst>
            <pc:docMk/>
            <pc:sldMk cId="279071446" sldId="274"/>
            <ac:graphicFrameMk id="8" creationId="{948DD6E4-DB4E-4C3B-BA22-0BE606C2FBC7}"/>
          </ac:graphicFrameMkLst>
        </pc:graphicFrameChg>
      </pc:sldChg>
      <pc:sldChg chg="modSp add del">
        <pc:chgData name="达 周" userId="d3c3af45359772bc" providerId="LiveId" clId="{1BBE2AE2-772C-4B69-A627-0B9DC3DFF8D5}" dt="2020-01-22T12:04:45.555" v="1031" actId="47"/>
        <pc:sldMkLst>
          <pc:docMk/>
          <pc:sldMk cId="1413358384" sldId="274"/>
        </pc:sldMkLst>
        <pc:spChg chg="mod">
          <ac:chgData name="达 周" userId="d3c3af45359772bc" providerId="LiveId" clId="{1BBE2AE2-772C-4B69-A627-0B9DC3DFF8D5}" dt="2020-01-22T11:59:23.522" v="1030" actId="20577"/>
          <ac:spMkLst>
            <pc:docMk/>
            <pc:sldMk cId="1413358384" sldId="274"/>
            <ac:spMk id="2" creationId="{5F907B5E-D258-433E-BE48-453F546428CE}"/>
          </ac:spMkLst>
        </pc:spChg>
      </pc:sldChg>
      <pc:sldChg chg="add del">
        <pc:chgData name="达 周" userId="d3c3af45359772bc" providerId="LiveId" clId="{1BBE2AE2-772C-4B69-A627-0B9DC3DFF8D5}" dt="2020-02-11T06:36:30.734" v="1076"/>
        <pc:sldMkLst>
          <pc:docMk/>
          <pc:sldMk cId="1653541113" sldId="275"/>
        </pc:sldMkLst>
      </pc:sldChg>
      <pc:sldChg chg="modSp add">
        <pc:chgData name="达 周" userId="d3c3af45359772bc" providerId="LiveId" clId="{1BBE2AE2-772C-4B69-A627-0B9DC3DFF8D5}" dt="2020-02-11T06:38:46.400" v="1095" actId="1076"/>
        <pc:sldMkLst>
          <pc:docMk/>
          <pc:sldMk cId="2648821486" sldId="275"/>
        </pc:sldMkLst>
        <pc:graphicFrameChg chg="mod">
          <ac:chgData name="达 周" userId="d3c3af45359772bc" providerId="LiveId" clId="{1BBE2AE2-772C-4B69-A627-0B9DC3DFF8D5}" dt="2020-02-11T06:38:46.400" v="1095" actId="1076"/>
          <ac:graphicFrameMkLst>
            <pc:docMk/>
            <pc:sldMk cId="2648821486" sldId="275"/>
            <ac:graphicFrameMk id="5" creationId="{85A76A0C-7D89-4597-8BCB-4019FAC0BA75}"/>
          </ac:graphicFrameMkLst>
        </pc:graphicFrameChg>
        <pc:graphicFrameChg chg="mod">
          <ac:chgData name="达 周" userId="d3c3af45359772bc" providerId="LiveId" clId="{1BBE2AE2-772C-4B69-A627-0B9DC3DFF8D5}" dt="2020-02-11T06:38:23.778" v="1086"/>
          <ac:graphicFrameMkLst>
            <pc:docMk/>
            <pc:sldMk cId="2648821486" sldId="275"/>
            <ac:graphicFrameMk id="6" creationId="{F8D9DC75-975C-44FC-A1A1-BA783E7B5EF6}"/>
          </ac:graphicFrameMkLst>
        </pc:graphicFrameChg>
      </pc:sldChg>
      <pc:sldChg chg="addSp delSp modSp add">
        <pc:chgData name="达 周" userId="d3c3af45359772bc" providerId="LiveId" clId="{1BBE2AE2-772C-4B69-A627-0B9DC3DFF8D5}" dt="2020-02-11T07:09:10.236" v="1169" actId="478"/>
        <pc:sldMkLst>
          <pc:docMk/>
          <pc:sldMk cId="579729544" sldId="276"/>
        </pc:sldMkLst>
        <pc:spChg chg="del">
          <ac:chgData name="达 周" userId="d3c3af45359772bc" providerId="LiveId" clId="{1BBE2AE2-772C-4B69-A627-0B9DC3DFF8D5}" dt="2020-02-11T07:08:32.671" v="1163" actId="478"/>
          <ac:spMkLst>
            <pc:docMk/>
            <pc:sldMk cId="579729544" sldId="276"/>
            <ac:spMk id="2" creationId="{EE1AE450-9A11-4E61-9506-53A33E5FF82F}"/>
          </ac:spMkLst>
        </pc:spChg>
        <pc:spChg chg="add del mod">
          <ac:chgData name="达 周" userId="d3c3af45359772bc" providerId="LiveId" clId="{1BBE2AE2-772C-4B69-A627-0B9DC3DFF8D5}" dt="2020-02-11T07:08:37.703" v="1164" actId="478"/>
          <ac:spMkLst>
            <pc:docMk/>
            <pc:sldMk cId="579729544" sldId="276"/>
            <ac:spMk id="4" creationId="{510EC4A1-4878-45D2-9679-9361A3B1EBD9}"/>
          </ac:spMkLst>
        </pc:spChg>
        <pc:graphicFrameChg chg="del">
          <ac:chgData name="达 周" userId="d3c3af45359772bc" providerId="LiveId" clId="{1BBE2AE2-772C-4B69-A627-0B9DC3DFF8D5}" dt="2020-02-11T07:08:38.989" v="1165" actId="478"/>
          <ac:graphicFrameMkLst>
            <pc:docMk/>
            <pc:sldMk cId="579729544" sldId="276"/>
            <ac:graphicFrameMk id="9" creationId="{BEA34D6C-0607-4CB2-AC70-A7A7A365A422}"/>
          </ac:graphicFrameMkLst>
        </pc:graphicFrameChg>
        <pc:graphicFrameChg chg="add">
          <ac:chgData name="达 周" userId="d3c3af45359772bc" providerId="LiveId" clId="{1BBE2AE2-772C-4B69-A627-0B9DC3DFF8D5}" dt="2020-02-11T07:09:00.569" v="1167"/>
          <ac:graphicFrameMkLst>
            <pc:docMk/>
            <pc:sldMk cId="579729544" sldId="276"/>
            <ac:graphicFrameMk id="15" creationId="{094C1763-547C-47A1-AC45-99BB6EB5F964}"/>
          </ac:graphicFrameMkLst>
        </pc:graphicFrameChg>
        <pc:graphicFrameChg chg="del">
          <ac:chgData name="达 周" userId="d3c3af45359772bc" providerId="LiveId" clId="{1BBE2AE2-772C-4B69-A627-0B9DC3DFF8D5}" dt="2020-02-11T07:09:10.236" v="1169" actId="478"/>
          <ac:graphicFrameMkLst>
            <pc:docMk/>
            <pc:sldMk cId="579729544" sldId="276"/>
            <ac:graphicFrameMk id="18" creationId="{3D99F4F9-4629-4F99-9019-A7B532613040}"/>
          </ac:graphicFrameMkLst>
        </pc:graphicFrameChg>
      </pc:sldChg>
      <pc:sldChg chg="addSp delSp modSp add">
        <pc:chgData name="达 周" userId="d3c3af45359772bc" providerId="LiveId" clId="{1BBE2AE2-772C-4B69-A627-0B9DC3DFF8D5}" dt="2020-02-11T06:55:26.947" v="1121"/>
        <pc:sldMkLst>
          <pc:docMk/>
          <pc:sldMk cId="759045964" sldId="277"/>
        </pc:sldMkLst>
        <pc:spChg chg="mod">
          <ac:chgData name="达 周" userId="d3c3af45359772bc" providerId="LiveId" clId="{1BBE2AE2-772C-4B69-A627-0B9DC3DFF8D5}" dt="2020-02-11T06:54:05.476" v="1108"/>
          <ac:spMkLst>
            <pc:docMk/>
            <pc:sldMk cId="759045964" sldId="277"/>
            <ac:spMk id="2" creationId="{10982B1E-E65C-4A86-B961-08671ACDC7AB}"/>
          </ac:spMkLst>
        </pc:spChg>
        <pc:spChg chg="del">
          <ac:chgData name="达 周" userId="d3c3af45359772bc" providerId="LiveId" clId="{1BBE2AE2-772C-4B69-A627-0B9DC3DFF8D5}" dt="2020-02-11T06:55:13.845" v="1115"/>
          <ac:spMkLst>
            <pc:docMk/>
            <pc:sldMk cId="759045964" sldId="277"/>
            <ac:spMk id="3" creationId="{EC03B16B-65E7-4337-9299-B86B38F5B800}"/>
          </ac:spMkLst>
        </pc:spChg>
        <pc:graphicFrameChg chg="add mod">
          <ac:chgData name="达 周" userId="d3c3af45359772bc" providerId="LiveId" clId="{1BBE2AE2-772C-4B69-A627-0B9DC3DFF8D5}" dt="2020-02-11T06:55:26.947" v="1121"/>
          <ac:graphicFrameMkLst>
            <pc:docMk/>
            <pc:sldMk cId="759045964" sldId="277"/>
            <ac:graphicFrameMk id="4" creationId="{9C95A3E0-4CAC-4AB1-9CF5-BB83B25E9C2A}"/>
          </ac:graphicFrameMkLst>
        </pc:graphicFrameChg>
      </pc:sldChg>
      <pc:sldChg chg="addSp delSp modSp add">
        <pc:chgData name="达 周" userId="d3c3af45359772bc" providerId="LiveId" clId="{1BBE2AE2-772C-4B69-A627-0B9DC3DFF8D5}" dt="2020-02-11T06:55:37.058" v="1124" actId="1076"/>
        <pc:sldMkLst>
          <pc:docMk/>
          <pc:sldMk cId="2153312436" sldId="278"/>
        </pc:sldMkLst>
        <pc:spChg chg="mod">
          <ac:chgData name="达 周" userId="d3c3af45359772bc" providerId="LiveId" clId="{1BBE2AE2-772C-4B69-A627-0B9DC3DFF8D5}" dt="2020-02-11T06:54:12.865" v="1110"/>
          <ac:spMkLst>
            <pc:docMk/>
            <pc:sldMk cId="2153312436" sldId="278"/>
            <ac:spMk id="2" creationId="{5F4E9D3D-4845-4F66-9221-D892442A8127}"/>
          </ac:spMkLst>
        </pc:spChg>
        <pc:spChg chg="del">
          <ac:chgData name="达 周" userId="d3c3af45359772bc" providerId="LiveId" clId="{1BBE2AE2-772C-4B69-A627-0B9DC3DFF8D5}" dt="2020-02-11T06:54:54.258" v="1113"/>
          <ac:spMkLst>
            <pc:docMk/>
            <pc:sldMk cId="2153312436" sldId="278"/>
            <ac:spMk id="3" creationId="{5AAD5238-FFEA-43DA-9DA1-0CD6C901C97D}"/>
          </ac:spMkLst>
        </pc:spChg>
        <pc:graphicFrameChg chg="add mod">
          <ac:chgData name="达 周" userId="d3c3af45359772bc" providerId="LiveId" clId="{1BBE2AE2-772C-4B69-A627-0B9DC3DFF8D5}" dt="2020-02-11T06:55:37.058" v="1124" actId="1076"/>
          <ac:graphicFrameMkLst>
            <pc:docMk/>
            <pc:sldMk cId="2153312436" sldId="278"/>
            <ac:graphicFrameMk id="4" creationId="{1497FE31-6A9C-4876-9FC2-E7299B73C99E}"/>
          </ac:graphicFrameMkLst>
        </pc:graphicFrameChg>
      </pc:sldChg>
      <pc:sldChg chg="addSp delSp modSp add ord">
        <pc:chgData name="达 周" userId="d3c3af45359772bc" providerId="LiveId" clId="{1BBE2AE2-772C-4B69-A627-0B9DC3DFF8D5}" dt="2020-02-11T07:17:29.951" v="1349" actId="108"/>
        <pc:sldMkLst>
          <pc:docMk/>
          <pc:sldMk cId="4128684999" sldId="279"/>
        </pc:sldMkLst>
        <pc:spChg chg="mod">
          <ac:chgData name="达 周" userId="d3c3af45359772bc" providerId="LiveId" clId="{1BBE2AE2-772C-4B69-A627-0B9DC3DFF8D5}" dt="2020-02-11T07:17:29.951" v="1349" actId="108"/>
          <ac:spMkLst>
            <pc:docMk/>
            <pc:sldMk cId="4128684999" sldId="279"/>
            <ac:spMk id="2" creationId="{68C8BA66-C418-4D50-9AAB-7F77B1CB66E6}"/>
          </ac:spMkLst>
        </pc:spChg>
        <pc:spChg chg="del">
          <ac:chgData name="达 周" userId="d3c3af45359772bc" providerId="LiveId" clId="{1BBE2AE2-772C-4B69-A627-0B9DC3DFF8D5}" dt="2020-02-11T06:55:59.715" v="1125"/>
          <ac:spMkLst>
            <pc:docMk/>
            <pc:sldMk cId="4128684999" sldId="279"/>
            <ac:spMk id="3" creationId="{7AA2B171-9978-407E-8C81-F62096E93A16}"/>
          </ac:spMkLst>
        </pc:spChg>
        <pc:graphicFrameChg chg="add mod">
          <ac:chgData name="达 周" userId="d3c3af45359772bc" providerId="LiveId" clId="{1BBE2AE2-772C-4B69-A627-0B9DC3DFF8D5}" dt="2020-02-11T06:56:09.143" v="1129" actId="1076"/>
          <ac:graphicFrameMkLst>
            <pc:docMk/>
            <pc:sldMk cId="4128684999" sldId="279"/>
            <ac:graphicFrameMk id="4" creationId="{10408302-25F0-4665-BA1F-B00B7F34551E}"/>
          </ac:graphicFrameMkLst>
        </pc:graphicFrameChg>
      </pc:sldChg>
      <pc:sldChg chg="modSp add">
        <pc:chgData name="达 周" userId="d3c3af45359772bc" providerId="LiveId" clId="{1BBE2AE2-772C-4B69-A627-0B9DC3DFF8D5}" dt="2020-02-18T06:38:54.272" v="2006" actId="20577"/>
        <pc:sldMkLst>
          <pc:docMk/>
          <pc:sldMk cId="3305751051" sldId="280"/>
        </pc:sldMkLst>
        <pc:spChg chg="mod">
          <ac:chgData name="达 周" userId="d3c3af45359772bc" providerId="LiveId" clId="{1BBE2AE2-772C-4B69-A627-0B9DC3DFF8D5}" dt="2020-02-11T07:15:27.858" v="1224" actId="20577"/>
          <ac:spMkLst>
            <pc:docMk/>
            <pc:sldMk cId="3305751051" sldId="280"/>
            <ac:spMk id="2" creationId="{7BAC96AB-1636-4041-A4F9-173B09FB25B8}"/>
          </ac:spMkLst>
        </pc:spChg>
        <pc:spChg chg="mod">
          <ac:chgData name="达 周" userId="d3c3af45359772bc" providerId="LiveId" clId="{1BBE2AE2-772C-4B69-A627-0B9DC3DFF8D5}" dt="2020-02-18T06:38:54.272" v="2006" actId="20577"/>
          <ac:spMkLst>
            <pc:docMk/>
            <pc:sldMk cId="3305751051" sldId="280"/>
            <ac:spMk id="3" creationId="{599255F4-EB4C-4135-8A61-E8768A90B565}"/>
          </ac:spMkLst>
        </pc:spChg>
      </pc:sldChg>
      <pc:sldChg chg="addSp modSp add ord">
        <pc:chgData name="达 周" userId="d3c3af45359772bc" providerId="LiveId" clId="{1BBE2AE2-772C-4B69-A627-0B9DC3DFF8D5}" dt="2020-02-18T06:37:30.992" v="1977" actId="1076"/>
        <pc:sldMkLst>
          <pc:docMk/>
          <pc:sldMk cId="800443942" sldId="281"/>
        </pc:sldMkLst>
        <pc:spChg chg="mod">
          <ac:chgData name="达 周" userId="d3c3af45359772bc" providerId="LiveId" clId="{1BBE2AE2-772C-4B69-A627-0B9DC3DFF8D5}" dt="2020-02-18T06:37:27.987" v="1976" actId="20577"/>
          <ac:spMkLst>
            <pc:docMk/>
            <pc:sldMk cId="800443942" sldId="281"/>
            <ac:spMk id="2" creationId="{A80DA6FB-CC06-497E-B452-CA7A4272F701}"/>
          </ac:spMkLst>
        </pc:spChg>
        <pc:graphicFrameChg chg="add mod">
          <ac:chgData name="达 周" userId="d3c3af45359772bc" providerId="LiveId" clId="{1BBE2AE2-772C-4B69-A627-0B9DC3DFF8D5}" dt="2020-02-18T06:37:30.992" v="1977" actId="1076"/>
          <ac:graphicFrameMkLst>
            <pc:docMk/>
            <pc:sldMk cId="800443942" sldId="281"/>
            <ac:graphicFrameMk id="4" creationId="{5570C930-859E-4DCB-BA90-B081E9D073D0}"/>
          </ac:graphicFrameMkLst>
        </pc:graphicFrameChg>
      </pc:sldChg>
      <pc:sldChg chg="delSp add del ord">
        <pc:chgData name="达 周" userId="d3c3af45359772bc" providerId="LiveId" clId="{1BBE2AE2-772C-4B69-A627-0B9DC3DFF8D5}" dt="2020-02-11T07:09:35.408" v="1171" actId="47"/>
        <pc:sldMkLst>
          <pc:docMk/>
          <pc:sldMk cId="71153487" sldId="282"/>
        </pc:sldMkLst>
        <pc:graphicFrameChg chg="del">
          <ac:chgData name="达 周" userId="d3c3af45359772bc" providerId="LiveId" clId="{1BBE2AE2-772C-4B69-A627-0B9DC3DFF8D5}" dt="2020-02-11T07:06:42.725" v="1150" actId="478"/>
          <ac:graphicFrameMkLst>
            <pc:docMk/>
            <pc:sldMk cId="71153487" sldId="282"/>
            <ac:graphicFrameMk id="4" creationId="{5570C930-859E-4DCB-BA90-B081E9D073D0}"/>
          </ac:graphicFrameMkLst>
        </pc:graphicFrameChg>
      </pc:sldChg>
      <pc:sldChg chg="add">
        <pc:chgData name="达 周" userId="d3c3af45359772bc" providerId="LiveId" clId="{1BBE2AE2-772C-4B69-A627-0B9DC3DFF8D5}" dt="2020-02-11T07:09:07.382" v="1168"/>
        <pc:sldMkLst>
          <pc:docMk/>
          <pc:sldMk cId="2771859252" sldId="283"/>
        </pc:sldMkLst>
      </pc:sldChg>
      <pc:sldChg chg="addSp delSp modSp add modAnim">
        <pc:chgData name="达 周" userId="d3c3af45359772bc" providerId="LiveId" clId="{1BBE2AE2-772C-4B69-A627-0B9DC3DFF8D5}" dt="2020-02-18T06:33:20.635" v="1925" actId="1076"/>
        <pc:sldMkLst>
          <pc:docMk/>
          <pc:sldMk cId="1424348793" sldId="284"/>
        </pc:sldMkLst>
        <pc:spChg chg="del">
          <ac:chgData name="达 周" userId="d3c3af45359772bc" providerId="LiveId" clId="{1BBE2AE2-772C-4B69-A627-0B9DC3DFF8D5}" dt="2020-02-11T07:10:59.174" v="1175" actId="478"/>
          <ac:spMkLst>
            <pc:docMk/>
            <pc:sldMk cId="1424348793" sldId="284"/>
            <ac:spMk id="2" creationId="{9C746BE7-81DA-465A-AB47-5072B13C9435}"/>
          </ac:spMkLst>
        </pc:spChg>
        <pc:spChg chg="del">
          <ac:chgData name="达 周" userId="d3c3af45359772bc" providerId="LiveId" clId="{1BBE2AE2-772C-4B69-A627-0B9DC3DFF8D5}" dt="2020-02-11T07:11:19.763" v="1179"/>
          <ac:spMkLst>
            <pc:docMk/>
            <pc:sldMk cId="1424348793" sldId="284"/>
            <ac:spMk id="3" creationId="{F3CDE0DC-3B48-46E3-A5DF-45DBF81233D1}"/>
          </ac:spMkLst>
        </pc:spChg>
        <pc:spChg chg="add mod">
          <ac:chgData name="达 周" userId="d3c3af45359772bc" providerId="LiveId" clId="{1BBE2AE2-772C-4B69-A627-0B9DC3DFF8D5}" dt="2020-02-18T06:30:43.658" v="1787" actId="20577"/>
          <ac:spMkLst>
            <pc:docMk/>
            <pc:sldMk cId="1424348793" sldId="284"/>
            <ac:spMk id="6" creationId="{2075CFE7-828D-4EC4-8FA1-FE8513866F7B}"/>
          </ac:spMkLst>
        </pc:spChg>
        <pc:graphicFrameChg chg="add mod">
          <ac:chgData name="达 周" userId="d3c3af45359772bc" providerId="LiveId" clId="{1BBE2AE2-772C-4B69-A627-0B9DC3DFF8D5}" dt="2020-02-18T06:33:20.635" v="1925" actId="1076"/>
          <ac:graphicFrameMkLst>
            <pc:docMk/>
            <pc:sldMk cId="1424348793" sldId="284"/>
            <ac:graphicFrameMk id="4" creationId="{7B03D24A-3B88-4775-BF48-E02BFCED55B3}"/>
          </ac:graphicFrameMkLst>
        </pc:graphicFrameChg>
        <pc:graphicFrameChg chg="add mod">
          <ac:chgData name="达 周" userId="d3c3af45359772bc" providerId="LiveId" clId="{1BBE2AE2-772C-4B69-A627-0B9DC3DFF8D5}" dt="2020-02-18T06:33:09.677" v="1922"/>
          <ac:graphicFrameMkLst>
            <pc:docMk/>
            <pc:sldMk cId="1424348793" sldId="284"/>
            <ac:graphicFrameMk id="5" creationId="{0F04760F-691F-417C-BC09-4F3BF7A94A32}"/>
          </ac:graphicFrameMkLst>
        </pc:graphicFrameChg>
      </pc:sldChg>
      <pc:sldChg chg="addSp delSp modSp add">
        <pc:chgData name="达 周" userId="d3c3af45359772bc" providerId="LiveId" clId="{1BBE2AE2-772C-4B69-A627-0B9DC3DFF8D5}" dt="2020-02-18T06:19:48.483" v="1521" actId="478"/>
        <pc:sldMkLst>
          <pc:docMk/>
          <pc:sldMk cId="3889116950" sldId="285"/>
        </pc:sldMkLst>
        <pc:spChg chg="mod">
          <ac:chgData name="达 周" userId="d3c3af45359772bc" providerId="LiveId" clId="{1BBE2AE2-772C-4B69-A627-0B9DC3DFF8D5}" dt="2020-02-18T06:17:12.355" v="1512" actId="20577"/>
          <ac:spMkLst>
            <pc:docMk/>
            <pc:sldMk cId="3889116950" sldId="285"/>
            <ac:spMk id="2" creationId="{CD31B848-A0F3-484A-977E-D090C4CB152F}"/>
          </ac:spMkLst>
        </pc:spChg>
        <pc:spChg chg="del">
          <ac:chgData name="达 周" userId="d3c3af45359772bc" providerId="LiveId" clId="{1BBE2AE2-772C-4B69-A627-0B9DC3DFF8D5}" dt="2020-02-18T06:15:45.683" v="1475"/>
          <ac:spMkLst>
            <pc:docMk/>
            <pc:sldMk cId="3889116950" sldId="285"/>
            <ac:spMk id="3" creationId="{428D55A4-20A8-4F9A-A1B5-A66D941A3622}"/>
          </ac:spMkLst>
        </pc:spChg>
        <pc:graphicFrameChg chg="add mod">
          <ac:chgData name="达 周" userId="d3c3af45359772bc" providerId="LiveId" clId="{1BBE2AE2-772C-4B69-A627-0B9DC3DFF8D5}" dt="2020-02-18T06:19:41.169" v="1519" actId="1076"/>
          <ac:graphicFrameMkLst>
            <pc:docMk/>
            <pc:sldMk cId="3889116950" sldId="285"/>
            <ac:graphicFrameMk id="4" creationId="{093867FA-CCE2-4177-B0D9-FAF1DAFF32D6}"/>
          </ac:graphicFrameMkLst>
        </pc:graphicFrameChg>
        <pc:picChg chg="add del mod">
          <ac:chgData name="达 周" userId="d3c3af45359772bc" providerId="LiveId" clId="{1BBE2AE2-772C-4B69-A627-0B9DC3DFF8D5}" dt="2020-02-18T06:19:48.483" v="1521" actId="478"/>
          <ac:picMkLst>
            <pc:docMk/>
            <pc:sldMk cId="3889116950" sldId="285"/>
            <ac:picMk id="18434" creationId="{014EE794-7603-4378-9938-A6D9A2568746}"/>
          </ac:picMkLst>
        </pc:picChg>
      </pc:sldChg>
      <pc:sldChg chg="add">
        <pc:chgData name="达 周" userId="d3c3af45359772bc" providerId="LiveId" clId="{1BBE2AE2-772C-4B69-A627-0B9DC3DFF8D5}" dt="2020-02-18T06:19:45.913" v="1520"/>
        <pc:sldMkLst>
          <pc:docMk/>
          <pc:sldMk cId="2911367026" sldId="286"/>
        </pc:sldMkLst>
      </pc:sldChg>
      <pc:sldChg chg="modSp add">
        <pc:chgData name="达 周" userId="d3c3af45359772bc" providerId="LiveId" clId="{1BBE2AE2-772C-4B69-A627-0B9DC3DFF8D5}" dt="2020-02-18T06:25:42.124" v="1772" actId="20577"/>
        <pc:sldMkLst>
          <pc:docMk/>
          <pc:sldMk cId="1344048943" sldId="287"/>
        </pc:sldMkLst>
        <pc:spChg chg="mod">
          <ac:chgData name="达 周" userId="d3c3af45359772bc" providerId="LiveId" clId="{1BBE2AE2-772C-4B69-A627-0B9DC3DFF8D5}" dt="2020-02-18T06:20:39.745" v="1546" actId="20577"/>
          <ac:spMkLst>
            <pc:docMk/>
            <pc:sldMk cId="1344048943" sldId="287"/>
            <ac:spMk id="2" creationId="{E981DD01-AD9A-46B0-BCE6-998E0F6B81F7}"/>
          </ac:spMkLst>
        </pc:spChg>
        <pc:spChg chg="mod">
          <ac:chgData name="达 周" userId="d3c3af45359772bc" providerId="LiveId" clId="{1BBE2AE2-772C-4B69-A627-0B9DC3DFF8D5}" dt="2020-02-18T06:25:42.124" v="1772" actId="20577"/>
          <ac:spMkLst>
            <pc:docMk/>
            <pc:sldMk cId="1344048943" sldId="287"/>
            <ac:spMk id="3" creationId="{3DBBB05B-E933-4F4E-B481-813F0C68409C}"/>
          </ac:spMkLst>
        </pc:spChg>
      </pc:sldChg>
      <pc:sldChg chg="add">
        <pc:chgData name="达 周" userId="d3c3af45359772bc" providerId="LiveId" clId="{1BBE2AE2-772C-4B69-A627-0B9DC3DFF8D5}" dt="2020-02-18T06:27:11.704" v="1773"/>
        <pc:sldMkLst>
          <pc:docMk/>
          <pc:sldMk cId="2676245329" sldId="288"/>
        </pc:sldMkLst>
      </pc:sldChg>
      <pc:sldChg chg="add">
        <pc:chgData name="达 周" userId="d3c3af45359772bc" providerId="LiveId" clId="{1BBE2AE2-772C-4B69-A627-0B9DC3DFF8D5}" dt="2020-02-18T06:27:50.463" v="1776"/>
        <pc:sldMkLst>
          <pc:docMk/>
          <pc:sldMk cId="3147318727" sldId="289"/>
        </pc:sldMkLst>
      </pc:sldChg>
      <pc:sldChg chg="delSp modSp add">
        <pc:chgData name="达 周" userId="d3c3af45359772bc" providerId="LiveId" clId="{1BBE2AE2-772C-4B69-A627-0B9DC3DFF8D5}" dt="2020-02-18T11:01:41.615" v="2034" actId="20577"/>
        <pc:sldMkLst>
          <pc:docMk/>
          <pc:sldMk cId="2758283577" sldId="290"/>
        </pc:sldMkLst>
        <pc:spChg chg="mod">
          <ac:chgData name="达 周" userId="d3c3af45359772bc" providerId="LiveId" clId="{1BBE2AE2-772C-4B69-A627-0B9DC3DFF8D5}" dt="2020-02-18T11:01:41.615" v="2034" actId="20577"/>
          <ac:spMkLst>
            <pc:docMk/>
            <pc:sldMk cId="2758283577" sldId="290"/>
            <ac:spMk id="2" creationId="{E10B61F3-7635-4D3C-82E8-D57842F77E5D}"/>
          </ac:spMkLst>
        </pc:spChg>
        <pc:spChg chg="del">
          <ac:chgData name="达 周" userId="d3c3af45359772bc" providerId="LiveId" clId="{1BBE2AE2-772C-4B69-A627-0B9DC3DFF8D5}" dt="2020-02-18T06:31:20.877" v="1817" actId="478"/>
          <ac:spMkLst>
            <pc:docMk/>
            <pc:sldMk cId="2758283577" sldId="290"/>
            <ac:spMk id="3" creationId="{8D9A0CEA-3D5C-4A67-BA55-3137BC375701}"/>
          </ac:spMkLst>
        </pc:spChg>
      </pc:sldChg>
      <pc:sldChg chg="modSp add">
        <pc:chgData name="达 周" userId="d3c3af45359772bc" providerId="LiveId" clId="{1BBE2AE2-772C-4B69-A627-0B9DC3DFF8D5}" dt="2020-02-18T10:57:50.785" v="2028" actId="20577"/>
        <pc:sldMkLst>
          <pc:docMk/>
          <pc:sldMk cId="539926556" sldId="291"/>
        </pc:sldMkLst>
        <pc:spChg chg="mod">
          <ac:chgData name="达 周" userId="d3c3af45359772bc" providerId="LiveId" clId="{1BBE2AE2-772C-4B69-A627-0B9DC3DFF8D5}" dt="2020-02-18T10:57:50.785" v="2028" actId="20577"/>
          <ac:spMkLst>
            <pc:docMk/>
            <pc:sldMk cId="539926556" sldId="291"/>
            <ac:spMk id="2" creationId="{F84AE5E9-22FD-4D72-8812-6334502C09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E4200-8B8F-4FBA-BE83-602B1E0C3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92BF79-FF2A-48D7-823C-BA002E910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D2CC33-795C-4CBF-8D31-F48184A9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8DEDAE-BDD0-46C9-B0E1-7D1B2B20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9F079-B24F-4C9A-A21F-4EFEB21E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52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A4EA1-5ED6-4C20-ADD0-56DA8931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05A1CA-62C6-4799-B737-AC5F8F4A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14CAD-8006-4AF5-B701-D491319C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6319BD-9C94-47B1-8842-47466E2AA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707AA-1FE1-4841-812F-196EAA68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96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BC354-4C86-4F81-A287-36E5ED46B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33EF5A-BA51-451D-AE21-53E1B59C1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D91806-7C6B-4DF1-8557-6004F6DF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B2FF5-90F7-4208-9F50-A4848591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22D23-B23A-47A0-BDE8-D64B6FC7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01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7668A-86BB-48B9-A9E8-6804DF9D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9B8C0-04DC-465C-BCC7-E662F642C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EC0416-001A-41C2-912B-3B820119F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5E5EB9-2099-4513-8A81-8941FCA6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2BC71F-EAE0-4A07-96CC-7187FAEA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3AE5EE-B1A0-4767-A0C3-E0ECC23A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7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389BB-FB81-4AF6-B552-E7912DF5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3EC76A-676B-496F-94CF-4E96BDDE1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0AAD4B-009F-440D-83FC-273ABC1D7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8F6919-2885-4C35-9419-90256CB21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CB33B8-6C99-4528-AB09-497E75688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27C820-0AA3-49F3-8CEE-557FB7B4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166387-79E3-4A31-AE35-853CD445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82DABF-5E4F-4746-966C-C11AA55C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4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C26B1-213A-4A3B-92F0-410B474E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F9B8AD-AA3C-456D-B62C-23B8790B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A12861-6189-4727-BA66-E21CAD1E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98FAE1-9AFC-4A80-8C3B-53CB077E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76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2C2057-311E-42EC-B9E3-F248CA69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DCF5F9-6A48-4953-83E4-992886A2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D4506-5564-46CE-A658-511C5851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30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BFC17-5E51-489C-8E77-B36133D8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571D1B-D0AB-4681-A4F6-0914EC4EA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F0AF87-B638-473B-90DC-9B514C604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BA08F2-AA8B-4CF1-B8F4-0E3FC5E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4FCCE-7CD4-4996-8ECE-7E3EBA84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0A7689-9D36-4D49-B10A-CE6ED3DE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85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94115-12A3-4D78-B57D-5FEEE16D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47C0DD-EBD8-4197-A356-EE27E0B35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D7C6FF-E1E6-4A10-B048-341882D3F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891B96-31C1-40E8-AA07-217F825E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F5BDB3-D4A7-4522-BD6B-9BDE85C4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781B20-B2E9-4C4C-86D0-DA17C191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68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CF630-439C-4C60-A848-34A4B938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DC6AA9-F66A-4CED-BA8D-5E833D8BF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AAF85-56C8-458B-8E55-3DA18F18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8C6EE-59C7-4551-A48A-E7042577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53501-9AD7-4AD6-B808-63667101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0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CC2A8B-756B-4A71-B5B8-CE46B4FCB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3F123A-88E2-40CB-A7F2-92BDA7ED0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994642-679A-47C4-98D9-65D2204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98EA1-73A4-4CB2-BAD7-B6BADBD7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5A3EA-85C2-47E2-96F9-294A6F47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2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C35EB9-B014-4A95-8F01-439AAB39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8C05BD-C254-402B-AFF7-4C9602760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C428B2-71A8-4A24-9AE5-409680734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0EC0E-3A3B-478A-A833-F042B2C635D3}" type="datetimeFigureOut">
              <a:rPr lang="zh-CN" altLang="en-US" smtClean="0"/>
              <a:t>2022-4-7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87225F-87EF-4D01-A086-B18148F58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DCE95-5651-4AE8-AA20-A4F9580B6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40FB7-AA63-44B8-B807-E8A68B0A6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63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3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5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2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22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3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4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0D227-A959-48EE-9D0D-0DB4497D9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Power series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BDB45E-EC3C-4098-822F-1CE90DE33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 Zhou </a:t>
            </a:r>
            <a:r>
              <a:rPr lang="zh-CN" altLang="en-US" dirty="0"/>
              <a:t>（周达）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109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1DD01-AD9A-46B0-BCE6-998E0F6B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define a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BB05B-E933-4F4E-B481-813F0C68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By mapping rules (e.g. elementary function)</a:t>
            </a:r>
          </a:p>
          <a:p>
            <a:r>
              <a:rPr lang="en-US" altLang="zh-CN" dirty="0"/>
              <a:t>By equations (e.g. implicit function)</a:t>
            </a:r>
          </a:p>
          <a:p>
            <a:r>
              <a:rPr lang="en-US" altLang="zh-CN" dirty="0"/>
              <a:t>By Integral (e.g. Gamma function)</a:t>
            </a:r>
          </a:p>
          <a:p>
            <a:r>
              <a:rPr lang="en-US" altLang="zh-C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4404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1B848-A0F3-484A-977E-D090C4CB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Series with function terms</a:t>
            </a:r>
            <a:endParaRPr lang="zh-CN" altLang="en-US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093867FA-CCE2-4177-B0D9-FAF1DAFF32D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6689044"/>
              </p:ext>
            </p:extLst>
          </p:nvPr>
        </p:nvGraphicFramePr>
        <p:xfrm>
          <a:off x="2636838" y="1821115"/>
          <a:ext cx="4056062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093867FA-CCE2-4177-B0D9-FAF1DAFF32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1821115"/>
                        <a:ext cx="4056062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911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1B848-A0F3-484A-977E-D090C4CB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Series with function terms</a:t>
            </a:r>
            <a:endParaRPr lang="zh-CN" altLang="en-US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093867FA-CCE2-4177-B0D9-FAF1DAFF32D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36838" y="1821115"/>
          <a:ext cx="4056062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093867FA-CCE2-4177-B0D9-FAF1DAFF32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1821115"/>
                        <a:ext cx="4056062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4" name="Picture 2" descr="See the source image">
            <a:extLst>
              <a:ext uri="{FF2B5EF4-FFF2-40B4-BE49-F238E27FC236}">
                <a16:creationId xmlns:a16="http://schemas.microsoft.com/office/drawing/2014/main" id="{014EE794-7603-4378-9938-A6D9A2568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112" y="3673981"/>
            <a:ext cx="5405438" cy="292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36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33432-0BB9-4E0E-82DE-69B1FA6C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Taylor Polynomials in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B0E96B1-88E2-473E-88C1-AA3E8F0CC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725" y="3960698"/>
            <a:ext cx="9343826" cy="2532177"/>
          </a:xfrm>
          <a:prstGeom prst="rect">
            <a:avLst/>
          </a:prstGeom>
        </p:spPr>
      </p:pic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6C35B8C2-441C-4D76-BE8B-22B0A3308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968052"/>
              </p:ext>
            </p:extLst>
          </p:nvPr>
        </p:nvGraphicFramePr>
        <p:xfrm>
          <a:off x="3495675" y="1998662"/>
          <a:ext cx="4167678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431640" progId="Equation.DSMT4">
                  <p:embed/>
                </p:oleObj>
              </mc:Choice>
              <mc:Fallback>
                <p:oleObj name="Equation" r:id="rId3" imgW="1257120" imgH="43164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6C35B8C2-441C-4D76-BE8B-22B0A33086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998662"/>
                        <a:ext cx="4167678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520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33432-0BB9-4E0E-82DE-69B1FA6C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Taylor series in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889FD4D-4E48-4E25-A5FE-855CF2DBE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2837" y="2243931"/>
            <a:ext cx="46577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0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33432-0BB9-4E0E-82DE-69B1FA6C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Taylor series in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889FD4D-4E48-4E25-A5FE-855CF2DBE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2837" y="2243931"/>
            <a:ext cx="4657725" cy="1933575"/>
          </a:xfrm>
          <a:prstGeom prst="rect">
            <a:avLst/>
          </a:prstGeom>
        </p:spPr>
      </p:pic>
      <p:graphicFrame>
        <p:nvGraphicFramePr>
          <p:cNvPr id="7" name="Object 27">
            <a:extLst>
              <a:ext uri="{FF2B5EF4-FFF2-40B4-BE49-F238E27FC236}">
                <a16:creationId xmlns:a16="http://schemas.microsoft.com/office/drawing/2014/main" id="{FC971E1B-E698-4F7A-9F66-44D59DD36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3305" y="4891087"/>
          <a:ext cx="4185139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000" imgH="393480" progId="Equation.DSMT4">
                  <p:embed/>
                </p:oleObj>
              </mc:Choice>
              <mc:Fallback>
                <p:oleObj name="Equation" r:id="rId3" imgW="2070000" imgH="393480" progId="Equation.DSMT4">
                  <p:embed/>
                  <p:pic>
                    <p:nvPicPr>
                      <p:cNvPr id="7" name="Object 27">
                        <a:extLst>
                          <a:ext uri="{FF2B5EF4-FFF2-40B4-BE49-F238E27FC236}">
                            <a16:creationId xmlns:a16="http://schemas.microsoft.com/office/drawing/2014/main" id="{FC971E1B-E698-4F7A-9F66-44D59DD366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305" y="4891087"/>
                        <a:ext cx="4185139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6">
            <a:extLst>
              <a:ext uri="{FF2B5EF4-FFF2-40B4-BE49-F238E27FC236}">
                <a16:creationId xmlns:a16="http://schemas.microsoft.com/office/drawing/2014/main" id="{0BF44E7D-0E07-46DA-9D2D-05833A402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25" y="5134962"/>
          <a:ext cx="1162050" cy="35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203040" progId="Equation.DSMT4">
                  <p:embed/>
                </p:oleObj>
              </mc:Choice>
              <mc:Fallback>
                <p:oleObj name="Equation" r:id="rId5" imgW="672840" imgH="203040" progId="Equation.DSMT4">
                  <p:embed/>
                  <p:pic>
                    <p:nvPicPr>
                      <p:cNvPr id="10" name="Object 26">
                        <a:extLst>
                          <a:ext uri="{FF2B5EF4-FFF2-40B4-BE49-F238E27FC236}">
                            <a16:creationId xmlns:a16="http://schemas.microsoft.com/office/drawing/2014/main" id="{0BF44E7D-0E07-46DA-9D2D-05833A402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5" y="5134962"/>
                        <a:ext cx="1162050" cy="35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624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04464-AA9E-4670-A065-84269A29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 series and its convergence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40D98D2-5448-4379-9D88-D10EC3C57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2" y="2397918"/>
            <a:ext cx="9376575" cy="20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6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D6061-1ECC-4C5C-A624-ADCC7145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Abel’s Theorem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A0E2857-947D-4A01-B9EE-F8787B2F6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6781"/>
            <a:ext cx="103060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7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353F6-6E05-4582-A39D-413DE7E5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Corollary of</a:t>
            </a:r>
            <a:r>
              <a:rPr lang="zh-CN" altLang="en-US" dirty="0"/>
              <a:t> </a:t>
            </a:r>
            <a:r>
              <a:rPr lang="en-US" altLang="zh-CN" dirty="0"/>
              <a:t>Abel’s Theorem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B2B5B0D-046B-4960-8F3C-3A9754E208BF}"/>
              </a:ext>
            </a:extLst>
          </p:cNvPr>
          <p:cNvGrpSpPr/>
          <p:nvPr/>
        </p:nvGrpSpPr>
        <p:grpSpPr>
          <a:xfrm>
            <a:off x="2095500" y="1752601"/>
            <a:ext cx="8001000" cy="4537075"/>
            <a:chOff x="2152650" y="1639888"/>
            <a:chExt cx="8001000" cy="4537075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AA188B83-F42A-4CE9-8CCC-6133ACEE2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0" y="1639888"/>
              <a:ext cx="7315200" cy="417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 sz="1600" b="1" i="1" dirty="0">
                  <a:ea typeface="宋体" panose="02010600030101010101" pitchFamily="2" charset="-122"/>
                </a:rPr>
                <a:t>Case 1</a:t>
              </a:r>
              <a:r>
                <a:rPr lang="en-US" altLang="zh-CN" sz="1600" b="1" dirty="0">
                  <a:ea typeface="宋体" panose="02010600030101010101" pitchFamily="2" charset="-122"/>
                </a:rPr>
                <a:t>.</a:t>
              </a:r>
              <a:r>
                <a:rPr lang="en-US" altLang="zh-CN" sz="1600" dirty="0">
                  <a:ea typeface="宋体" panose="02010600030101010101" pitchFamily="2" charset="-122"/>
                </a:rPr>
                <a:t> </a:t>
              </a:r>
              <a:r>
                <a:rPr lang="en-US" altLang="zh-CN" sz="1600" i="1" dirty="0">
                  <a:ea typeface="宋体" panose="02010600030101010101" pitchFamily="2" charset="-122"/>
                </a:rPr>
                <a:t>The series converges only at x </a:t>
              </a:r>
              <a:r>
                <a:rPr lang="en-US" altLang="zh-CN" sz="1600" dirty="0">
                  <a:ea typeface="宋体" panose="02010600030101010101" pitchFamily="2" charset="-122"/>
                </a:rPr>
                <a:t>= 0. This is what happens with</a:t>
              </a: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D11AC6C8-2E26-4FD2-BA38-8933EF1C8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0" y="2959101"/>
              <a:ext cx="5780088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1600">
                  <a:ea typeface="宋体" panose="02010600030101010101" pitchFamily="2" charset="-122"/>
                </a:rPr>
                <a:t>For </a:t>
              </a:r>
              <a:r>
                <a:rPr lang="en-US" altLang="zh-CN" sz="1600" i="1">
                  <a:ea typeface="宋体" panose="02010600030101010101" pitchFamily="2" charset="-122"/>
                </a:rPr>
                <a:t>x </a:t>
              </a:r>
              <a:r>
                <a:rPr lang="en-US" altLang="zh-CN" sz="1600"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sz="1600">
                  <a:ea typeface="宋体" panose="02010600030101010101" pitchFamily="2" charset="-122"/>
                </a:rPr>
                <a:t> 0</a:t>
              </a:r>
              <a:r>
                <a:rPr lang="en-US" altLang="zh-CN" sz="1600" i="1">
                  <a:ea typeface="宋体" panose="02010600030101010101" pitchFamily="2" charset="-122"/>
                </a:rPr>
                <a:t>, k</a:t>
              </a:r>
              <a:r>
                <a:rPr lang="en-US" altLang="zh-CN" sz="1600" i="1" baseline="30000">
                  <a:ea typeface="宋体" panose="02010600030101010101" pitchFamily="2" charset="-122"/>
                </a:rPr>
                <a:t>k</a:t>
              </a:r>
              <a:r>
                <a:rPr lang="en-US" altLang="zh-CN" sz="1600" i="1">
                  <a:ea typeface="宋体" panose="02010600030101010101" pitchFamily="2" charset="-122"/>
                </a:rPr>
                <a:t> x</a:t>
              </a:r>
              <a:r>
                <a:rPr lang="en-US" altLang="zh-CN" sz="1600" i="1" baseline="30000">
                  <a:ea typeface="宋体" panose="02010600030101010101" pitchFamily="2" charset="-122"/>
                </a:rPr>
                <a:t>k</a:t>
              </a:r>
              <a:r>
                <a:rPr lang="en-US" altLang="zh-CN" sz="1600" i="1">
                  <a:ea typeface="宋体" panose="02010600030101010101" pitchFamily="2" charset="-122"/>
                </a:rPr>
                <a:t>    </a:t>
              </a:r>
              <a:r>
                <a:rPr lang="en-US" altLang="zh-CN" sz="1600">
                  <a:ea typeface="宋体" panose="02010600030101010101" pitchFamily="2" charset="-122"/>
                </a:rPr>
                <a:t>  0, and so the series cannot converge.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5AB40CF7-24C5-4B8F-ABC1-C1D71949E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0" y="3544888"/>
              <a:ext cx="7391400" cy="60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1600" b="1" i="1" dirty="0">
                  <a:ea typeface="宋体" panose="02010600030101010101" pitchFamily="2" charset="-122"/>
                </a:rPr>
                <a:t>Case 2</a:t>
              </a:r>
              <a:r>
                <a:rPr lang="en-US" altLang="zh-CN" sz="1600" b="1" dirty="0">
                  <a:ea typeface="宋体" panose="02010600030101010101" pitchFamily="2" charset="-122"/>
                </a:rPr>
                <a:t>.</a:t>
              </a:r>
              <a:r>
                <a:rPr lang="en-US" altLang="zh-CN" sz="1600" dirty="0">
                  <a:ea typeface="宋体" panose="02010600030101010101" pitchFamily="2" charset="-122"/>
                </a:rPr>
                <a:t> </a:t>
              </a:r>
              <a:r>
                <a:rPr lang="en-US" altLang="zh-CN" sz="1600" i="1" dirty="0">
                  <a:ea typeface="宋体" panose="02010600030101010101" pitchFamily="2" charset="-122"/>
                </a:rPr>
                <a:t>The series converges absolutely at all real numbers x</a:t>
              </a:r>
              <a:r>
                <a:rPr lang="en-US" altLang="zh-CN" sz="1600" dirty="0">
                  <a:ea typeface="宋体" panose="02010600030101010101" pitchFamily="2" charset="-122"/>
                </a:rPr>
                <a:t>. This is what happens with the exponential series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7A5F163B-32BB-4074-AAF0-34BFF68F7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0" y="4687888"/>
              <a:ext cx="8001000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1600" b="1" i="1" dirty="0">
                  <a:ea typeface="宋体" panose="02010600030101010101" pitchFamily="2" charset="-122"/>
                </a:rPr>
                <a:t>Case 3</a:t>
              </a:r>
              <a:r>
                <a:rPr lang="en-US" altLang="zh-CN" sz="1600" b="1" dirty="0">
                  <a:ea typeface="宋体" panose="02010600030101010101" pitchFamily="2" charset="-122"/>
                </a:rPr>
                <a:t>.</a:t>
              </a:r>
              <a:r>
                <a:rPr lang="en-US" altLang="zh-CN" sz="1600" dirty="0">
                  <a:ea typeface="宋体" panose="02010600030101010101" pitchFamily="2" charset="-122"/>
                </a:rPr>
                <a:t> </a:t>
              </a:r>
              <a:r>
                <a:rPr lang="en-US" altLang="zh-CN" sz="1600" i="1" dirty="0">
                  <a:ea typeface="宋体" panose="02010600030101010101" pitchFamily="2" charset="-122"/>
                </a:rPr>
                <a:t>There exists a positive number r such that the series converges absolutely for </a:t>
              </a:r>
              <a:r>
                <a:rPr lang="en-US" altLang="zh-CN" sz="1600" dirty="0">
                  <a:ea typeface="宋体" panose="02010600030101010101" pitchFamily="2" charset="-122"/>
                </a:rPr>
                <a:t>|</a:t>
              </a:r>
              <a:r>
                <a:rPr lang="en-US" altLang="zh-CN" sz="1600" i="1" dirty="0">
                  <a:ea typeface="宋体" panose="02010600030101010101" pitchFamily="2" charset="-122"/>
                </a:rPr>
                <a:t>x</a:t>
              </a:r>
              <a:r>
                <a:rPr lang="en-US" altLang="zh-CN" sz="1600" dirty="0">
                  <a:ea typeface="宋体" panose="02010600030101010101" pitchFamily="2" charset="-122"/>
                </a:rPr>
                <a:t>| </a:t>
              </a:r>
              <a:r>
                <a:rPr lang="en-US" altLang="zh-CN" sz="1600" i="1" dirty="0">
                  <a:ea typeface="宋体" panose="02010600030101010101" pitchFamily="2" charset="-122"/>
                </a:rPr>
                <a:t>&lt; r and diverges for </a:t>
              </a:r>
              <a:r>
                <a:rPr lang="en-US" altLang="zh-CN" sz="1600" dirty="0">
                  <a:ea typeface="宋体" panose="02010600030101010101" pitchFamily="2" charset="-122"/>
                </a:rPr>
                <a:t>|</a:t>
              </a:r>
              <a:r>
                <a:rPr lang="en-US" altLang="zh-CN" sz="1600" i="1" dirty="0">
                  <a:ea typeface="宋体" panose="02010600030101010101" pitchFamily="2" charset="-122"/>
                </a:rPr>
                <a:t>x</a:t>
              </a:r>
              <a:r>
                <a:rPr lang="en-US" altLang="zh-CN" sz="1600" dirty="0">
                  <a:ea typeface="宋体" panose="02010600030101010101" pitchFamily="2" charset="-122"/>
                </a:rPr>
                <a:t>| </a:t>
              </a:r>
              <a:r>
                <a:rPr lang="en-US" altLang="zh-CN" sz="1600" i="1" dirty="0">
                  <a:ea typeface="宋体" panose="02010600030101010101" pitchFamily="2" charset="-122"/>
                </a:rPr>
                <a:t>&gt; r </a:t>
              </a:r>
              <a:r>
                <a:rPr lang="en-US" altLang="zh-CN" sz="1600" dirty="0">
                  <a:ea typeface="宋体" panose="02010600030101010101" pitchFamily="2" charset="-122"/>
                </a:rPr>
                <a:t>. This is what happens with the geometric series</a:t>
              </a:r>
            </a:p>
          </p:txBody>
        </p:sp>
        <p:graphicFrame>
          <p:nvGraphicFramePr>
            <p:cNvPr id="8" name="Object 10">
              <a:extLst>
                <a:ext uri="{FF2B5EF4-FFF2-40B4-BE49-F238E27FC236}">
                  <a16:creationId xmlns:a16="http://schemas.microsoft.com/office/drawing/2014/main" id="{06A9BF40-261F-4038-99D4-3872F1438A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9590731"/>
                </p:ext>
              </p:extLst>
            </p:nvPr>
          </p:nvGraphicFramePr>
          <p:xfrm>
            <a:off x="3448050" y="2982913"/>
            <a:ext cx="30480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92" imgH="164814" progId="Equation.DSMT4">
                    <p:embed/>
                  </p:oleObj>
                </mc:Choice>
                <mc:Fallback>
                  <p:oleObj name="Equation" r:id="rId2" imgW="177492" imgH="164814" progId="Equation.DSMT4">
                    <p:embed/>
                    <p:pic>
                      <p:nvPicPr>
                        <p:cNvPr id="8" name="Object 10">
                          <a:extLst>
                            <a:ext uri="{FF2B5EF4-FFF2-40B4-BE49-F238E27FC236}">
                              <a16:creationId xmlns:a16="http://schemas.microsoft.com/office/drawing/2014/main" id="{06A9BF40-261F-4038-99D4-3872F1438A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8050" y="2982913"/>
                          <a:ext cx="30480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1">
              <a:extLst>
                <a:ext uri="{FF2B5EF4-FFF2-40B4-BE49-F238E27FC236}">
                  <a16:creationId xmlns:a16="http://schemas.microsoft.com/office/drawing/2014/main" id="{E7BB33FD-3922-42C3-8092-4E6EBA5698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0536373"/>
                </p:ext>
              </p:extLst>
            </p:nvPr>
          </p:nvGraphicFramePr>
          <p:xfrm>
            <a:off x="4895850" y="2401888"/>
            <a:ext cx="86042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95085" imgH="241195" progId="Equation.DSMT4">
                    <p:embed/>
                  </p:oleObj>
                </mc:Choice>
                <mc:Fallback>
                  <p:oleObj name="Equation" r:id="rId4" imgW="495085" imgH="241195" progId="Equation.DSMT4">
                    <p:embed/>
                    <p:pic>
                      <p:nvPicPr>
                        <p:cNvPr id="9" name="Object 11">
                          <a:extLst>
                            <a:ext uri="{FF2B5EF4-FFF2-40B4-BE49-F238E27FC236}">
                              <a16:creationId xmlns:a16="http://schemas.microsoft.com/office/drawing/2014/main" id="{E7BB33FD-3922-42C3-8092-4E6EBA5698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5850" y="2401888"/>
                          <a:ext cx="860425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2">
              <a:extLst>
                <a:ext uri="{FF2B5EF4-FFF2-40B4-BE49-F238E27FC236}">
                  <a16:creationId xmlns:a16="http://schemas.microsoft.com/office/drawing/2014/main" id="{D9D6E117-EB5D-4F8B-AD84-23D946C848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000296"/>
                </p:ext>
              </p:extLst>
            </p:nvPr>
          </p:nvGraphicFramePr>
          <p:xfrm>
            <a:off x="4875213" y="3925888"/>
            <a:ext cx="631825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3529" imgH="380835" progId="Equation.DSMT4">
                    <p:embed/>
                  </p:oleObj>
                </mc:Choice>
                <mc:Fallback>
                  <p:oleObj name="Equation" r:id="rId6" imgW="393529" imgH="380835" progId="Equation.DSMT4">
                    <p:embed/>
                    <p:pic>
                      <p:nvPicPr>
                        <p:cNvPr id="10" name="Object 12">
                          <a:extLst>
                            <a:ext uri="{FF2B5EF4-FFF2-40B4-BE49-F238E27FC236}">
                              <a16:creationId xmlns:a16="http://schemas.microsoft.com/office/drawing/2014/main" id="{D9D6E117-EB5D-4F8B-AD84-23D946C84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5213" y="3925888"/>
                          <a:ext cx="631825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57BD3E6B-73D6-415E-B30C-C11156E61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0" y="5830888"/>
              <a:ext cx="7361238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1600">
                  <a:ea typeface="宋体" panose="02010600030101010101" pitchFamily="2" charset="-122"/>
                </a:rPr>
                <a:t>Here there is absolute convergence for |</a:t>
              </a:r>
              <a:r>
                <a:rPr lang="en-US" altLang="zh-CN" sz="1600" i="1">
                  <a:ea typeface="宋体" panose="02010600030101010101" pitchFamily="2" charset="-122"/>
                </a:rPr>
                <a:t>x</a:t>
              </a:r>
              <a:r>
                <a:rPr lang="en-US" altLang="zh-CN" sz="1600">
                  <a:ea typeface="宋体" panose="02010600030101010101" pitchFamily="2" charset="-122"/>
                </a:rPr>
                <a:t>| </a:t>
              </a:r>
              <a:r>
                <a:rPr lang="en-US" altLang="zh-CN" sz="1600" i="1">
                  <a:ea typeface="宋体" panose="02010600030101010101" pitchFamily="2" charset="-122"/>
                </a:rPr>
                <a:t>&lt; </a:t>
              </a:r>
              <a:r>
                <a:rPr lang="en-US" altLang="zh-CN" sz="1600">
                  <a:ea typeface="宋体" panose="02010600030101010101" pitchFamily="2" charset="-122"/>
                </a:rPr>
                <a:t>1 and divergence for |</a:t>
              </a:r>
              <a:r>
                <a:rPr lang="en-US" altLang="zh-CN" sz="1600" i="1">
                  <a:ea typeface="宋体" panose="02010600030101010101" pitchFamily="2" charset="-122"/>
                </a:rPr>
                <a:t>x</a:t>
              </a:r>
              <a:r>
                <a:rPr lang="en-US" altLang="zh-CN" sz="1600">
                  <a:ea typeface="宋体" panose="02010600030101010101" pitchFamily="2" charset="-122"/>
                </a:rPr>
                <a:t>| </a:t>
              </a:r>
              <a:r>
                <a:rPr lang="en-US" altLang="zh-CN" sz="1600" i="1">
                  <a:ea typeface="宋体" panose="02010600030101010101" pitchFamily="2" charset="-122"/>
                </a:rPr>
                <a:t>&gt; </a:t>
              </a:r>
              <a:r>
                <a:rPr lang="en-US" altLang="zh-CN" sz="1600">
                  <a:ea typeface="宋体" panose="02010600030101010101" pitchFamily="2" charset="-122"/>
                </a:rPr>
                <a:t>1.</a:t>
              </a:r>
            </a:p>
          </p:txBody>
        </p:sp>
        <p:graphicFrame>
          <p:nvGraphicFramePr>
            <p:cNvPr id="12" name="Object 14">
              <a:extLst>
                <a:ext uri="{FF2B5EF4-FFF2-40B4-BE49-F238E27FC236}">
                  <a16:creationId xmlns:a16="http://schemas.microsoft.com/office/drawing/2014/main" id="{B3498A28-A9FA-48B5-8D8C-D144B8B885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832181"/>
                </p:ext>
              </p:extLst>
            </p:nvPr>
          </p:nvGraphicFramePr>
          <p:xfrm>
            <a:off x="4953000" y="5380038"/>
            <a:ext cx="5715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8300" imgH="241300" progId="Equation.DSMT4">
                    <p:embed/>
                  </p:oleObj>
                </mc:Choice>
                <mc:Fallback>
                  <p:oleObj name="Equation" r:id="rId8" imgW="368300" imgH="241300" progId="Equation.DSMT4">
                    <p:embed/>
                    <p:pic>
                      <p:nvPicPr>
                        <p:cNvPr id="12" name="Object 14">
                          <a:extLst>
                            <a:ext uri="{FF2B5EF4-FFF2-40B4-BE49-F238E27FC236}">
                              <a16:creationId xmlns:a16="http://schemas.microsoft.com/office/drawing/2014/main" id="{B3498A28-A9FA-48B5-8D8C-D144B8B885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5380038"/>
                          <a:ext cx="571500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4050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D8346-7F16-4B17-BF71-36368EC0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Radius of convergence </a:t>
            </a:r>
            <a:endParaRPr lang="zh-CN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946E52-29CF-4160-B0DD-9FD7072C5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690688"/>
            <a:ext cx="8801100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Associated with each case is a </a:t>
            </a:r>
            <a:r>
              <a:rPr lang="en-US" altLang="zh-CN" sz="2400" i="1" dirty="0">
                <a:ea typeface="宋体" panose="02010600030101010101" pitchFamily="2" charset="-122"/>
              </a:rPr>
              <a:t>radius of convergence</a:t>
            </a:r>
            <a:r>
              <a:rPr lang="en-US" altLang="zh-CN" sz="2400" dirty="0">
                <a:ea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	In Case 1, we say that the radius of convergence is 0.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	In Case 2, we say that the radius of convergence is ∞.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	In Case 3, we say that the radius of convergence is </a:t>
            </a:r>
            <a:r>
              <a:rPr lang="en-US" altLang="zh-CN" sz="2400" i="1" dirty="0"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47AD15B5-DF77-42A8-83A9-D21ED169C9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89"/>
          <a:stretch/>
        </p:blipFill>
        <p:spPr bwMode="auto">
          <a:xfrm>
            <a:off x="2905125" y="4114800"/>
            <a:ext cx="5886450" cy="224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82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7D25E-F22D-4CC9-933A-954F9BA3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Radius of convergence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8FDF9-010B-4AC1-AF44-21D683BC9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7D0D9CD-9AEB-438C-82F0-6E4782FD9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50988"/>
              </p:ext>
            </p:extLst>
          </p:nvPr>
        </p:nvGraphicFramePr>
        <p:xfrm>
          <a:off x="1992313" y="2963863"/>
          <a:ext cx="5657850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711000" progId="Equation.DSMT4">
                  <p:embed/>
                </p:oleObj>
              </mc:Choice>
              <mc:Fallback>
                <p:oleObj name="Equation" r:id="rId2" imgW="2260440" imgH="7110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7D0D9CD-9AEB-438C-82F0-6E4782FD9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2313" y="2963863"/>
                        <a:ext cx="5657850" cy="177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46413F4-189A-4C48-AE24-BC79624B5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565821"/>
              </p:ext>
            </p:extLst>
          </p:nvPr>
        </p:nvGraphicFramePr>
        <p:xfrm>
          <a:off x="1838324" y="1591674"/>
          <a:ext cx="1990726" cy="835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431640" progId="Equation.DSMT4">
                  <p:embed/>
                </p:oleObj>
              </mc:Choice>
              <mc:Fallback>
                <p:oleObj name="Equation" r:id="rId4" imgW="102852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46413F4-189A-4C48-AE24-BC79624B5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8324" y="1591674"/>
                        <a:ext cx="1990726" cy="835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569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7D25E-F22D-4CC9-933A-954F9BA3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Radius of convergence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8FDF9-010B-4AC1-AF44-21D683BC9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Please think about 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7D0D9CD-9AEB-438C-82F0-6E4782FD92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2741613"/>
          <a:ext cx="5213350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888840" progId="Equation.DSMT4">
                  <p:embed/>
                </p:oleObj>
              </mc:Choice>
              <mc:Fallback>
                <p:oleObj name="Equation" r:id="rId2" imgW="2082600" imgH="8888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7D0D9CD-9AEB-438C-82F0-6E4782FD9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14563" y="2741613"/>
                        <a:ext cx="5213350" cy="222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46413F4-189A-4C48-AE24-BC79624B5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4" y="1591674"/>
          <a:ext cx="1990726" cy="835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431640" progId="Equation.DSMT4">
                  <p:embed/>
                </p:oleObj>
              </mc:Choice>
              <mc:Fallback>
                <p:oleObj name="Equation" r:id="rId4" imgW="102852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46413F4-189A-4C48-AE24-BC79624B5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8324" y="1591674"/>
                        <a:ext cx="1990726" cy="835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0BCC1E-2242-4709-838C-BF8F754BA6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799" y="5169694"/>
          <a:ext cx="4521747" cy="86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431640" progId="Equation.DSMT4">
                  <p:embed/>
                </p:oleObj>
              </mc:Choice>
              <mc:Fallback>
                <p:oleObj name="Equation" r:id="rId6" imgW="224784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E0BCC1E-2242-4709-838C-BF8F754BA6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14799" y="5169694"/>
                        <a:ext cx="4521747" cy="869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731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D7C6-49F7-4856-B351-79107C85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Domain of convergence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68937-7636-4D2D-85D9-30C1D057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Step 1: calculate the radius </a:t>
            </a:r>
            <a:r>
              <a:rPr lang="en-US" altLang="zh-CN" i="1" dirty="0"/>
              <a:t>r</a:t>
            </a:r>
            <a:r>
              <a:rPr lang="en-US" altLang="zh-CN" dirty="0"/>
              <a:t> of convergence</a:t>
            </a:r>
          </a:p>
          <a:p>
            <a:r>
              <a:rPr lang="en-US" altLang="zh-CN" dirty="0"/>
              <a:t>Step 2: test the convergence of the series at </a:t>
            </a:r>
            <a:r>
              <a:rPr lang="en-US" altLang="zh-CN" i="1" dirty="0"/>
              <a:t>x=r </a:t>
            </a:r>
            <a:r>
              <a:rPr lang="en-US" altLang="zh-CN" dirty="0"/>
              <a:t>and </a:t>
            </a:r>
            <a:r>
              <a:rPr lang="en-US" altLang="zh-CN" i="1" dirty="0"/>
              <a:t>x=-r</a:t>
            </a:r>
          </a:p>
          <a:p>
            <a:r>
              <a:rPr lang="en-US" altLang="zh-CN" dirty="0"/>
              <a:t>Step 3: write the domain of convergence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81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AEBF2-5847-4989-B57A-2C33C763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225"/>
            <a:ext cx="1091565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Determine the domain of convergence of the following power series  </a:t>
            </a:r>
            <a:endParaRPr lang="zh-CN" altLang="en-US" sz="400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48DD6E4-DB4E-4C3B-BA22-0BE606C2F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547681"/>
              </p:ext>
            </p:extLst>
          </p:nvPr>
        </p:nvGraphicFramePr>
        <p:xfrm>
          <a:off x="1001712" y="1728788"/>
          <a:ext cx="2274887" cy="137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444240" progId="Equation.DSMT4">
                  <p:embed/>
                </p:oleObj>
              </mc:Choice>
              <mc:Fallback>
                <p:oleObj name="Equation" r:id="rId2" imgW="736560" imgH="4442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48DD6E4-DB4E-4C3B-BA22-0BE606C2F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2" y="1728788"/>
                        <a:ext cx="2274887" cy="1372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041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AEBF2-5847-4989-B57A-2C33C763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225"/>
            <a:ext cx="1091565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Determine the domain of convergence of the following power series  </a:t>
            </a:r>
            <a:endParaRPr lang="zh-CN" altLang="en-US" sz="4000" dirty="0"/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559697E3-1202-4CE9-A0C8-FFBAA23D6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946894"/>
              </p:ext>
            </p:extLst>
          </p:nvPr>
        </p:nvGraphicFramePr>
        <p:xfrm>
          <a:off x="985838" y="1656761"/>
          <a:ext cx="1648931" cy="137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444240" progId="Equation.DSMT4">
                  <p:embed/>
                </p:oleObj>
              </mc:Choice>
              <mc:Fallback>
                <p:oleObj name="Equation" r:id="rId2" imgW="533160" imgH="44424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559697E3-1202-4CE9-A0C8-FFBAA23D6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656761"/>
                        <a:ext cx="1648931" cy="1372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071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AEBF2-5847-4989-B57A-2C33C763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225"/>
            <a:ext cx="1091565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Determine the domain of convergence of the following power series  </a:t>
            </a:r>
            <a:endParaRPr lang="zh-CN" altLang="en-US" sz="4000" dirty="0"/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559697E3-1202-4CE9-A0C8-FFBAA23D6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1656761"/>
          <a:ext cx="1648931" cy="137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444240" progId="Equation.DSMT4">
                  <p:embed/>
                </p:oleObj>
              </mc:Choice>
              <mc:Fallback>
                <p:oleObj name="Equation" r:id="rId2" imgW="533160" imgH="44424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559697E3-1202-4CE9-A0C8-FFBAA23D6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656761"/>
                        <a:ext cx="1648931" cy="1372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85A76A0C-7D89-4597-8BCB-4019FAC0B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40400"/>
              </p:ext>
            </p:extLst>
          </p:nvPr>
        </p:nvGraphicFramePr>
        <p:xfrm>
          <a:off x="3246439" y="3261440"/>
          <a:ext cx="4430712" cy="1208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419040" progId="Equation.DSMT4">
                  <p:embed/>
                </p:oleObj>
              </mc:Choice>
              <mc:Fallback>
                <p:oleObj name="Equation" r:id="rId4" imgW="1536480" imgH="419040" progId="Equation.DSMT4">
                  <p:embed/>
                  <p:pic>
                    <p:nvPicPr>
                      <p:cNvPr id="5" name="Object 14">
                        <a:extLst>
                          <a:ext uri="{FF2B5EF4-FFF2-40B4-BE49-F238E27FC236}">
                            <a16:creationId xmlns:a16="http://schemas.microsoft.com/office/drawing/2014/main" id="{85A76A0C-7D89-4597-8BCB-4019FAC0BA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9" y="3261440"/>
                        <a:ext cx="4430712" cy="12082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F8D9DC75-975C-44FC-A1A1-BA783E7B5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984693"/>
              </p:ext>
            </p:extLst>
          </p:nvPr>
        </p:nvGraphicFramePr>
        <p:xfrm>
          <a:off x="8488363" y="386556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F8D9DC75-975C-44FC-A1A1-BA783E7B5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8363" y="386556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88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8BA66-C418-4D50-9AAB-7F77B1CB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Determine the domain of convergence of the following power series </a:t>
            </a:r>
            <a:endParaRPr lang="zh-CN" altLang="en-US" sz="4000" dirty="0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10408302-25F0-4665-BA1F-B00B7F34551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688829"/>
              </p:ext>
            </p:extLst>
          </p:nvPr>
        </p:nvGraphicFramePr>
        <p:xfrm>
          <a:off x="1204913" y="1893888"/>
          <a:ext cx="2616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482400" progId="Equation.DSMT4">
                  <p:embed/>
                </p:oleObj>
              </mc:Choice>
              <mc:Fallback>
                <p:oleObj name="Equation" r:id="rId2" imgW="1155600" imgH="48240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10408302-25F0-4665-BA1F-B00B7F345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1893888"/>
                        <a:ext cx="2616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8684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41FF5-AE5C-47E1-93AD-5F0C70A2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Taylor Polynomials in </a:t>
            </a:r>
            <a:r>
              <a:rPr lang="en-US" altLang="zh-CN" i="1" dirty="0">
                <a:ea typeface="宋体" panose="02010600030101010101" pitchFamily="2" charset="-122"/>
              </a:rPr>
              <a:t>x-a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2086B6-30A3-4BC0-9679-A90311C1E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89" y="3992562"/>
            <a:ext cx="7650936" cy="2349500"/>
          </a:xfrm>
          <a:prstGeom prst="rect">
            <a:avLst/>
          </a:prstGeom>
        </p:spPr>
      </p:pic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21B95CC8-4230-42CE-8918-43BE569019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1488" y="1998663"/>
          <a:ext cx="513397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431640" progId="Equation.DSMT4">
                  <p:embed/>
                </p:oleObj>
              </mc:Choice>
              <mc:Fallback>
                <p:oleObj name="Equation" r:id="rId3" imgW="1549080" imgH="43164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21B95CC8-4230-42CE-8918-43BE569019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1998663"/>
                        <a:ext cx="5133975" cy="143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484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82B1E-E65C-4A86-B961-08671ACD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Determine the domain of convergence of the following power series </a:t>
            </a:r>
            <a:endParaRPr lang="zh-CN" altLang="en-US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9C95A3E0-4CAC-4AB1-9CF5-BB83B25E9C2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12825" y="1690688"/>
          <a:ext cx="284797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69800" progId="Equation.DSMT4">
                  <p:embed/>
                </p:oleObj>
              </mc:Choice>
              <mc:Fallback>
                <p:oleObj name="Equation" r:id="rId2" imgW="1333440" imgH="469800" progId="Equation.DSMT4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9C95A3E0-4CAC-4AB1-9CF5-BB83B25E9C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1690688"/>
                        <a:ext cx="284797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9109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E9D3D-4845-4F66-9221-D892442A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Determine the domain of convergence of the following power series </a:t>
            </a:r>
            <a:endParaRPr lang="zh-CN" altLang="en-US" dirty="0"/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1497FE31-6A9C-4876-9FC2-E7299B73C99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154113" y="1852613"/>
          <a:ext cx="184467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69800" progId="Equation.DSMT4">
                  <p:embed/>
                </p:oleObj>
              </mc:Choice>
              <mc:Fallback>
                <p:oleObj name="Equation" r:id="rId2" imgW="863280" imgH="46980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1497FE31-6A9C-4876-9FC2-E7299B73C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1852613"/>
                        <a:ext cx="184467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3386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373A0-E4C7-4A25-9CF5-4261A647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 series expansion of </a:t>
            </a:r>
            <a:r>
              <a:rPr lang="en-US" altLang="zh-CN" i="1" dirty="0"/>
              <a:t>f(x)</a:t>
            </a:r>
            <a:endParaRPr lang="zh-CN" altLang="en-US" i="1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86925A2-8ACC-4480-848E-EBD52021C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288" y="1690688"/>
            <a:ext cx="5415512" cy="4693444"/>
          </a:xfrm>
          <a:prstGeom prst="rect">
            <a:avLst/>
          </a:prstGeo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00F0990B-FE52-4795-B909-ED4B06E0F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2262981"/>
            <a:ext cx="4657725" cy="1933575"/>
          </a:xfrm>
          <a:prstGeom prst="rect">
            <a:avLst/>
          </a:prstGeom>
        </p:spPr>
      </p:pic>
      <p:sp>
        <p:nvSpPr>
          <p:cNvPr id="3" name="十字形 2">
            <a:extLst>
              <a:ext uri="{FF2B5EF4-FFF2-40B4-BE49-F238E27FC236}">
                <a16:creationId xmlns:a16="http://schemas.microsoft.com/office/drawing/2014/main" id="{E5F091AF-C100-4E9C-B2C2-84B77212C90E}"/>
              </a:ext>
            </a:extLst>
          </p:cNvPr>
          <p:cNvSpPr/>
          <p:nvPr/>
        </p:nvSpPr>
        <p:spPr>
          <a:xfrm>
            <a:off x="2705100" y="4387849"/>
            <a:ext cx="400050" cy="381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569637-63F2-4C3B-8472-13FCC5456061}"/>
              </a:ext>
            </a:extLst>
          </p:cNvPr>
          <p:cNvSpPr txBox="1"/>
          <p:nvPr/>
        </p:nvSpPr>
        <p:spPr>
          <a:xfrm>
            <a:off x="885825" y="4960142"/>
            <a:ext cx="4171950" cy="52322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Domain of convergence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17512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7B03D24A-3B88-4775-BF48-E02BFCED5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971171"/>
              </p:ext>
            </p:extLst>
          </p:nvPr>
        </p:nvGraphicFramePr>
        <p:xfrm>
          <a:off x="1539874" y="2419350"/>
          <a:ext cx="847663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393480" progId="Equation.DSMT4">
                  <p:embed/>
                </p:oleObj>
              </mc:Choice>
              <mc:Fallback>
                <p:oleObj name="Equation" r:id="rId2" imgW="3073320" imgH="393480" progId="Equation.DSMT4">
                  <p:embed/>
                  <p:pic>
                    <p:nvPicPr>
                      <p:cNvPr id="4" name="Object 19">
                        <a:extLst>
                          <a:ext uri="{FF2B5EF4-FFF2-40B4-BE49-F238E27FC236}">
                            <a16:creationId xmlns:a16="http://schemas.microsoft.com/office/drawing/2014/main" id="{7B03D24A-3B88-4775-BF48-E02BFCED5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4" y="2419350"/>
                        <a:ext cx="847663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0F04760F-691F-417C-BC09-4F3BF7A94A3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024047"/>
              </p:ext>
            </p:extLst>
          </p:nvPr>
        </p:nvGraphicFramePr>
        <p:xfrm>
          <a:off x="9626600" y="3575050"/>
          <a:ext cx="1111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53800" progId="Equation.DSMT4">
                  <p:embed/>
                </p:oleObj>
              </mc:Choice>
              <mc:Fallback>
                <p:oleObj name="Equation" r:id="rId4" imgW="634680" imgH="253800" progId="Equation.DSMT4">
                  <p:embed/>
                  <p:pic>
                    <p:nvPicPr>
                      <p:cNvPr id="5" name="Object 20">
                        <a:extLst>
                          <a:ext uri="{FF2B5EF4-FFF2-40B4-BE49-F238E27FC236}">
                            <a16:creationId xmlns:a16="http://schemas.microsoft.com/office/drawing/2014/main" id="{0F04760F-691F-417C-BC09-4F3BF7A94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0" y="3575050"/>
                        <a:ext cx="1111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2075CFE7-828D-4EC4-8FA1-FE8513866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Newtonian Binomial Law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42434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B61F3-7635-4D3C-82E8-D57842F7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37" y="2393950"/>
            <a:ext cx="11025188" cy="1325563"/>
          </a:xfrm>
        </p:spPr>
        <p:txBody>
          <a:bodyPr/>
          <a:lstStyle/>
          <a:p>
            <a:r>
              <a:rPr lang="en-US" altLang="zh-CN" dirty="0"/>
              <a:t>Can we expand </a:t>
            </a:r>
            <a:r>
              <a:rPr lang="en-US" altLang="zh-CN" i="1" dirty="0"/>
              <a:t>f(x) </a:t>
            </a:r>
            <a:r>
              <a:rPr lang="en-US" altLang="zh-CN" dirty="0"/>
              <a:t> </a:t>
            </a:r>
            <a:r>
              <a:rPr lang="en-US" altLang="zh-CN"/>
              <a:t>without using direct </a:t>
            </a:r>
            <a:r>
              <a:rPr lang="en-US" altLang="zh-CN" dirty="0"/>
              <a:t>derivation?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758283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2C4DA-1B42-45FE-AFD0-A03F1071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Differentiability Theorem</a:t>
            </a:r>
            <a:endParaRPr lang="zh-CN" alt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22A99BB-4EAD-4546-9C0C-0891A1A55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" t="17797" r="3305" b="2560"/>
          <a:stretch/>
        </p:blipFill>
        <p:spPr bwMode="auto">
          <a:xfrm>
            <a:off x="1314450" y="2462609"/>
            <a:ext cx="8782050" cy="285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6617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2AE4D-552F-4D32-957D-71A729D9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Differentiability Theorem</a:t>
            </a:r>
            <a:endParaRPr lang="zh-CN" alt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D892BB1-7492-4218-B482-DB67211A9E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66" y="2465947"/>
            <a:ext cx="8581002" cy="2268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5339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5CAC-A0A0-4AA7-AF23-8BA4CD0F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integrability Theorem</a:t>
            </a:r>
            <a:endParaRPr lang="zh-CN" alt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9A0B4EAA-ED68-43C0-8E63-6DF3745A3D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22884" r="1855" b="3351"/>
          <a:stretch/>
        </p:blipFill>
        <p:spPr bwMode="auto">
          <a:xfrm>
            <a:off x="1247775" y="2506661"/>
            <a:ext cx="9229725" cy="216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F7BABC25-E672-4612-B3B8-40505B647E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6"/>
          <a:stretch/>
        </p:blipFill>
        <p:spPr bwMode="auto">
          <a:xfrm>
            <a:off x="2857499" y="5200650"/>
            <a:ext cx="513593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6746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30">
            <a:extLst>
              <a:ext uri="{FF2B5EF4-FFF2-40B4-BE49-F238E27FC236}">
                <a16:creationId xmlns:a16="http://schemas.microsoft.com/office/drawing/2014/main" id="{BEA34D6C-0607-4CB2-AC70-A7A7A365A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660646"/>
              </p:ext>
            </p:extLst>
          </p:nvPr>
        </p:nvGraphicFramePr>
        <p:xfrm>
          <a:off x="1004093" y="773113"/>
          <a:ext cx="95170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203040" progId="Equation.DSMT4">
                  <p:embed/>
                </p:oleObj>
              </mc:Choice>
              <mc:Fallback>
                <p:oleObj name="Equation" r:id="rId2" imgW="2768400" imgH="203040" progId="Equation.DSMT4">
                  <p:embed/>
                  <p:pic>
                    <p:nvPicPr>
                      <p:cNvPr id="9" name="Object 30">
                        <a:extLst>
                          <a:ext uri="{FF2B5EF4-FFF2-40B4-BE49-F238E27FC236}">
                            <a16:creationId xmlns:a16="http://schemas.microsoft.com/office/drawing/2014/main" id="{BEA34D6C-0607-4CB2-AC70-A7A7A365A4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093" y="773113"/>
                        <a:ext cx="95170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7126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222599CA-53E6-438B-9894-02C5D5700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1695453"/>
          <a:ext cx="3352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52680" imgH="850680" progId="Equation.3">
                  <p:embed/>
                </p:oleObj>
              </mc:Choice>
              <mc:Fallback>
                <p:oleObj name="公式" r:id="rId2" imgW="3352680" imgH="850680" progId="Equation.3">
                  <p:embed/>
                  <p:pic>
                    <p:nvPicPr>
                      <p:cNvPr id="11" name="Object 32">
                        <a:extLst>
                          <a:ext uri="{FF2B5EF4-FFF2-40B4-BE49-F238E27FC236}">
                            <a16:creationId xmlns:a16="http://schemas.microsoft.com/office/drawing/2014/main" id="{222599CA-53E6-438B-9894-02C5D57002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695453"/>
                        <a:ext cx="3352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>
            <a:extLst>
              <a:ext uri="{FF2B5EF4-FFF2-40B4-BE49-F238E27FC236}">
                <a16:creationId xmlns:a16="http://schemas.microsoft.com/office/drawing/2014/main" id="{FA2F9ADC-622B-4966-ACC0-D8F39A0E5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1" y="2549527"/>
          <a:ext cx="6578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578280" imgH="672840" progId="Equation.3">
                  <p:embed/>
                </p:oleObj>
              </mc:Choice>
              <mc:Fallback>
                <p:oleObj name="公式" r:id="rId4" imgW="6578280" imgH="672840" progId="Equation.3">
                  <p:embed/>
                  <p:pic>
                    <p:nvPicPr>
                      <p:cNvPr id="12" name="Object 33">
                        <a:extLst>
                          <a:ext uri="{FF2B5EF4-FFF2-40B4-BE49-F238E27FC236}">
                            <a16:creationId xmlns:a16="http://schemas.microsoft.com/office/drawing/2014/main" id="{FA2F9ADC-622B-4966-ACC0-D8F39A0E5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1" y="2549527"/>
                        <a:ext cx="6578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4">
            <a:extLst>
              <a:ext uri="{FF2B5EF4-FFF2-40B4-BE49-F238E27FC236}">
                <a16:creationId xmlns:a16="http://schemas.microsoft.com/office/drawing/2014/main" id="{9E244E35-22F8-4632-8A1A-111F011F8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1" y="3233739"/>
          <a:ext cx="6705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05360" imgH="863280" progId="Equation.3">
                  <p:embed/>
                </p:oleObj>
              </mc:Choice>
              <mc:Fallback>
                <p:oleObj name="公式" r:id="rId6" imgW="6705360" imgH="863280" progId="Equation.3">
                  <p:embed/>
                  <p:pic>
                    <p:nvPicPr>
                      <p:cNvPr id="13" name="Object 34">
                        <a:extLst>
                          <a:ext uri="{FF2B5EF4-FFF2-40B4-BE49-F238E27FC236}">
                            <a16:creationId xmlns:a16="http://schemas.microsoft.com/office/drawing/2014/main" id="{9E244E35-22F8-4632-8A1A-111F011F8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1" y="3233739"/>
                        <a:ext cx="6705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5">
            <a:extLst>
              <a:ext uri="{FF2B5EF4-FFF2-40B4-BE49-F238E27FC236}">
                <a16:creationId xmlns:a16="http://schemas.microsoft.com/office/drawing/2014/main" id="{3F587D25-880F-45A7-BDE1-F8B57B0D3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8813" y="4170364"/>
          <a:ext cx="175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52480" imgH="419040" progId="Equation.3">
                  <p:embed/>
                </p:oleObj>
              </mc:Choice>
              <mc:Fallback>
                <p:oleObj name="公式" r:id="rId8" imgW="1752480" imgH="419040" progId="Equation.3">
                  <p:embed/>
                  <p:pic>
                    <p:nvPicPr>
                      <p:cNvPr id="14" name="Object 35">
                        <a:extLst>
                          <a:ext uri="{FF2B5EF4-FFF2-40B4-BE49-F238E27FC236}">
                            <a16:creationId xmlns:a16="http://schemas.microsoft.com/office/drawing/2014/main" id="{3F587D25-880F-45A7-BDE1-F8B57B0D3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813" y="4170364"/>
                        <a:ext cx="1752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3">
            <a:extLst>
              <a:ext uri="{FF2B5EF4-FFF2-40B4-BE49-F238E27FC236}">
                <a16:creationId xmlns:a16="http://schemas.microsoft.com/office/drawing/2014/main" id="{9A87F42F-3AD2-4B5F-8B23-FD4B9D785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6675" y="507365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22" name="Object 43">
                        <a:extLst>
                          <a:ext uri="{FF2B5EF4-FFF2-40B4-BE49-F238E27FC236}">
                            <a16:creationId xmlns:a16="http://schemas.microsoft.com/office/drawing/2014/main" id="{9A87F42F-3AD2-4B5F-8B23-FD4B9D785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507365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>
            <a:extLst>
              <a:ext uri="{FF2B5EF4-FFF2-40B4-BE49-F238E27FC236}">
                <a16:creationId xmlns:a16="http://schemas.microsoft.com/office/drawing/2014/main" id="{094C1763-547C-47A1-AC45-99BB6EB5F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320162"/>
              </p:ext>
            </p:extLst>
          </p:nvPr>
        </p:nvGraphicFramePr>
        <p:xfrm>
          <a:off x="1004093" y="773113"/>
          <a:ext cx="95170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68400" imgH="203040" progId="Equation.DSMT4">
                  <p:embed/>
                </p:oleObj>
              </mc:Choice>
              <mc:Fallback>
                <p:oleObj name="Equation" r:id="rId12" imgW="2768400" imgH="203040" progId="Equation.DSMT4">
                  <p:embed/>
                  <p:pic>
                    <p:nvPicPr>
                      <p:cNvPr id="15" name="Object 30">
                        <a:extLst>
                          <a:ext uri="{FF2B5EF4-FFF2-40B4-BE49-F238E27FC236}">
                            <a16:creationId xmlns:a16="http://schemas.microsoft.com/office/drawing/2014/main" id="{094C1763-547C-47A1-AC45-99BB6EB5F9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093" y="773113"/>
                        <a:ext cx="95170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72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32">
            <a:extLst>
              <a:ext uri="{FF2B5EF4-FFF2-40B4-BE49-F238E27FC236}">
                <a16:creationId xmlns:a16="http://schemas.microsoft.com/office/drawing/2014/main" id="{222599CA-53E6-438B-9894-02C5D5700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1695453"/>
          <a:ext cx="3352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52680" imgH="850680" progId="Equation.3">
                  <p:embed/>
                </p:oleObj>
              </mc:Choice>
              <mc:Fallback>
                <p:oleObj name="公式" r:id="rId2" imgW="3352680" imgH="850680" progId="Equation.3">
                  <p:embed/>
                  <p:pic>
                    <p:nvPicPr>
                      <p:cNvPr id="11" name="Object 32">
                        <a:extLst>
                          <a:ext uri="{FF2B5EF4-FFF2-40B4-BE49-F238E27FC236}">
                            <a16:creationId xmlns:a16="http://schemas.microsoft.com/office/drawing/2014/main" id="{222599CA-53E6-438B-9894-02C5D57002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1695453"/>
                        <a:ext cx="3352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>
            <a:extLst>
              <a:ext uri="{FF2B5EF4-FFF2-40B4-BE49-F238E27FC236}">
                <a16:creationId xmlns:a16="http://schemas.microsoft.com/office/drawing/2014/main" id="{FA2F9ADC-622B-4966-ACC0-D8F39A0E5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1" y="2549527"/>
          <a:ext cx="6578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578280" imgH="672840" progId="Equation.3">
                  <p:embed/>
                </p:oleObj>
              </mc:Choice>
              <mc:Fallback>
                <p:oleObj name="公式" r:id="rId4" imgW="6578280" imgH="672840" progId="Equation.3">
                  <p:embed/>
                  <p:pic>
                    <p:nvPicPr>
                      <p:cNvPr id="12" name="Object 33">
                        <a:extLst>
                          <a:ext uri="{FF2B5EF4-FFF2-40B4-BE49-F238E27FC236}">
                            <a16:creationId xmlns:a16="http://schemas.microsoft.com/office/drawing/2014/main" id="{FA2F9ADC-622B-4966-ACC0-D8F39A0E5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1" y="2549527"/>
                        <a:ext cx="6578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4">
            <a:extLst>
              <a:ext uri="{FF2B5EF4-FFF2-40B4-BE49-F238E27FC236}">
                <a16:creationId xmlns:a16="http://schemas.microsoft.com/office/drawing/2014/main" id="{9E244E35-22F8-4632-8A1A-111F011F8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1" y="3233739"/>
          <a:ext cx="6705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05360" imgH="863280" progId="Equation.3">
                  <p:embed/>
                </p:oleObj>
              </mc:Choice>
              <mc:Fallback>
                <p:oleObj name="公式" r:id="rId6" imgW="6705360" imgH="863280" progId="Equation.3">
                  <p:embed/>
                  <p:pic>
                    <p:nvPicPr>
                      <p:cNvPr id="13" name="Object 34">
                        <a:extLst>
                          <a:ext uri="{FF2B5EF4-FFF2-40B4-BE49-F238E27FC236}">
                            <a16:creationId xmlns:a16="http://schemas.microsoft.com/office/drawing/2014/main" id="{9E244E35-22F8-4632-8A1A-111F011F8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1" y="3233739"/>
                        <a:ext cx="6705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5">
            <a:extLst>
              <a:ext uri="{FF2B5EF4-FFF2-40B4-BE49-F238E27FC236}">
                <a16:creationId xmlns:a16="http://schemas.microsoft.com/office/drawing/2014/main" id="{3F587D25-880F-45A7-BDE1-F8B57B0D3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8813" y="4170364"/>
          <a:ext cx="175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52480" imgH="419040" progId="Equation.3">
                  <p:embed/>
                </p:oleObj>
              </mc:Choice>
              <mc:Fallback>
                <p:oleObj name="公式" r:id="rId8" imgW="1752480" imgH="419040" progId="Equation.3">
                  <p:embed/>
                  <p:pic>
                    <p:nvPicPr>
                      <p:cNvPr id="14" name="Object 35">
                        <a:extLst>
                          <a:ext uri="{FF2B5EF4-FFF2-40B4-BE49-F238E27FC236}">
                            <a16:creationId xmlns:a16="http://schemas.microsoft.com/office/drawing/2014/main" id="{3F587D25-880F-45A7-BDE1-F8B57B0D3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813" y="4170364"/>
                        <a:ext cx="1752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9">
            <a:extLst>
              <a:ext uri="{FF2B5EF4-FFF2-40B4-BE49-F238E27FC236}">
                <a16:creationId xmlns:a16="http://schemas.microsoft.com/office/drawing/2014/main" id="{3D99F4F9-4629-4F99-9019-A7B532613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9176" y="4824399"/>
          <a:ext cx="4518025" cy="1684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520" imgH="888840" progId="Equation.DSMT4">
                  <p:embed/>
                </p:oleObj>
              </mc:Choice>
              <mc:Fallback>
                <p:oleObj name="Equation" r:id="rId10" imgW="2171520" imgH="888840" progId="Equation.DSMT4">
                  <p:embed/>
                  <p:pic>
                    <p:nvPicPr>
                      <p:cNvPr id="18" name="Object 39">
                        <a:extLst>
                          <a:ext uri="{FF2B5EF4-FFF2-40B4-BE49-F238E27FC236}">
                            <a16:creationId xmlns:a16="http://schemas.microsoft.com/office/drawing/2014/main" id="{3D99F4F9-4629-4F99-9019-A7B532613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6" y="4824399"/>
                        <a:ext cx="4518025" cy="1684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3">
            <a:extLst>
              <a:ext uri="{FF2B5EF4-FFF2-40B4-BE49-F238E27FC236}">
                <a16:creationId xmlns:a16="http://schemas.microsoft.com/office/drawing/2014/main" id="{9A87F42F-3AD2-4B5F-8B23-FD4B9D785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6675" y="507365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22" name="Object 43">
                        <a:extLst>
                          <a:ext uri="{FF2B5EF4-FFF2-40B4-BE49-F238E27FC236}">
                            <a16:creationId xmlns:a16="http://schemas.microsoft.com/office/drawing/2014/main" id="{9A87F42F-3AD2-4B5F-8B23-FD4B9D785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507365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>
            <a:extLst>
              <a:ext uri="{FF2B5EF4-FFF2-40B4-BE49-F238E27FC236}">
                <a16:creationId xmlns:a16="http://schemas.microsoft.com/office/drawing/2014/main" id="{094C1763-547C-47A1-AC45-99BB6EB5F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4093" y="773113"/>
          <a:ext cx="95170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400" imgH="203040" progId="Equation.DSMT4">
                  <p:embed/>
                </p:oleObj>
              </mc:Choice>
              <mc:Fallback>
                <p:oleObj name="Equation" r:id="rId14" imgW="2768400" imgH="203040" progId="Equation.DSMT4">
                  <p:embed/>
                  <p:pic>
                    <p:nvPicPr>
                      <p:cNvPr id="15" name="Object 30">
                        <a:extLst>
                          <a:ext uri="{FF2B5EF4-FFF2-40B4-BE49-F238E27FC236}">
                            <a16:creationId xmlns:a16="http://schemas.microsoft.com/office/drawing/2014/main" id="{094C1763-547C-47A1-AC45-99BB6EB5F9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093" y="773113"/>
                        <a:ext cx="95170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859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0">
            <a:extLst>
              <a:ext uri="{FF2B5EF4-FFF2-40B4-BE49-F238E27FC236}">
                <a16:creationId xmlns:a16="http://schemas.microsoft.com/office/drawing/2014/main" id="{9581A099-BF1F-4790-BF8F-007B10DED7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012909"/>
              </p:ext>
            </p:extLst>
          </p:nvPr>
        </p:nvGraphicFramePr>
        <p:xfrm>
          <a:off x="1182688" y="2219325"/>
          <a:ext cx="8204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204040" imgH="863280" progId="Equation.3">
                  <p:embed/>
                </p:oleObj>
              </mc:Choice>
              <mc:Fallback>
                <p:oleObj name="公式" r:id="rId2" imgW="8204040" imgH="863280" progId="Equation.3">
                  <p:embed/>
                  <p:pic>
                    <p:nvPicPr>
                      <p:cNvPr id="4" name="Object 40">
                        <a:extLst>
                          <a:ext uri="{FF2B5EF4-FFF2-40B4-BE49-F238E27FC236}">
                            <a16:creationId xmlns:a16="http://schemas.microsoft.com/office/drawing/2014/main" id="{9581A099-BF1F-4790-BF8F-007B10DED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2219325"/>
                        <a:ext cx="8204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>
            <a:extLst>
              <a:ext uri="{FF2B5EF4-FFF2-40B4-BE49-F238E27FC236}">
                <a16:creationId xmlns:a16="http://schemas.microsoft.com/office/drawing/2014/main" id="{1CBEC63F-9983-4485-A484-46E6DD308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93327"/>
              </p:ext>
            </p:extLst>
          </p:nvPr>
        </p:nvGraphicFramePr>
        <p:xfrm>
          <a:off x="9626600" y="2441575"/>
          <a:ext cx="172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6920" imgH="419040" progId="Equation.3">
                  <p:embed/>
                </p:oleObj>
              </mc:Choice>
              <mc:Fallback>
                <p:oleObj name="公式" r:id="rId4" imgW="1726920" imgH="419040" progId="Equation.3">
                  <p:embed/>
                  <p:pic>
                    <p:nvPicPr>
                      <p:cNvPr id="5" name="Object 41">
                        <a:extLst>
                          <a:ext uri="{FF2B5EF4-FFF2-40B4-BE49-F238E27FC236}">
                            <a16:creationId xmlns:a16="http://schemas.microsoft.com/office/drawing/2014/main" id="{1CBEC63F-9983-4485-A484-46E6DD308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0" y="2441575"/>
                        <a:ext cx="172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">
            <a:extLst>
              <a:ext uri="{FF2B5EF4-FFF2-40B4-BE49-F238E27FC236}">
                <a16:creationId xmlns:a16="http://schemas.microsoft.com/office/drawing/2014/main" id="{02D3B065-AA2F-4F83-9A23-268559CF8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4093" y="773113"/>
          <a:ext cx="951706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68400" imgH="203040" progId="Equation.DSMT4">
                  <p:embed/>
                </p:oleObj>
              </mc:Choice>
              <mc:Fallback>
                <p:oleObj name="Equation" r:id="rId6" imgW="2768400" imgH="203040" progId="Equation.DSMT4">
                  <p:embed/>
                  <p:pic>
                    <p:nvPicPr>
                      <p:cNvPr id="6" name="Object 30">
                        <a:extLst>
                          <a:ext uri="{FF2B5EF4-FFF2-40B4-BE49-F238E27FC236}">
                            <a16:creationId xmlns:a16="http://schemas.microsoft.com/office/drawing/2014/main" id="{02D3B065-AA2F-4F83-9A23-268559CF8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093" y="773113"/>
                        <a:ext cx="951706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434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C96AB-1636-4041-A4F9-173B09FB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Problems in power series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255F4-EB4C-4135-8A61-E8768A90B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Determine domain of convergence</a:t>
            </a:r>
          </a:p>
          <a:p>
            <a:endParaRPr lang="en-US" altLang="zh-CN" dirty="0"/>
          </a:p>
          <a:p>
            <a:r>
              <a:rPr lang="en-US" altLang="zh-CN" dirty="0"/>
              <a:t>Expand function as power series at </a:t>
            </a:r>
            <a:r>
              <a:rPr lang="en-US" altLang="zh-CN" i="1" dirty="0"/>
              <a:t>x=x</a:t>
            </a:r>
            <a:r>
              <a:rPr lang="en-US" altLang="zh-CN" i="1" baseline="-25000" dirty="0"/>
              <a:t>0</a:t>
            </a:r>
          </a:p>
          <a:p>
            <a:endParaRPr lang="en-US" altLang="zh-CN" dirty="0"/>
          </a:p>
          <a:p>
            <a:r>
              <a:rPr lang="en-US" altLang="zh-CN" dirty="0"/>
              <a:t>Solve sum of power series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5751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DA6FB-CC06-497E-B452-CA7A4272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Solving the sum of  </a:t>
            </a:r>
            <a:endParaRPr lang="zh-CN" alt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5570C930-859E-4DCB-BA90-B081E9D07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370869"/>
              </p:ext>
            </p:extLst>
          </p:nvPr>
        </p:nvGraphicFramePr>
        <p:xfrm>
          <a:off x="5676900" y="365125"/>
          <a:ext cx="286067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444240" progId="Equation.DSMT4">
                  <p:embed/>
                </p:oleObj>
              </mc:Choice>
              <mc:Fallback>
                <p:oleObj name="Equation" r:id="rId2" imgW="1041120" imgH="44424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5570C930-859E-4DCB-BA90-B081E9D07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365125"/>
                        <a:ext cx="2860675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3729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428</Words>
  <Application>Microsoft Office PowerPoint</Application>
  <PresentationFormat>宽屏</PresentationFormat>
  <Paragraphs>68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等线</vt:lpstr>
      <vt:lpstr>等线 Light</vt:lpstr>
      <vt:lpstr>Arial</vt:lpstr>
      <vt:lpstr>Times New Roman</vt:lpstr>
      <vt:lpstr>Office 主题​​</vt:lpstr>
      <vt:lpstr>Equation</vt:lpstr>
      <vt:lpstr>公式</vt:lpstr>
      <vt:lpstr>MathType 6.0 Equation</vt:lpstr>
      <vt:lpstr>Power series</vt:lpstr>
      <vt:lpstr>How to define a function</vt:lpstr>
      <vt:lpstr>Series with function terms</vt:lpstr>
      <vt:lpstr>Series with function terms</vt:lpstr>
      <vt:lpstr>Taylor Polynomials in x</vt:lpstr>
      <vt:lpstr>Taylor series in x</vt:lpstr>
      <vt:lpstr>Taylor series in x</vt:lpstr>
      <vt:lpstr>Power series and its convergence</vt:lpstr>
      <vt:lpstr>Abel’s Theorem</vt:lpstr>
      <vt:lpstr>Corollary of Abel’s Theorem</vt:lpstr>
      <vt:lpstr>Radius of convergence </vt:lpstr>
      <vt:lpstr>Radius of convergence </vt:lpstr>
      <vt:lpstr>Radius of convergence </vt:lpstr>
      <vt:lpstr>Domain of convergence</vt:lpstr>
      <vt:lpstr>Determine the domain of convergence of the following power series  </vt:lpstr>
      <vt:lpstr>Determine the domain of convergence of the following power series  </vt:lpstr>
      <vt:lpstr>Determine the domain of convergence of the following power series  </vt:lpstr>
      <vt:lpstr>Determine the domain of convergence of the following power series </vt:lpstr>
      <vt:lpstr>Taylor Polynomials in x-a</vt:lpstr>
      <vt:lpstr>Determine the domain of convergence of the following power series </vt:lpstr>
      <vt:lpstr>Determine the domain of convergence of the following power series </vt:lpstr>
      <vt:lpstr>Power series expansion of f(x)</vt:lpstr>
      <vt:lpstr>Newtonian Binomial Law</vt:lpstr>
      <vt:lpstr>Can we expand f(x)  without using direct derivation?</vt:lpstr>
      <vt:lpstr>The Differentiability Theorem</vt:lpstr>
      <vt:lpstr>The Differentiability Theorem</vt:lpstr>
      <vt:lpstr>The integrability Theorem</vt:lpstr>
      <vt:lpstr>PowerPoint 演示文稿</vt:lpstr>
      <vt:lpstr>PowerPoint 演示文稿</vt:lpstr>
      <vt:lpstr>PowerPoint 演示文稿</vt:lpstr>
      <vt:lpstr>PowerPoint 演示文稿</vt:lpstr>
      <vt:lpstr>Problems in power series</vt:lpstr>
      <vt:lpstr>Solving the sum of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(II)</dc:title>
  <dc:creator>达 周</dc:creator>
  <cp:lastModifiedBy>达 周</cp:lastModifiedBy>
  <cp:revision>8</cp:revision>
  <cp:lastPrinted>2022-04-07T08:25:32Z</cp:lastPrinted>
  <dcterms:created xsi:type="dcterms:W3CDTF">2020-01-21T03:23:32Z</dcterms:created>
  <dcterms:modified xsi:type="dcterms:W3CDTF">2022-04-07T08:26:12Z</dcterms:modified>
</cp:coreProperties>
</file>