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73" r:id="rId4"/>
    <p:sldId id="280" r:id="rId5"/>
    <p:sldId id="274" r:id="rId6"/>
    <p:sldId id="276" r:id="rId7"/>
    <p:sldId id="258" r:id="rId8"/>
    <p:sldId id="288" r:id="rId9"/>
    <p:sldId id="277" r:id="rId10"/>
    <p:sldId id="259" r:id="rId11"/>
    <p:sldId id="278" r:id="rId12"/>
    <p:sldId id="279" r:id="rId13"/>
    <p:sldId id="260" r:id="rId14"/>
    <p:sldId id="262" r:id="rId15"/>
    <p:sldId id="263" r:id="rId16"/>
    <p:sldId id="281" r:id="rId17"/>
    <p:sldId id="289" r:id="rId18"/>
    <p:sldId id="265" r:id="rId19"/>
    <p:sldId id="264" r:id="rId20"/>
    <p:sldId id="283" r:id="rId21"/>
    <p:sldId id="269" r:id="rId22"/>
    <p:sldId id="270" r:id="rId23"/>
    <p:sldId id="290" r:id="rId24"/>
    <p:sldId id="272" r:id="rId25"/>
    <p:sldId id="282" r:id="rId26"/>
    <p:sldId id="271" r:id="rId27"/>
    <p:sldId id="284" r:id="rId28"/>
    <p:sldId id="285" r:id="rId29"/>
    <p:sldId id="287" r:id="rId30"/>
    <p:sldId id="291" r:id="rId31"/>
    <p:sldId id="292" r:id="rId32"/>
    <p:sldId id="286" r:id="rId33"/>
    <p:sldId id="295" r:id="rId34"/>
    <p:sldId id="296" r:id="rId35"/>
    <p:sldId id="268" r:id="rId36"/>
    <p:sldId id="293" r:id="rId37"/>
    <p:sldId id="29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达 周" userId="d3c3af45359772bc" providerId="LiveId" clId="{51808E07-277C-4E60-B177-FC7F3AD481C9}"/>
    <pc:docChg chg="undo custSel addSld delSld modSld sldOrd">
      <pc:chgData name="达 周" userId="d3c3af45359772bc" providerId="LiveId" clId="{51808E07-277C-4E60-B177-FC7F3AD481C9}" dt="2020-02-20T13:56:47.147" v="2855" actId="20577"/>
      <pc:docMkLst>
        <pc:docMk/>
      </pc:docMkLst>
      <pc:sldChg chg="modSp add">
        <pc:chgData name="达 周" userId="d3c3af45359772bc" providerId="LiveId" clId="{51808E07-277C-4E60-B177-FC7F3AD481C9}" dt="2020-02-08T12:46:05.204" v="884" actId="20577"/>
        <pc:sldMkLst>
          <pc:docMk/>
          <pc:sldMk cId="361446110" sldId="256"/>
        </pc:sldMkLst>
        <pc:spChg chg="mod">
          <ac:chgData name="达 周" userId="d3c3af45359772bc" providerId="LiveId" clId="{51808E07-277C-4E60-B177-FC7F3AD481C9}" dt="2020-02-08T12:46:05.204" v="884" actId="20577"/>
          <ac:spMkLst>
            <pc:docMk/>
            <pc:sldMk cId="361446110" sldId="256"/>
            <ac:spMk id="2" creationId="{8DA5E3CA-2273-449A-98A0-13A6CBEBF971}"/>
          </ac:spMkLst>
        </pc:spChg>
        <pc:spChg chg="mod">
          <ac:chgData name="达 周" userId="d3c3af45359772bc" providerId="LiveId" clId="{51808E07-277C-4E60-B177-FC7F3AD481C9}" dt="2020-01-22T12:06:07.002" v="65" actId="20577"/>
          <ac:spMkLst>
            <pc:docMk/>
            <pc:sldMk cId="361446110" sldId="256"/>
            <ac:spMk id="3" creationId="{9DBD7AEF-F554-460B-848C-2F09F325F6E7}"/>
          </ac:spMkLst>
        </pc:spChg>
      </pc:sldChg>
      <pc:sldChg chg="addSp delSp modSp add">
        <pc:chgData name="达 周" userId="d3c3af45359772bc" providerId="LiveId" clId="{51808E07-277C-4E60-B177-FC7F3AD481C9}" dt="2020-02-20T05:46:23.824" v="888" actId="1076"/>
        <pc:sldMkLst>
          <pc:docMk/>
          <pc:sldMk cId="1374586752" sldId="257"/>
        </pc:sldMkLst>
        <pc:spChg chg="mod">
          <ac:chgData name="达 周" userId="d3c3af45359772bc" providerId="LiveId" clId="{51808E07-277C-4E60-B177-FC7F3AD481C9}" dt="2020-02-01T10:54:04.778" v="259" actId="20577"/>
          <ac:spMkLst>
            <pc:docMk/>
            <pc:sldMk cId="1374586752" sldId="257"/>
            <ac:spMk id="2" creationId="{9D08DDF9-5E1A-4D3B-80A9-7959F57E234A}"/>
          </ac:spMkLst>
        </pc:spChg>
        <pc:spChg chg="del mod">
          <ac:chgData name="达 周" userId="d3c3af45359772bc" providerId="LiveId" clId="{51808E07-277C-4E60-B177-FC7F3AD481C9}" dt="2020-01-22T12:58:26.553" v="135"/>
          <ac:spMkLst>
            <pc:docMk/>
            <pc:sldMk cId="1374586752" sldId="257"/>
            <ac:spMk id="3" creationId="{8F9DA7F6-3F1C-44F0-85B5-60FF2677997D}"/>
          </ac:spMkLst>
        </pc:spChg>
        <pc:graphicFrameChg chg="add mod">
          <ac:chgData name="达 周" userId="d3c3af45359772bc" providerId="LiveId" clId="{51808E07-277C-4E60-B177-FC7F3AD481C9}" dt="2020-02-20T05:46:23.824" v="888" actId="1076"/>
          <ac:graphicFrameMkLst>
            <pc:docMk/>
            <pc:sldMk cId="1374586752" sldId="257"/>
            <ac:graphicFrameMk id="4" creationId="{4D0F3F80-EC64-4A61-A7CC-B66F129D637A}"/>
          </ac:graphicFrameMkLst>
        </pc:graphicFrameChg>
      </pc:sldChg>
      <pc:sldChg chg="addSp delSp modSp add">
        <pc:chgData name="达 周" userId="d3c3af45359772bc" providerId="LiveId" clId="{51808E07-277C-4E60-B177-FC7F3AD481C9}" dt="2020-02-20T06:07:33.457" v="1044" actId="478"/>
        <pc:sldMkLst>
          <pc:docMk/>
          <pc:sldMk cId="3111531222" sldId="258"/>
        </pc:sldMkLst>
        <pc:spChg chg="mod">
          <ac:chgData name="达 周" userId="d3c3af45359772bc" providerId="LiveId" clId="{51808E07-277C-4E60-B177-FC7F3AD481C9}" dt="2020-01-22T13:00:55.596" v="168" actId="20577"/>
          <ac:spMkLst>
            <pc:docMk/>
            <pc:sldMk cId="3111531222" sldId="258"/>
            <ac:spMk id="2" creationId="{F424204E-D642-45AF-98BB-CDB3CAA2DEF5}"/>
          </ac:spMkLst>
        </pc:spChg>
        <pc:spChg chg="del">
          <ac:chgData name="达 周" userId="d3c3af45359772bc" providerId="LiveId" clId="{51808E07-277C-4E60-B177-FC7F3AD481C9}" dt="2020-01-22T13:01:12.168" v="169"/>
          <ac:spMkLst>
            <pc:docMk/>
            <pc:sldMk cId="3111531222" sldId="258"/>
            <ac:spMk id="3" creationId="{28CBB5D0-705F-4B6C-BB9D-E0B5D4E7D151}"/>
          </ac:spMkLst>
        </pc:spChg>
        <pc:spChg chg="add del">
          <ac:chgData name="达 周" userId="d3c3af45359772bc" providerId="LiveId" clId="{51808E07-277C-4E60-B177-FC7F3AD481C9}" dt="2020-01-22T13:03:28.920" v="185"/>
          <ac:spMkLst>
            <pc:docMk/>
            <pc:sldMk cId="3111531222" sldId="258"/>
            <ac:spMk id="6" creationId="{10EA93A5-CE40-4914-886D-9BE8FEFBB343}"/>
          </ac:spMkLst>
        </pc:spChg>
        <pc:graphicFrameChg chg="add mod">
          <ac:chgData name="达 周" userId="d3c3af45359772bc" providerId="LiveId" clId="{51808E07-277C-4E60-B177-FC7F3AD481C9}" dt="2020-01-22T13:01:30.976" v="174" actId="1076"/>
          <ac:graphicFrameMkLst>
            <pc:docMk/>
            <pc:sldMk cId="3111531222" sldId="258"/>
            <ac:graphicFrameMk id="4" creationId="{600A3A0B-E0BD-483E-B656-A102C2D1E907}"/>
          </ac:graphicFrameMkLst>
        </pc:graphicFrameChg>
        <pc:graphicFrameChg chg="add del mod">
          <ac:chgData name="达 周" userId="d3c3af45359772bc" providerId="LiveId" clId="{51808E07-277C-4E60-B177-FC7F3AD481C9}" dt="2020-02-20T06:07:33.457" v="1044" actId="478"/>
          <ac:graphicFrameMkLst>
            <pc:docMk/>
            <pc:sldMk cId="3111531222" sldId="258"/>
            <ac:graphicFrameMk id="5" creationId="{91C4BA3F-ABAC-4687-9C94-E7A7E2E5BD44}"/>
          </ac:graphicFrameMkLst>
        </pc:graphicFrameChg>
      </pc:sldChg>
      <pc:sldChg chg="addSp delSp modSp add">
        <pc:chgData name="达 周" userId="d3c3af45359772bc" providerId="LiveId" clId="{51808E07-277C-4E60-B177-FC7F3AD481C9}" dt="2020-02-20T06:08:44.358" v="1048" actId="478"/>
        <pc:sldMkLst>
          <pc:docMk/>
          <pc:sldMk cId="1542243578" sldId="259"/>
        </pc:sldMkLst>
        <pc:spChg chg="mod">
          <ac:chgData name="达 周" userId="d3c3af45359772bc" providerId="LiveId" clId="{51808E07-277C-4E60-B177-FC7F3AD481C9}" dt="2020-01-22T13:04:37.838" v="198" actId="27636"/>
          <ac:spMkLst>
            <pc:docMk/>
            <pc:sldMk cId="1542243578" sldId="259"/>
            <ac:spMk id="2" creationId="{8E88535B-9F4E-4D62-B82B-B2DA7F4B8578}"/>
          </ac:spMkLst>
        </pc:spChg>
        <pc:spChg chg="del">
          <ac:chgData name="达 周" userId="d3c3af45359772bc" providerId="LiveId" clId="{51808E07-277C-4E60-B177-FC7F3AD481C9}" dt="2020-01-22T13:04:56.171" v="199"/>
          <ac:spMkLst>
            <pc:docMk/>
            <pc:sldMk cId="1542243578" sldId="259"/>
            <ac:spMk id="3" creationId="{55F720F5-2376-4C37-AC3B-4273606C73F1}"/>
          </ac:spMkLst>
        </pc:spChg>
        <pc:graphicFrameChg chg="add mod">
          <ac:chgData name="达 周" userId="d3c3af45359772bc" providerId="LiveId" clId="{51808E07-277C-4E60-B177-FC7F3AD481C9}" dt="2020-01-22T13:05:02.322" v="202" actId="1076"/>
          <ac:graphicFrameMkLst>
            <pc:docMk/>
            <pc:sldMk cId="1542243578" sldId="259"/>
            <ac:graphicFrameMk id="4" creationId="{27A2E1B3-A035-4BA2-86A6-9CB38629B262}"/>
          </ac:graphicFrameMkLst>
        </pc:graphicFrameChg>
        <pc:graphicFrameChg chg="add del mod">
          <ac:chgData name="达 周" userId="d3c3af45359772bc" providerId="LiveId" clId="{51808E07-277C-4E60-B177-FC7F3AD481C9}" dt="2020-02-20T06:08:44.358" v="1048" actId="478"/>
          <ac:graphicFrameMkLst>
            <pc:docMk/>
            <pc:sldMk cId="1542243578" sldId="259"/>
            <ac:graphicFrameMk id="5" creationId="{10D2DC59-19F0-4C57-9529-EBEFFFC9798A}"/>
          </ac:graphicFrameMkLst>
        </pc:graphicFrameChg>
      </pc:sldChg>
      <pc:sldChg chg="addSp delSp modSp add">
        <pc:chgData name="达 周" userId="d3c3af45359772bc" providerId="LiveId" clId="{51808E07-277C-4E60-B177-FC7F3AD481C9}" dt="2020-02-20T11:13:38.433" v="1867"/>
        <pc:sldMkLst>
          <pc:docMk/>
          <pc:sldMk cId="443953781" sldId="260"/>
        </pc:sldMkLst>
        <pc:spChg chg="mod">
          <ac:chgData name="达 周" userId="d3c3af45359772bc" providerId="LiveId" clId="{51808E07-277C-4E60-B177-FC7F3AD481C9}" dt="2020-01-22T13:08:55.418" v="237" actId="20577"/>
          <ac:spMkLst>
            <pc:docMk/>
            <pc:sldMk cId="443953781" sldId="260"/>
            <ac:spMk id="2" creationId="{02E1ED81-045A-4DEE-A61A-096E81F02E98}"/>
          </ac:spMkLst>
        </pc:spChg>
        <pc:spChg chg="del">
          <ac:chgData name="达 周" userId="d3c3af45359772bc" providerId="LiveId" clId="{51808E07-277C-4E60-B177-FC7F3AD481C9}" dt="2020-01-22T13:08:38.251" v="215"/>
          <ac:spMkLst>
            <pc:docMk/>
            <pc:sldMk cId="443953781" sldId="260"/>
            <ac:spMk id="3" creationId="{EBDA7138-75A3-42BE-8F50-012905455B1A}"/>
          </ac:spMkLst>
        </pc:spChg>
        <pc:spChg chg="add del mod">
          <ac:chgData name="达 周" userId="d3c3af45359772bc" providerId="LiveId" clId="{51808E07-277C-4E60-B177-FC7F3AD481C9}" dt="2020-01-22T13:09:49.194" v="240" actId="478"/>
          <ac:spMkLst>
            <pc:docMk/>
            <pc:sldMk cId="443953781" sldId="260"/>
            <ac:spMk id="7" creationId="{A80AAD7F-3A77-4580-8456-33BCA28DB41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8" creationId="{2CBF59F9-0319-4554-93B2-077956B36816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0" creationId="{50A889CD-4F7F-4B4F-9B15-586A24370A5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3" creationId="{8C382E93-58FD-4CC4-8823-29379CAF026D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4" creationId="{37D9C7E2-9F72-459A-8895-16020C8F5EE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6" creationId="{80DA19BA-69A9-4CB9-9E90-0F1DED93CE8C}"/>
          </ac:spMkLst>
        </pc:spChg>
        <pc:grpChg chg="add del mod">
          <ac:chgData name="达 周" userId="d3c3af45359772bc" providerId="LiveId" clId="{51808E07-277C-4E60-B177-FC7F3AD481C9}" dt="2020-02-20T06:23:59.215" v="1137" actId="478"/>
          <ac:grpSpMkLst>
            <pc:docMk/>
            <pc:sldMk cId="443953781" sldId="260"/>
            <ac:grpSpMk id="18" creationId="{7E398B3F-A972-49E5-B942-64C16425C84F}"/>
          </ac:grpSpMkLst>
        </pc:grpChg>
        <pc:graphicFrameChg chg="add del mod">
          <ac:chgData name="达 周" userId="d3c3af45359772bc" providerId="LiveId" clId="{51808E07-277C-4E60-B177-FC7F3AD481C9}" dt="2020-01-22T13:09:44.809" v="239" actId="478"/>
          <ac:graphicFrameMkLst>
            <pc:docMk/>
            <pc:sldMk cId="443953781" sldId="260"/>
            <ac:graphicFrameMk id="4" creationId="{FE44F78C-92A9-46D1-A8AC-7A7F54A5313E}"/>
          </ac:graphicFrameMkLst>
        </pc:graphicFrameChg>
        <pc:graphicFrameChg chg="add mod">
          <ac:chgData name="达 周" userId="d3c3af45359772bc" providerId="LiveId" clId="{51808E07-277C-4E60-B177-FC7F3AD481C9}" dt="2020-02-20T11:13:38.433" v="1867"/>
          <ac:graphicFrameMkLst>
            <pc:docMk/>
            <pc:sldMk cId="443953781" sldId="260"/>
            <ac:graphicFrameMk id="5" creationId="{2B2C13F2-684A-4F1C-8F00-F9D2AE246006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9" creationId="{25B72555-B5E6-4D9C-8F29-660DDA8CD8BD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1" creationId="{FCA4BDB7-A6A0-41D5-8A2B-F0ED6104FF00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2" creationId="{9387B4A1-11B5-4043-9238-068EE196A9B4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5" creationId="{A0D3C77B-A867-44E7-A518-F60F49EBA542}"/>
          </ac:graphicFrameMkLst>
        </pc:graphicFrameChg>
        <pc:graphicFrameChg chg="add mod">
          <ac:chgData name="达 周" userId="d3c3af45359772bc" providerId="LiveId" clId="{51808E07-277C-4E60-B177-FC7F3AD481C9}" dt="2020-02-01T10:59:28.569" v="270" actId="1076"/>
          <ac:graphicFrameMkLst>
            <pc:docMk/>
            <pc:sldMk cId="443953781" sldId="260"/>
            <ac:graphicFrameMk id="17" creationId="{2B182F70-DFCD-4617-9D26-7F1F3EA5BFB5}"/>
          </ac:graphicFrameMkLst>
        </pc:graphicFrameChg>
        <pc:picChg chg="add mod">
          <ac:chgData name="达 周" userId="d3c3af45359772bc" providerId="LiveId" clId="{51808E07-277C-4E60-B177-FC7F3AD481C9}" dt="2020-02-20T06:38:17.763" v="1140" actId="1076"/>
          <ac:picMkLst>
            <pc:docMk/>
            <pc:sldMk cId="443953781" sldId="260"/>
            <ac:picMk id="3" creationId="{9114EE73-48E1-4792-BAAF-48512BCA27BD}"/>
          </ac:picMkLst>
        </pc:picChg>
        <pc:picChg chg="add mod">
          <ac:chgData name="达 周" userId="d3c3af45359772bc" providerId="LiveId" clId="{51808E07-277C-4E60-B177-FC7F3AD481C9}" dt="2020-02-20T06:44:56.020" v="1146" actId="14100"/>
          <ac:picMkLst>
            <pc:docMk/>
            <pc:sldMk cId="443953781" sldId="260"/>
            <ac:picMk id="4" creationId="{93712695-E120-46FD-9B5A-C7981A14EDF0}"/>
          </ac:picMkLst>
        </pc:picChg>
      </pc:sldChg>
      <pc:sldChg chg="addSp delSp modSp add del ord">
        <pc:chgData name="达 周" userId="d3c3af45359772bc" providerId="LiveId" clId="{51808E07-277C-4E60-B177-FC7F3AD481C9}" dt="2020-02-01T12:45:58.225" v="594" actId="47"/>
        <pc:sldMkLst>
          <pc:docMk/>
          <pc:sldMk cId="776593766" sldId="261"/>
        </pc:sldMkLst>
        <pc:spChg chg="del mod">
          <ac:chgData name="达 周" userId="d3c3af45359772bc" providerId="LiveId" clId="{51808E07-277C-4E60-B177-FC7F3AD481C9}" dt="2020-01-22T13:29:40.824" v="254" actId="478"/>
          <ac:spMkLst>
            <pc:docMk/>
            <pc:sldMk cId="776593766" sldId="261"/>
            <ac:spMk id="2" creationId="{EB8590A8-9D2C-4CE0-A16D-FFF639E6004A}"/>
          </ac:spMkLst>
        </pc:spChg>
        <pc:spChg chg="del">
          <ac:chgData name="达 周" userId="d3c3af45359772bc" providerId="LiveId" clId="{51808E07-277C-4E60-B177-FC7F3AD481C9}" dt="2020-01-22T13:29:42.957" v="255" actId="478"/>
          <ac:spMkLst>
            <pc:docMk/>
            <pc:sldMk cId="776593766" sldId="261"/>
            <ac:spMk id="3" creationId="{ACA35D87-96BF-4F14-AF4C-F8A178939B22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4" creationId="{2FC156AC-BA12-4E3E-A77E-2D01FD9B3D03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6" creationId="{D17F6B46-AD76-44BB-B48C-23BEE51B296D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9" creationId="{AA063FF1-8C30-4B8A-AF1A-017C389D5741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10" creationId="{DE9A4A48-371C-4230-A2A7-CC1DD17C7A61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12" creationId="{F66F740D-F636-49BE-9F93-721B24E23BC4}"/>
          </ac:spMkLst>
        </pc:sp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5" creationId="{1D911A90-5E57-44B4-9E9E-0BE20A88C012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7" creationId="{D596C775-A7BC-4712-A068-8DB5901C4DBA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8" creationId="{4373A39A-990F-4CBE-B6B7-0D50CB94EC8A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11" creationId="{7E03F148-7FDA-4322-8C0D-B41CE587A677}"/>
          </ac:graphicFrameMkLst>
        </pc:graphicFrameChg>
      </pc:sldChg>
      <pc:sldChg chg="addSp delSp modSp add">
        <pc:chgData name="达 周" userId="d3c3af45359772bc" providerId="LiveId" clId="{51808E07-277C-4E60-B177-FC7F3AD481C9}" dt="2020-02-01T11:03:30.892" v="303"/>
        <pc:sldMkLst>
          <pc:docMk/>
          <pc:sldMk cId="355649471" sldId="262"/>
        </pc:sldMkLst>
        <pc:spChg chg="mod">
          <ac:chgData name="达 周" userId="d3c3af45359772bc" providerId="LiveId" clId="{51808E07-277C-4E60-B177-FC7F3AD481C9}" dt="2020-02-01T11:02:52.324" v="299" actId="20577"/>
          <ac:spMkLst>
            <pc:docMk/>
            <pc:sldMk cId="355649471" sldId="262"/>
            <ac:spMk id="2" creationId="{F63DEFE4-4786-4941-9743-40885B6DDD48}"/>
          </ac:spMkLst>
        </pc:spChg>
        <pc:spChg chg="del">
          <ac:chgData name="达 周" userId="d3c3af45359772bc" providerId="LiveId" clId="{51808E07-277C-4E60-B177-FC7F3AD481C9}" dt="2020-02-01T11:01:41.009" v="274"/>
          <ac:spMkLst>
            <pc:docMk/>
            <pc:sldMk cId="355649471" sldId="262"/>
            <ac:spMk id="3" creationId="{1B7D21AC-075C-4F61-A624-6F07829A20AA}"/>
          </ac:spMkLst>
        </pc:spChg>
        <pc:graphicFrameChg chg="add mod">
          <ac:chgData name="达 周" userId="d3c3af45359772bc" providerId="LiveId" clId="{51808E07-277C-4E60-B177-FC7F3AD481C9}" dt="2020-02-01T11:03:30.892" v="303"/>
          <ac:graphicFrameMkLst>
            <pc:docMk/>
            <pc:sldMk cId="355649471" sldId="262"/>
            <ac:graphicFrameMk id="4" creationId="{01001397-0D6C-4B4B-B957-C004EEED860C}"/>
          </ac:graphicFrameMkLst>
        </pc:graphicFrameChg>
      </pc:sldChg>
      <pc:sldChg chg="addSp delSp modSp add">
        <pc:chgData name="达 周" userId="d3c3af45359772bc" providerId="LiveId" clId="{51808E07-277C-4E60-B177-FC7F3AD481C9}" dt="2020-02-20T07:17:56.645" v="1417"/>
        <pc:sldMkLst>
          <pc:docMk/>
          <pc:sldMk cId="480724547" sldId="263"/>
        </pc:sldMkLst>
        <pc:spChg chg="mod">
          <ac:chgData name="达 周" userId="d3c3af45359772bc" providerId="LiveId" clId="{51808E07-277C-4E60-B177-FC7F3AD481C9}" dt="2020-02-01T11:22:27.660" v="380" actId="20577"/>
          <ac:spMkLst>
            <pc:docMk/>
            <pc:sldMk cId="480724547" sldId="263"/>
            <ac:spMk id="2" creationId="{B0B773BB-1058-43E3-8847-B39C54158942}"/>
          </ac:spMkLst>
        </pc:spChg>
        <pc:spChg chg="add del mod">
          <ac:chgData name="达 周" userId="d3c3af45359772bc" providerId="LiveId" clId="{51808E07-277C-4E60-B177-FC7F3AD481C9}" dt="2020-02-20T07:13:46.876" v="1290" actId="478"/>
          <ac:spMkLst>
            <pc:docMk/>
            <pc:sldMk cId="480724547" sldId="263"/>
            <ac:spMk id="3" creationId="{94838D03-8D4B-4ECC-8C4D-C48688FC95FA}"/>
          </ac:spMkLst>
        </pc:spChg>
        <pc:spChg chg="del">
          <ac:chgData name="达 周" userId="d3c3af45359772bc" providerId="LiveId" clId="{51808E07-277C-4E60-B177-FC7F3AD481C9}" dt="2020-02-01T11:24:25.771" v="384" actId="478"/>
          <ac:spMkLst>
            <pc:docMk/>
            <pc:sldMk cId="480724547" sldId="263"/>
            <ac:spMk id="3" creationId="{CA1A68A8-8F73-4474-B6F6-DDD666F13205}"/>
          </ac:spMkLst>
        </pc:spChg>
        <pc:spChg chg="add del mod">
          <ac:chgData name="达 周" userId="d3c3af45359772bc" providerId="LiveId" clId="{51808E07-277C-4E60-B177-FC7F3AD481C9}" dt="2020-02-20T07:16:41.804" v="1390" actId="478"/>
          <ac:spMkLst>
            <pc:docMk/>
            <pc:sldMk cId="480724547" sldId="263"/>
            <ac:spMk id="5" creationId="{7D0A7496-CD61-4CB9-8AB6-C5F424E2E18C}"/>
          </ac:spMkLst>
        </pc:spChg>
        <pc:graphicFrameChg chg="add mod">
          <ac:chgData name="达 周" userId="d3c3af45359772bc" providerId="LiveId" clId="{51808E07-277C-4E60-B177-FC7F3AD481C9}" dt="2020-02-20T07:17:56.645" v="1417"/>
          <ac:graphicFrameMkLst>
            <pc:docMk/>
            <pc:sldMk cId="480724547" sldId="263"/>
            <ac:graphicFrameMk id="4" creationId="{CAC950DC-28D8-4EEA-8321-9B6BAED1794A}"/>
          </ac:graphicFrameMkLst>
        </pc:graphicFrameChg>
      </pc:sldChg>
      <pc:sldChg chg="addSp delSp modSp add">
        <pc:chgData name="达 周" userId="d3c3af45359772bc" providerId="LiveId" clId="{51808E07-277C-4E60-B177-FC7F3AD481C9}" dt="2020-02-20T08:40:35.308" v="1509" actId="14100"/>
        <pc:sldMkLst>
          <pc:docMk/>
          <pc:sldMk cId="3845904431" sldId="264"/>
        </pc:sldMkLst>
        <pc:spChg chg="mod">
          <ac:chgData name="达 周" userId="d3c3af45359772bc" providerId="LiveId" clId="{51808E07-277C-4E60-B177-FC7F3AD481C9}" dt="2020-02-20T08:40:12.274" v="1504" actId="20577"/>
          <ac:spMkLst>
            <pc:docMk/>
            <pc:sldMk cId="3845904431" sldId="264"/>
            <ac:spMk id="2" creationId="{9D6F0ABB-79BF-40CB-8302-327B79F399EC}"/>
          </ac:spMkLst>
        </pc:spChg>
        <pc:spChg chg="del">
          <ac:chgData name="达 周" userId="d3c3af45359772bc" providerId="LiveId" clId="{51808E07-277C-4E60-B177-FC7F3AD481C9}" dt="2020-02-01T11:35:30.066" v="437"/>
          <ac:spMkLst>
            <pc:docMk/>
            <pc:sldMk cId="3845904431" sldId="264"/>
            <ac:spMk id="3" creationId="{13AD29D5-A728-4846-82F7-345D222B779A}"/>
          </ac:spMkLst>
        </pc:spChg>
        <pc:picChg chg="add mod">
          <ac:chgData name="达 周" userId="d3c3af45359772bc" providerId="LiveId" clId="{51808E07-277C-4E60-B177-FC7F3AD481C9}" dt="2020-02-20T08:40:20.805" v="1505" actId="14100"/>
          <ac:picMkLst>
            <pc:docMk/>
            <pc:sldMk cId="3845904431" sldId="264"/>
            <ac:picMk id="4" creationId="{DEC4701A-9E4E-4EA2-BF3D-2D7F0BB5C50E}"/>
          </ac:picMkLst>
        </pc:picChg>
        <pc:picChg chg="add mod">
          <ac:chgData name="达 周" userId="d3c3af45359772bc" providerId="LiveId" clId="{51808E07-277C-4E60-B177-FC7F3AD481C9}" dt="2020-02-20T08:40:35.308" v="1509" actId="14100"/>
          <ac:picMkLst>
            <pc:docMk/>
            <pc:sldMk cId="3845904431" sldId="264"/>
            <ac:picMk id="5" creationId="{C5E7F887-E98A-440F-BB9F-5A066AC48618}"/>
          </ac:picMkLst>
        </pc:picChg>
      </pc:sldChg>
      <pc:sldChg chg="addSp delSp modSp add">
        <pc:chgData name="达 周" userId="d3c3af45359772bc" providerId="LiveId" clId="{51808E07-277C-4E60-B177-FC7F3AD481C9}" dt="2020-02-20T08:39:28.425" v="1455" actId="478"/>
        <pc:sldMkLst>
          <pc:docMk/>
          <pc:sldMk cId="3145132579" sldId="265"/>
        </pc:sldMkLst>
        <pc:spChg chg="del mod">
          <ac:chgData name="达 周" userId="d3c3af45359772bc" providerId="LiveId" clId="{51808E07-277C-4E60-B177-FC7F3AD481C9}" dt="2020-02-20T08:34:12.470" v="1428" actId="478"/>
          <ac:spMkLst>
            <pc:docMk/>
            <pc:sldMk cId="3145132579" sldId="265"/>
            <ac:spMk id="2" creationId="{D516C5D9-04B8-4915-94A3-571747775A48}"/>
          </ac:spMkLst>
        </pc:spChg>
        <pc:spChg chg="mod">
          <ac:chgData name="达 周" userId="d3c3af45359772bc" providerId="LiveId" clId="{51808E07-277C-4E60-B177-FC7F3AD481C9}" dt="2020-02-20T08:37:11.358" v="1440" actId="1076"/>
          <ac:spMkLst>
            <pc:docMk/>
            <pc:sldMk cId="3145132579" sldId="265"/>
            <ac:spMk id="3" creationId="{34DFF260-B1E0-431A-84DA-2BB28B4B448D}"/>
          </ac:spMkLst>
        </pc:spChg>
        <pc:graphicFrameChg chg="add del mod">
          <ac:chgData name="达 周" userId="d3c3af45359772bc" providerId="LiveId" clId="{51808E07-277C-4E60-B177-FC7F3AD481C9}" dt="2020-02-20T08:39:28.425" v="1455" actId="478"/>
          <ac:graphicFrameMkLst>
            <pc:docMk/>
            <pc:sldMk cId="3145132579" sldId="265"/>
            <ac:graphicFrameMk id="4" creationId="{2C48EF79-2866-481C-8834-4539B7CEFF4D}"/>
          </ac:graphicFrameMkLst>
        </pc:graphicFrameChg>
      </pc:sldChg>
      <pc:sldChg chg="addSp delSp modSp add del">
        <pc:chgData name="达 周" userId="d3c3af45359772bc" providerId="LiveId" clId="{51808E07-277C-4E60-B177-FC7F3AD481C9}" dt="2020-02-01T12:24:09.838" v="512" actId="47"/>
        <pc:sldMkLst>
          <pc:docMk/>
          <pc:sldMk cId="273279427" sldId="266"/>
        </pc:sldMkLst>
        <pc:spChg chg="mod">
          <ac:chgData name="达 周" userId="d3c3af45359772bc" providerId="LiveId" clId="{51808E07-277C-4E60-B177-FC7F3AD481C9}" dt="2020-02-01T12:13:35.583" v="486" actId="20577"/>
          <ac:spMkLst>
            <pc:docMk/>
            <pc:sldMk cId="273279427" sldId="266"/>
            <ac:spMk id="2" creationId="{563EC0BD-67CF-4B8D-BADD-409C21AF6BCB}"/>
          </ac:spMkLst>
        </pc:spChg>
        <pc:spChg chg="del">
          <ac:chgData name="达 周" userId="d3c3af45359772bc" providerId="LiveId" clId="{51808E07-277C-4E60-B177-FC7F3AD481C9}" dt="2020-02-01T12:13:23.002" v="482" actId="478"/>
          <ac:spMkLst>
            <pc:docMk/>
            <pc:sldMk cId="273279427" sldId="266"/>
            <ac:spMk id="3" creationId="{28875EBB-97D3-4E84-8EC8-F18B083EBE31}"/>
          </ac:spMkLst>
        </pc:spChg>
        <pc:spChg chg="add del mod">
          <ac:chgData name="达 周" userId="d3c3af45359772bc" providerId="LiveId" clId="{51808E07-277C-4E60-B177-FC7F3AD481C9}" dt="2020-02-01T12:13:25.849" v="483" actId="478"/>
          <ac:spMkLst>
            <pc:docMk/>
            <pc:sldMk cId="273279427" sldId="266"/>
            <ac:spMk id="4" creationId="{9848815A-C4CA-4AE9-8868-0B414DB9F299}"/>
          </ac:spMkLst>
        </pc:spChg>
      </pc:sldChg>
      <pc:sldChg chg="modSp add del">
        <pc:chgData name="达 周" userId="d3c3af45359772bc" providerId="LiveId" clId="{51808E07-277C-4E60-B177-FC7F3AD481C9}" dt="2020-02-01T12:24:11.519" v="513" actId="47"/>
        <pc:sldMkLst>
          <pc:docMk/>
          <pc:sldMk cId="2201960956" sldId="267"/>
        </pc:sldMkLst>
        <pc:spChg chg="mod">
          <ac:chgData name="达 周" userId="d3c3af45359772bc" providerId="LiveId" clId="{51808E07-277C-4E60-B177-FC7F3AD481C9}" dt="2020-02-01T12:13:49.680" v="498" actId="20577"/>
          <ac:spMkLst>
            <pc:docMk/>
            <pc:sldMk cId="2201960956" sldId="267"/>
            <ac:spMk id="2" creationId="{563EC0BD-67CF-4B8D-BADD-409C21AF6BCB}"/>
          </ac:spMkLst>
        </pc:spChg>
      </pc:sldChg>
      <pc:sldChg chg="addSp modSp add ord">
        <pc:chgData name="达 周" userId="d3c3af45359772bc" providerId="LiveId" clId="{51808E07-277C-4E60-B177-FC7F3AD481C9}" dt="2020-02-01T13:07:06.946" v="669" actId="20577"/>
        <pc:sldMkLst>
          <pc:docMk/>
          <pc:sldMk cId="578546234" sldId="268"/>
        </pc:sldMkLst>
        <pc:spChg chg="mod">
          <ac:chgData name="达 周" userId="d3c3af45359772bc" providerId="LiveId" clId="{51808E07-277C-4E60-B177-FC7F3AD481C9}" dt="2020-02-01T13:07:06.946" v="669" actId="20577"/>
          <ac:spMkLst>
            <pc:docMk/>
            <pc:sldMk cId="578546234" sldId="268"/>
            <ac:spMk id="2" creationId="{563EC0BD-67CF-4B8D-BADD-409C21AF6BCB}"/>
          </ac:spMkLst>
        </pc:spChg>
        <pc:picChg chg="add mod">
          <ac:chgData name="达 周" userId="d3c3af45359772bc" providerId="LiveId" clId="{51808E07-277C-4E60-B177-FC7F3AD481C9}" dt="2020-02-01T13:05:52.948" v="665" actId="1076"/>
          <ac:picMkLst>
            <pc:docMk/>
            <pc:sldMk cId="578546234" sldId="268"/>
            <ac:picMk id="3" creationId="{703DF3E7-8ABF-4F78-B537-DF4C80B1CF25}"/>
          </ac:picMkLst>
        </pc:picChg>
        <pc:picChg chg="add mod">
          <ac:chgData name="达 周" userId="d3c3af45359772bc" providerId="LiveId" clId="{51808E07-277C-4E60-B177-FC7F3AD481C9}" dt="2020-02-01T13:05:54.463" v="666" actId="1076"/>
          <ac:picMkLst>
            <pc:docMk/>
            <pc:sldMk cId="578546234" sldId="268"/>
            <ac:picMk id="4" creationId="{7A52CCEC-0440-4C79-BF95-8CA3FA43BDDC}"/>
          </ac:picMkLst>
        </pc:picChg>
      </pc:sldChg>
      <pc:sldChg chg="addSp delSp modSp add">
        <pc:chgData name="达 周" userId="d3c3af45359772bc" providerId="LiveId" clId="{51808E07-277C-4E60-B177-FC7F3AD481C9}" dt="2020-02-20T11:36:30.020" v="1897" actId="20577"/>
        <pc:sldMkLst>
          <pc:docMk/>
          <pc:sldMk cId="4122476328" sldId="269"/>
        </pc:sldMkLst>
        <pc:spChg chg="mod">
          <ac:chgData name="达 周" userId="d3c3af45359772bc" providerId="LiveId" clId="{51808E07-277C-4E60-B177-FC7F3AD481C9}" dt="2020-02-20T11:36:30.020" v="1897" actId="20577"/>
          <ac:spMkLst>
            <pc:docMk/>
            <pc:sldMk cId="4122476328" sldId="269"/>
            <ac:spMk id="2" creationId="{B760F347-D334-4A19-ADA0-32CB06D9DFF9}"/>
          </ac:spMkLst>
        </pc:spChg>
        <pc:spChg chg="del">
          <ac:chgData name="达 周" userId="d3c3af45359772bc" providerId="LiveId" clId="{51808E07-277C-4E60-B177-FC7F3AD481C9}" dt="2020-02-01T12:45:44.388" v="593" actId="478"/>
          <ac:spMkLst>
            <pc:docMk/>
            <pc:sldMk cId="4122476328" sldId="269"/>
            <ac:spMk id="3" creationId="{3744E1A0-ADFE-421F-A373-D70AA4DDB596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4" creationId="{D249CD31-29B9-4930-AD50-B43532EACC33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6" creationId="{38639334-76DB-4691-BC1B-6364A28896D4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9" creationId="{6221F7FD-9768-4799-87B3-FB1918A76662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10" creationId="{4C0E4860-59B7-4D1D-9FAB-FCF1628D551E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12" creationId="{E360354A-04D4-4D33-AA86-29AC70704E53}"/>
          </ac:spMkLst>
        </pc:sp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5" creationId="{DEE3436D-43AB-45EF-AF57-9E15AD70ACFC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7" creationId="{1A9867B5-D7C0-4180-B34B-2F20BE626FDC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8" creationId="{9117A9E9-2A02-48BF-A8AC-3C5322956369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11" creationId="{19E9ECBB-D7EC-4A06-B8BC-12B28E8224CF}"/>
          </ac:graphicFrameMkLst>
        </pc:graphicFrameChg>
      </pc:sldChg>
      <pc:sldChg chg="addSp delSp modSp add">
        <pc:chgData name="达 周" userId="d3c3af45359772bc" providerId="LiveId" clId="{51808E07-277C-4E60-B177-FC7F3AD481C9}" dt="2020-02-20T13:47:49.841" v="2818"/>
        <pc:sldMkLst>
          <pc:docMk/>
          <pc:sldMk cId="3253475589" sldId="270"/>
        </pc:sldMkLst>
        <pc:spChg chg="mod">
          <ac:chgData name="达 周" userId="d3c3af45359772bc" providerId="LiveId" clId="{51808E07-277C-4E60-B177-FC7F3AD481C9}" dt="2020-02-20T11:36:56.848" v="1901" actId="20577"/>
          <ac:spMkLst>
            <pc:docMk/>
            <pc:sldMk cId="3253475589" sldId="270"/>
            <ac:spMk id="2" creationId="{2867BA4F-CA41-4C52-B8BD-74397DA8B417}"/>
          </ac:spMkLst>
        </pc:spChg>
        <pc:spChg chg="del">
          <ac:chgData name="达 周" userId="d3c3af45359772bc" providerId="LiveId" clId="{51808E07-277C-4E60-B177-FC7F3AD481C9}" dt="2020-02-01T12:49:36.406" v="601" actId="478"/>
          <ac:spMkLst>
            <pc:docMk/>
            <pc:sldMk cId="3253475589" sldId="270"/>
            <ac:spMk id="3" creationId="{54E6F0A3-4689-4046-8EF7-1528088DDBB9}"/>
          </ac:spMkLst>
        </pc:spChg>
        <pc:spChg chg="add del mod">
          <ac:chgData name="达 周" userId="d3c3af45359772bc" providerId="LiveId" clId="{51808E07-277C-4E60-B177-FC7F3AD481C9}" dt="2020-02-20T08:59:48.857" v="1660" actId="478"/>
          <ac:spMkLst>
            <pc:docMk/>
            <pc:sldMk cId="3253475589" sldId="270"/>
            <ac:spMk id="3" creationId="{A44F3824-275F-4829-AB19-F7702701E7C7}"/>
          </ac:spMkLst>
        </pc:spChg>
        <pc:graphicFrameChg chg="add mod">
          <ac:chgData name="达 周" userId="d3c3af45359772bc" providerId="LiveId" clId="{51808E07-277C-4E60-B177-FC7F3AD481C9}" dt="2020-02-20T13:47:49.841" v="2818"/>
          <ac:graphicFrameMkLst>
            <pc:docMk/>
            <pc:sldMk cId="3253475589" sldId="270"/>
            <ac:graphicFrameMk id="4" creationId="{D470CE5C-CE49-4CD3-8779-98DECB260944}"/>
          </ac:graphicFrameMkLst>
        </pc:graphicFrameChg>
      </pc:sldChg>
      <pc:sldChg chg="modSp add del">
        <pc:chgData name="达 周" userId="d3c3af45359772bc" providerId="LiveId" clId="{51808E07-277C-4E60-B177-FC7F3AD481C9}" dt="2020-02-01T13:04:22.866" v="659" actId="47"/>
        <pc:sldMkLst>
          <pc:docMk/>
          <pc:sldMk cId="1464417494" sldId="271"/>
        </pc:sldMkLst>
        <pc:spChg chg="mod">
          <ac:chgData name="达 周" userId="d3c3af45359772bc" providerId="LiveId" clId="{51808E07-277C-4E60-B177-FC7F3AD481C9}" dt="2020-02-01T12:59:45.749" v="627" actId="20577"/>
          <ac:spMkLst>
            <pc:docMk/>
            <pc:sldMk cId="1464417494" sldId="271"/>
            <ac:spMk id="2" creationId="{63BEA71D-0183-49EE-BA2B-07F6368CF561}"/>
          </ac:spMkLst>
        </pc:spChg>
        <pc:spChg chg="mod">
          <ac:chgData name="达 周" userId="d3c3af45359772bc" providerId="LiveId" clId="{51808E07-277C-4E60-B177-FC7F3AD481C9}" dt="2020-02-01T12:59:54.005" v="654" actId="20577"/>
          <ac:spMkLst>
            <pc:docMk/>
            <pc:sldMk cId="1464417494" sldId="271"/>
            <ac:spMk id="3" creationId="{D5819508-4F5A-4D6B-AB49-B823EEFB5EFC}"/>
          </ac:spMkLst>
        </pc:spChg>
      </pc:sldChg>
      <pc:sldChg chg="addSp modSp add ord">
        <pc:chgData name="达 周" userId="d3c3af45359772bc" providerId="LiveId" clId="{51808E07-277C-4E60-B177-FC7F3AD481C9}" dt="2020-02-20T09:02:36.351" v="1673"/>
        <pc:sldMkLst>
          <pc:docMk/>
          <pc:sldMk cId="3397830263" sldId="271"/>
        </pc:sldMkLst>
        <pc:spChg chg="mod">
          <ac:chgData name="达 周" userId="d3c3af45359772bc" providerId="LiveId" clId="{51808E07-277C-4E60-B177-FC7F3AD481C9}" dt="2020-02-20T09:02:20.747" v="1671" actId="20577"/>
          <ac:spMkLst>
            <pc:docMk/>
            <pc:sldMk cId="3397830263" sldId="271"/>
            <ac:spMk id="2" creationId="{DAA676A9-0524-489C-B328-523CB3151403}"/>
          </ac:spMkLst>
        </pc:spChg>
        <pc:spChg chg="mod">
          <ac:chgData name="达 周" userId="d3c3af45359772bc" providerId="LiveId" clId="{51808E07-277C-4E60-B177-FC7F3AD481C9}" dt="2020-02-01T13:15:28.561" v="838" actId="20577"/>
          <ac:spMkLst>
            <pc:docMk/>
            <pc:sldMk cId="3397830263" sldId="271"/>
            <ac:spMk id="3" creationId="{1D5873B1-9E23-4CEB-9156-99263D786C17}"/>
          </ac:spMkLst>
        </pc:spChg>
        <pc:graphicFrameChg chg="add mod">
          <ac:chgData name="达 周" userId="d3c3af45359772bc" providerId="LiveId" clId="{51808E07-277C-4E60-B177-FC7F3AD481C9}" dt="2020-02-01T13:11:56.659" v="806" actId="1076"/>
          <ac:graphicFrameMkLst>
            <pc:docMk/>
            <pc:sldMk cId="3397830263" sldId="271"/>
            <ac:graphicFrameMk id="4" creationId="{DE8E6795-ECD9-487F-90EA-A6AB8AFE2354}"/>
          </ac:graphicFrameMkLst>
        </pc:graphicFrameChg>
        <pc:graphicFrameChg chg="add mod">
          <ac:chgData name="达 周" userId="d3c3af45359772bc" providerId="LiveId" clId="{51808E07-277C-4E60-B177-FC7F3AD481C9}" dt="2020-02-01T13:14:36.199" v="817" actId="1076"/>
          <ac:graphicFrameMkLst>
            <pc:docMk/>
            <pc:sldMk cId="3397830263" sldId="271"/>
            <ac:graphicFrameMk id="5" creationId="{83ECC2B5-8430-47C2-A0EF-F8C7E3C9E5B2}"/>
          </ac:graphicFrameMkLst>
        </pc:graphicFrameChg>
        <pc:graphicFrameChg chg="add mod">
          <ac:chgData name="达 周" userId="d3c3af45359772bc" providerId="LiveId" clId="{51808E07-277C-4E60-B177-FC7F3AD481C9}" dt="2020-02-01T13:12:44.863" v="814"/>
          <ac:graphicFrameMkLst>
            <pc:docMk/>
            <pc:sldMk cId="3397830263" sldId="271"/>
            <ac:graphicFrameMk id="6" creationId="{C6E7B54D-D20F-4F6C-B2FF-1D402A639C61}"/>
          </ac:graphicFrameMkLst>
        </pc:graphicFrameChg>
      </pc:sldChg>
      <pc:sldChg chg="addSp delSp modSp add">
        <pc:chgData name="达 周" userId="d3c3af45359772bc" providerId="LiveId" clId="{51808E07-277C-4E60-B177-FC7F3AD481C9}" dt="2020-02-20T11:45:26.533" v="2096" actId="20577"/>
        <pc:sldMkLst>
          <pc:docMk/>
          <pc:sldMk cId="631601641" sldId="272"/>
        </pc:sldMkLst>
        <pc:spChg chg="mod">
          <ac:chgData name="达 周" userId="d3c3af45359772bc" providerId="LiveId" clId="{51808E07-277C-4E60-B177-FC7F3AD481C9}" dt="2020-02-20T11:45:26.533" v="2096" actId="20577"/>
          <ac:spMkLst>
            <pc:docMk/>
            <pc:sldMk cId="631601641" sldId="272"/>
            <ac:spMk id="2" creationId="{562C74CA-705C-41EB-95FF-6F33DAC3D28B}"/>
          </ac:spMkLst>
        </pc:spChg>
        <pc:spChg chg="del">
          <ac:chgData name="达 周" userId="d3c3af45359772bc" providerId="LiveId" clId="{51808E07-277C-4E60-B177-FC7F3AD481C9}" dt="2020-02-01T13:18:00.773" v="841"/>
          <ac:spMkLst>
            <pc:docMk/>
            <pc:sldMk cId="631601641" sldId="272"/>
            <ac:spMk id="3" creationId="{48E90CFF-156E-42C2-BBAF-B8471FC5FD97}"/>
          </ac:spMkLst>
        </pc:spChg>
        <pc:picChg chg="add mod">
          <ac:chgData name="达 周" userId="d3c3af45359772bc" providerId="LiveId" clId="{51808E07-277C-4E60-B177-FC7F3AD481C9}" dt="2020-02-01T13:18:03.301" v="842" actId="1076"/>
          <ac:picMkLst>
            <pc:docMk/>
            <pc:sldMk cId="631601641" sldId="272"/>
            <ac:picMk id="4" creationId="{C5089BB5-4E5A-460F-B01A-FA88F06D66BE}"/>
          </ac:picMkLst>
        </pc:picChg>
      </pc:sldChg>
      <pc:sldChg chg="add">
        <pc:chgData name="达 周" userId="d3c3af45359772bc" providerId="LiveId" clId="{51808E07-277C-4E60-B177-FC7F3AD481C9}" dt="2020-02-20T05:46:08.708" v="885"/>
        <pc:sldMkLst>
          <pc:docMk/>
          <pc:sldMk cId="1309047683" sldId="273"/>
        </pc:sldMkLst>
      </pc:sldChg>
      <pc:sldChg chg="addSp delSp modSp add">
        <pc:chgData name="达 周" userId="d3c3af45359772bc" providerId="LiveId" clId="{51808E07-277C-4E60-B177-FC7F3AD481C9}" dt="2020-02-20T06:06:02.327" v="1041" actId="478"/>
        <pc:sldMkLst>
          <pc:docMk/>
          <pc:sldMk cId="1588731519" sldId="274"/>
        </pc:sldMkLst>
        <pc:spChg chg="mod">
          <ac:chgData name="达 周" userId="d3c3af45359772bc" providerId="LiveId" clId="{51808E07-277C-4E60-B177-FC7F3AD481C9}" dt="2020-02-20T05:48:33.096" v="914" actId="20577"/>
          <ac:spMkLst>
            <pc:docMk/>
            <pc:sldMk cId="1588731519" sldId="274"/>
            <ac:spMk id="2" creationId="{64937193-3895-469E-BB0D-4E30AC4C15B5}"/>
          </ac:spMkLst>
        </pc:spChg>
        <pc:spChg chg="del">
          <ac:chgData name="达 周" userId="d3c3af45359772bc" providerId="LiveId" clId="{51808E07-277C-4E60-B177-FC7F3AD481C9}" dt="2020-02-20T05:56:39.996" v="919" actId="478"/>
          <ac:spMkLst>
            <pc:docMk/>
            <pc:sldMk cId="1588731519" sldId="274"/>
            <ac:spMk id="3" creationId="{E59A590B-B87A-4DCD-A001-838A2EFB6393}"/>
          </ac:spMkLst>
        </pc:spChg>
        <pc:spChg chg="add del mod">
          <ac:chgData name="达 周" userId="d3c3af45359772bc" providerId="LiveId" clId="{51808E07-277C-4E60-B177-FC7F3AD481C9}" dt="2020-02-20T06:06:02.327" v="1041" actId="478"/>
          <ac:spMkLst>
            <pc:docMk/>
            <pc:sldMk cId="1588731519" sldId="274"/>
            <ac:spMk id="5" creationId="{73BBFF30-3FC1-4E65-99CA-95A9ADD976A8}"/>
          </ac:spMkLst>
        </pc:spChg>
        <pc:graphicFrameChg chg="add mod">
          <ac:chgData name="达 周" userId="d3c3af45359772bc" providerId="LiveId" clId="{51808E07-277C-4E60-B177-FC7F3AD481C9}" dt="2020-02-20T06:05:16.974" v="1022" actId="1076"/>
          <ac:graphicFrameMkLst>
            <pc:docMk/>
            <pc:sldMk cId="1588731519" sldId="274"/>
            <ac:graphicFrameMk id="4" creationId="{94832365-2824-4586-8453-5BA79D74AE4D}"/>
          </ac:graphicFrameMkLst>
        </pc:graphicFrameChg>
      </pc:sldChg>
      <pc:sldChg chg="addSp delSp modSp add del">
        <pc:chgData name="达 周" userId="d3c3af45359772bc" providerId="LiveId" clId="{51808E07-277C-4E60-B177-FC7F3AD481C9}" dt="2020-02-20T06:06:15.055" v="1042" actId="47"/>
        <pc:sldMkLst>
          <pc:docMk/>
          <pc:sldMk cId="3929640473" sldId="275"/>
        </pc:sldMkLst>
        <pc:spChg chg="add mod">
          <ac:chgData name="达 周" userId="d3c3af45359772bc" providerId="LiveId" clId="{51808E07-277C-4E60-B177-FC7F3AD481C9}" dt="2020-02-20T06:04:47.309" v="1020" actId="20577"/>
          <ac:spMkLst>
            <pc:docMk/>
            <pc:sldMk cId="3929640473" sldId="275"/>
            <ac:spMk id="3" creationId="{3ECCA9A7-66C0-471C-B1D2-580CE2BB3976}"/>
          </ac:spMkLst>
        </pc:spChg>
        <pc:graphicFrameChg chg="del">
          <ac:chgData name="达 周" userId="d3c3af45359772bc" providerId="LiveId" clId="{51808E07-277C-4E60-B177-FC7F3AD481C9}" dt="2020-02-20T06:02:58.079" v="933" actId="478"/>
          <ac:graphicFrameMkLst>
            <pc:docMk/>
            <pc:sldMk cId="3929640473" sldId="275"/>
            <ac:graphicFrameMk id="4" creationId="{94832365-2824-4586-8453-5BA79D74AE4D}"/>
          </ac:graphicFrameMkLst>
        </pc:graphicFrameChg>
      </pc:sldChg>
      <pc:sldChg chg="add">
        <pc:chgData name="达 周" userId="d3c3af45359772bc" providerId="LiveId" clId="{51808E07-277C-4E60-B177-FC7F3AD481C9}" dt="2020-02-20T06:05:57.966" v="1040"/>
        <pc:sldMkLst>
          <pc:docMk/>
          <pc:sldMk cId="1670962102" sldId="276"/>
        </pc:sldMkLst>
      </pc:sldChg>
      <pc:sldChg chg="modSp add">
        <pc:chgData name="达 周" userId="d3c3af45359772bc" providerId="LiveId" clId="{51808E07-277C-4E60-B177-FC7F3AD481C9}" dt="2020-02-20T06:07:57.382" v="1046" actId="1076"/>
        <pc:sldMkLst>
          <pc:docMk/>
          <pc:sldMk cId="2106755353" sldId="277"/>
        </pc:sldMkLst>
        <pc:graphicFrameChg chg="mod">
          <ac:chgData name="达 周" userId="d3c3af45359772bc" providerId="LiveId" clId="{51808E07-277C-4E60-B177-FC7F3AD481C9}" dt="2020-02-20T06:07:57.382" v="1046" actId="1076"/>
          <ac:graphicFrameMkLst>
            <pc:docMk/>
            <pc:sldMk cId="2106755353" sldId="277"/>
            <ac:graphicFrameMk id="5" creationId="{91C4BA3F-ABAC-4687-9C94-E7A7E2E5BD44}"/>
          </ac:graphicFrameMkLst>
        </pc:graphicFrameChg>
      </pc:sldChg>
      <pc:sldChg chg="add">
        <pc:chgData name="达 周" userId="d3c3af45359772bc" providerId="LiveId" clId="{51808E07-277C-4E60-B177-FC7F3AD481C9}" dt="2020-02-20T06:08:41.681" v="1047"/>
        <pc:sldMkLst>
          <pc:docMk/>
          <pc:sldMk cId="2393968693" sldId="278"/>
        </pc:sldMkLst>
      </pc:sldChg>
      <pc:sldChg chg="addSp delSp modSp add">
        <pc:chgData name="达 周" userId="d3c3af45359772bc" providerId="LiveId" clId="{51808E07-277C-4E60-B177-FC7F3AD481C9}" dt="2020-02-20T06:19:56.728" v="1136" actId="1076"/>
        <pc:sldMkLst>
          <pc:docMk/>
          <pc:sldMk cId="2068932076" sldId="279"/>
        </pc:sldMkLst>
        <pc:spChg chg="del mod">
          <ac:chgData name="达 周" userId="d3c3af45359772bc" providerId="LiveId" clId="{51808E07-277C-4E60-B177-FC7F3AD481C9}" dt="2020-02-20T06:12:37.665" v="1060" actId="478"/>
          <ac:spMkLst>
            <pc:docMk/>
            <pc:sldMk cId="2068932076" sldId="279"/>
            <ac:spMk id="2" creationId="{84FF14B4-F245-434C-A1A1-AA81BB1F7612}"/>
          </ac:spMkLst>
        </pc:spChg>
        <pc:spChg chg="del">
          <ac:chgData name="达 周" userId="d3c3af45359772bc" providerId="LiveId" clId="{51808E07-277C-4E60-B177-FC7F3AD481C9}" dt="2020-02-20T06:12:32.397" v="1058"/>
          <ac:spMkLst>
            <pc:docMk/>
            <pc:sldMk cId="2068932076" sldId="279"/>
            <ac:spMk id="3" creationId="{A2DB0618-002F-4EBA-9EF8-2923CD7135D8}"/>
          </ac:spMkLst>
        </pc:spChg>
        <pc:spChg chg="add del mod">
          <ac:chgData name="达 周" userId="d3c3af45359772bc" providerId="LiveId" clId="{51808E07-277C-4E60-B177-FC7F3AD481C9}" dt="2020-02-20T06:12:40.136" v="1061" actId="478"/>
          <ac:spMkLst>
            <pc:docMk/>
            <pc:sldMk cId="2068932076" sldId="279"/>
            <ac:spMk id="6" creationId="{69E2DF1B-ECD9-47F8-A7C0-E048A61F72FE}"/>
          </ac:spMkLst>
        </pc:spChg>
        <pc:spChg chg="add mod">
          <ac:chgData name="达 周" userId="d3c3af45359772bc" providerId="LiveId" clId="{51808E07-277C-4E60-B177-FC7F3AD481C9}" dt="2020-02-20T06:14:11.700" v="1135" actId="20577"/>
          <ac:spMkLst>
            <pc:docMk/>
            <pc:sldMk cId="2068932076" sldId="279"/>
            <ac:spMk id="7" creationId="{9F26EF00-B93E-4C7C-8354-D725640C7508}"/>
          </ac:spMkLst>
        </pc:spChg>
        <pc:picChg chg="add mod">
          <ac:chgData name="达 周" userId="d3c3af45359772bc" providerId="LiveId" clId="{51808E07-277C-4E60-B177-FC7F3AD481C9}" dt="2020-02-20T06:19:56.728" v="1136" actId="1076"/>
          <ac:picMkLst>
            <pc:docMk/>
            <pc:sldMk cId="2068932076" sldId="279"/>
            <ac:picMk id="4" creationId="{3C4D24AA-E81D-4EC9-9811-FB803E054C2D}"/>
          </ac:picMkLst>
        </pc:picChg>
      </pc:sldChg>
      <pc:sldChg chg="addSp delSp modSp add ord">
        <pc:chgData name="达 周" userId="d3c3af45359772bc" providerId="LiveId" clId="{51808E07-277C-4E60-B177-FC7F3AD481C9}" dt="2020-02-20T11:11:33.846" v="1865"/>
        <pc:sldMkLst>
          <pc:docMk/>
          <pc:sldMk cId="970973952" sldId="280"/>
        </pc:sldMkLst>
        <pc:spChg chg="mod">
          <ac:chgData name="达 周" userId="d3c3af45359772bc" providerId="LiveId" clId="{51808E07-277C-4E60-B177-FC7F3AD481C9}" dt="2020-02-20T06:57:12.811" v="1260" actId="1076"/>
          <ac:spMkLst>
            <pc:docMk/>
            <pc:sldMk cId="970973952" sldId="280"/>
            <ac:spMk id="2" creationId="{4ED169B3-64F6-43EA-AF02-B21AA76A6B61}"/>
          </ac:spMkLst>
        </pc:spChg>
        <pc:spChg chg="del mod">
          <ac:chgData name="达 周" userId="d3c3af45359772bc" providerId="LiveId" clId="{51808E07-277C-4E60-B177-FC7F3AD481C9}" dt="2020-02-20T06:57:01.187" v="1257" actId="478"/>
          <ac:spMkLst>
            <pc:docMk/>
            <pc:sldMk cId="970973952" sldId="280"/>
            <ac:spMk id="3" creationId="{918C5740-056A-41D4-B3E7-EE7D7D653399}"/>
          </ac:spMkLst>
        </pc:spChg>
        <pc:spChg chg="add del mod">
          <ac:chgData name="达 周" userId="d3c3af45359772bc" providerId="LiveId" clId="{51808E07-277C-4E60-B177-FC7F3AD481C9}" dt="2020-02-20T06:57:05.006" v="1258" actId="478"/>
          <ac:spMkLst>
            <pc:docMk/>
            <pc:sldMk cId="970973952" sldId="280"/>
            <ac:spMk id="5" creationId="{46C56F56-05DD-41D2-B16C-25EEE606D7B7}"/>
          </ac:spMkLst>
        </pc:spChg>
        <pc:spChg chg="add mod">
          <ac:chgData name="达 周" userId="d3c3af45359772bc" providerId="LiveId" clId="{51808E07-277C-4E60-B177-FC7F3AD481C9}" dt="2020-02-20T06:57:49.429" v="1262" actId="1076"/>
          <ac:spMkLst>
            <pc:docMk/>
            <pc:sldMk cId="970973952" sldId="280"/>
            <ac:spMk id="6" creationId="{6D2F7A81-858F-47CC-B009-EBF17395B0E2}"/>
          </ac:spMkLst>
        </pc:spChg>
      </pc:sldChg>
      <pc:sldChg chg="modSp add">
        <pc:chgData name="达 周" userId="d3c3af45359772bc" providerId="LiveId" clId="{51808E07-277C-4E60-B177-FC7F3AD481C9}" dt="2020-02-20T07:17:52.402" v="1416" actId="255"/>
        <pc:sldMkLst>
          <pc:docMk/>
          <pc:sldMk cId="124632748" sldId="281"/>
        </pc:sldMkLst>
        <pc:spChg chg="mod">
          <ac:chgData name="达 周" userId="d3c3af45359772bc" providerId="LiveId" clId="{51808E07-277C-4E60-B177-FC7F3AD481C9}" dt="2020-02-20T07:17:52.402" v="1416" actId="255"/>
          <ac:spMkLst>
            <pc:docMk/>
            <pc:sldMk cId="124632748" sldId="281"/>
            <ac:spMk id="5" creationId="{7D0A7496-CD61-4CB9-8AB6-C5F424E2E18C}"/>
          </ac:spMkLst>
        </pc:spChg>
      </pc:sldChg>
      <pc:sldChg chg="add ord">
        <pc:chgData name="达 周" userId="d3c3af45359772bc" providerId="LiveId" clId="{51808E07-277C-4E60-B177-FC7F3AD481C9}" dt="2020-02-20T11:35:49.351" v="1893"/>
        <pc:sldMkLst>
          <pc:docMk/>
          <pc:sldMk cId="1471205280" sldId="282"/>
        </pc:sldMkLst>
      </pc:sldChg>
      <pc:sldChg chg="addSp modSp add">
        <pc:chgData name="达 周" userId="d3c3af45359772bc" providerId="LiveId" clId="{51808E07-277C-4E60-B177-FC7F3AD481C9}" dt="2020-02-20T08:57:11.251" v="1649" actId="14100"/>
        <pc:sldMkLst>
          <pc:docMk/>
          <pc:sldMk cId="473848319" sldId="283"/>
        </pc:sldMkLst>
        <pc:spChg chg="mod">
          <ac:chgData name="达 周" userId="d3c3af45359772bc" providerId="LiveId" clId="{51808E07-277C-4E60-B177-FC7F3AD481C9}" dt="2020-02-20T08:52:05.825" v="1523"/>
          <ac:spMkLst>
            <pc:docMk/>
            <pc:sldMk cId="473848319" sldId="283"/>
            <ac:spMk id="2" creationId="{E1A4B5D2-6413-4368-A4D6-31980EBA17C1}"/>
          </ac:spMkLst>
        </pc:spChg>
        <pc:spChg chg="mod">
          <ac:chgData name="达 周" userId="d3c3af45359772bc" providerId="LiveId" clId="{51808E07-277C-4E60-B177-FC7F3AD481C9}" dt="2020-02-20T08:57:05.157" v="1647" actId="20577"/>
          <ac:spMkLst>
            <pc:docMk/>
            <pc:sldMk cId="473848319" sldId="283"/>
            <ac:spMk id="3" creationId="{9953193F-BA58-4189-8A7E-0AF266C8B783}"/>
          </ac:spMkLst>
        </pc:spChg>
        <pc:graphicFrameChg chg="add mod">
          <ac:chgData name="达 周" userId="d3c3af45359772bc" providerId="LiveId" clId="{51808E07-277C-4E60-B177-FC7F3AD481C9}" dt="2020-02-20T08:57:01.884" v="1645" actId="1076"/>
          <ac:graphicFrameMkLst>
            <pc:docMk/>
            <pc:sldMk cId="473848319" sldId="283"/>
            <ac:graphicFrameMk id="4" creationId="{27FD7A38-558D-4910-989A-6CB7F994F117}"/>
          </ac:graphicFrameMkLst>
        </pc:graphicFrameChg>
        <pc:picChg chg="add mod">
          <ac:chgData name="达 周" userId="d3c3af45359772bc" providerId="LiveId" clId="{51808E07-277C-4E60-B177-FC7F3AD481C9}" dt="2020-02-20T08:57:11.251" v="1649" actId="14100"/>
          <ac:picMkLst>
            <pc:docMk/>
            <pc:sldMk cId="473848319" sldId="283"/>
            <ac:picMk id="17410" creationId="{9A6C38BD-205B-4E49-B67D-A7BF3DBF2C71}"/>
          </ac:picMkLst>
        </pc:picChg>
      </pc:sldChg>
      <pc:sldChg chg="addSp delSp modSp add">
        <pc:chgData name="达 周" userId="d3c3af45359772bc" providerId="LiveId" clId="{51808E07-277C-4E60-B177-FC7F3AD481C9}" dt="2020-02-20T09:13:14.055" v="1684" actId="1076"/>
        <pc:sldMkLst>
          <pc:docMk/>
          <pc:sldMk cId="3564860066" sldId="284"/>
        </pc:sldMkLst>
        <pc:spChg chg="mod">
          <ac:chgData name="达 周" userId="d3c3af45359772bc" providerId="LiveId" clId="{51808E07-277C-4E60-B177-FC7F3AD481C9}" dt="2020-02-20T09:08:10.920" v="1675"/>
          <ac:spMkLst>
            <pc:docMk/>
            <pc:sldMk cId="3564860066" sldId="284"/>
            <ac:spMk id="2" creationId="{9E8FA894-E250-4A98-A47C-C61890FF5ABD}"/>
          </ac:spMkLst>
        </pc:spChg>
        <pc:spChg chg="del">
          <ac:chgData name="达 周" userId="d3c3af45359772bc" providerId="LiveId" clId="{51808E07-277C-4E60-B177-FC7F3AD481C9}" dt="2020-02-20T09:12:00.451" v="1679" actId="478"/>
          <ac:spMkLst>
            <pc:docMk/>
            <pc:sldMk cId="3564860066" sldId="284"/>
            <ac:spMk id="3" creationId="{49AF2CEA-E222-495C-8454-6C767974ED7D}"/>
          </ac:spMkLst>
        </pc:spChg>
        <pc:graphicFrameChg chg="add mod">
          <ac:chgData name="达 周" userId="d3c3af45359772bc" providerId="LiveId" clId="{51808E07-277C-4E60-B177-FC7F3AD481C9}" dt="2020-02-20T09:13:14.055" v="1684" actId="1076"/>
          <ac:graphicFrameMkLst>
            <pc:docMk/>
            <pc:sldMk cId="3564860066" sldId="284"/>
            <ac:graphicFrameMk id="4" creationId="{633C26C4-B3CF-40F1-94D1-F936D9F94338}"/>
          </ac:graphicFrameMkLst>
        </pc:graphicFrameChg>
      </pc:sldChg>
      <pc:sldChg chg="addSp delSp modSp add">
        <pc:chgData name="达 周" userId="d3c3af45359772bc" providerId="LiveId" clId="{51808E07-277C-4E60-B177-FC7F3AD481C9}" dt="2020-02-20T10:59:20.461" v="1766" actId="1076"/>
        <pc:sldMkLst>
          <pc:docMk/>
          <pc:sldMk cId="4161044391" sldId="285"/>
        </pc:sldMkLst>
        <pc:spChg chg="mod">
          <ac:chgData name="达 周" userId="d3c3af45359772bc" providerId="LiveId" clId="{51808E07-277C-4E60-B177-FC7F3AD481C9}" dt="2020-02-20T10:53:03.258" v="1740" actId="20577"/>
          <ac:spMkLst>
            <pc:docMk/>
            <pc:sldMk cId="4161044391" sldId="285"/>
            <ac:spMk id="2" creationId="{5AD708E1-FD1C-47B0-8A05-CCD5D1FC81A6}"/>
          </ac:spMkLst>
        </pc:spChg>
        <pc:spChg chg="del">
          <ac:chgData name="达 周" userId="d3c3af45359772bc" providerId="LiveId" clId="{51808E07-277C-4E60-B177-FC7F3AD481C9}" dt="2020-02-20T10:50:59.706" v="1699"/>
          <ac:spMkLst>
            <pc:docMk/>
            <pc:sldMk cId="4161044391" sldId="285"/>
            <ac:spMk id="3" creationId="{49DFA06B-DBA1-4064-96B6-39EAD6F9776C}"/>
          </ac:spMkLst>
        </pc:spChg>
        <pc:spChg chg="add del mod">
          <ac:chgData name="达 周" userId="d3c3af45359772bc" providerId="LiveId" clId="{51808E07-277C-4E60-B177-FC7F3AD481C9}" dt="2020-02-20T10:52:27.187" v="1722"/>
          <ac:spMkLst>
            <pc:docMk/>
            <pc:sldMk cId="4161044391" sldId="285"/>
            <ac:spMk id="5" creationId="{5E14F4DD-C5CC-4E20-BF6E-FEDF623017A1}"/>
          </ac:spMkLst>
        </pc:spChg>
        <pc:spChg chg="add mod">
          <ac:chgData name="达 周" userId="d3c3af45359772bc" providerId="LiveId" clId="{51808E07-277C-4E60-B177-FC7F3AD481C9}" dt="2020-02-20T10:55:49.907" v="1752" actId="20577"/>
          <ac:spMkLst>
            <pc:docMk/>
            <pc:sldMk cId="4161044391" sldId="285"/>
            <ac:spMk id="6" creationId="{E82A9648-B518-4B01-BDC3-D6C2DFF8C4AB}"/>
          </ac:spMkLst>
        </pc:spChg>
        <pc:graphicFrameChg chg="add mod">
          <ac:chgData name="达 周" userId="d3c3af45359772bc" providerId="LiveId" clId="{51808E07-277C-4E60-B177-FC7F3AD481C9}" dt="2020-02-20T10:59:20.461" v="1766" actId="1076"/>
          <ac:graphicFrameMkLst>
            <pc:docMk/>
            <pc:sldMk cId="4161044391" sldId="285"/>
            <ac:graphicFrameMk id="4" creationId="{0D9DB70C-3EE6-48CF-8751-21DA2C8547CA}"/>
          </ac:graphicFrameMkLst>
        </pc:graphicFrameChg>
      </pc:sldChg>
      <pc:sldChg chg="addSp delSp modSp add">
        <pc:chgData name="达 周" userId="d3c3af45359772bc" providerId="LiveId" clId="{51808E07-277C-4E60-B177-FC7F3AD481C9}" dt="2020-02-20T13:46:58.284" v="2816"/>
        <pc:sldMkLst>
          <pc:docMk/>
          <pc:sldMk cId="824687598" sldId="286"/>
        </pc:sldMkLst>
        <pc:spChg chg="mod">
          <ac:chgData name="达 周" userId="d3c3af45359772bc" providerId="LiveId" clId="{51808E07-277C-4E60-B177-FC7F3AD481C9}" dt="2020-02-20T13:43:50" v="2808"/>
          <ac:spMkLst>
            <pc:docMk/>
            <pc:sldMk cId="824687598" sldId="286"/>
            <ac:spMk id="2" creationId="{26A80AC8-5B37-46A4-9D35-890770D6C1B6}"/>
          </ac:spMkLst>
        </pc:spChg>
        <pc:spChg chg="del">
          <ac:chgData name="达 周" userId="d3c3af45359772bc" providerId="LiveId" clId="{51808E07-277C-4E60-B177-FC7F3AD481C9}" dt="2020-02-20T10:53:56.422" v="1745"/>
          <ac:spMkLst>
            <pc:docMk/>
            <pc:sldMk cId="824687598" sldId="286"/>
            <ac:spMk id="3" creationId="{3473FF7B-E4B1-4B8B-8126-73C6401505D1}"/>
          </ac:spMkLst>
        </pc:spChg>
        <pc:graphicFrameChg chg="add mod">
          <ac:chgData name="达 周" userId="d3c3af45359772bc" providerId="LiveId" clId="{51808E07-277C-4E60-B177-FC7F3AD481C9}" dt="2020-02-20T13:46:58.284" v="2816"/>
          <ac:graphicFrameMkLst>
            <pc:docMk/>
            <pc:sldMk cId="824687598" sldId="286"/>
            <ac:graphicFrameMk id="4" creationId="{4FDD20EC-A4B0-497D-B421-BC5599CBFA7B}"/>
          </ac:graphicFrameMkLst>
        </pc:graphicFrameChg>
        <pc:picChg chg="add del mod">
          <ac:chgData name="达 周" userId="d3c3af45359772bc" providerId="LiveId" clId="{51808E07-277C-4E60-B177-FC7F3AD481C9}" dt="2020-02-20T13:40:57.733" v="2802" actId="478"/>
          <ac:picMkLst>
            <pc:docMk/>
            <pc:sldMk cId="824687598" sldId="286"/>
            <ac:picMk id="5" creationId="{98E0F50F-C184-440D-BC0F-893947C1D9E8}"/>
          </ac:picMkLst>
        </pc:picChg>
      </pc:sldChg>
      <pc:sldChg chg="addSp delSp modSp add">
        <pc:chgData name="达 周" userId="d3c3af45359772bc" providerId="LiveId" clId="{51808E07-277C-4E60-B177-FC7F3AD481C9}" dt="2020-02-20T10:58:31.604" v="1762" actId="20577"/>
        <pc:sldMkLst>
          <pc:docMk/>
          <pc:sldMk cId="155287829" sldId="287"/>
        </pc:sldMkLst>
        <pc:spChg chg="del">
          <ac:chgData name="达 周" userId="d3c3af45359772bc" providerId="LiveId" clId="{51808E07-277C-4E60-B177-FC7F3AD481C9}" dt="2020-02-20T10:56:52.944" v="1756" actId="478"/>
          <ac:spMkLst>
            <pc:docMk/>
            <pc:sldMk cId="155287829" sldId="287"/>
            <ac:spMk id="2" creationId="{1F91CEEF-5A76-45C4-B4A2-64E804ADEAAC}"/>
          </ac:spMkLst>
        </pc:spChg>
        <pc:spChg chg="del">
          <ac:chgData name="达 周" userId="d3c3af45359772bc" providerId="LiveId" clId="{51808E07-277C-4E60-B177-FC7F3AD481C9}" dt="2020-02-20T10:56:47.180" v="1754"/>
          <ac:spMkLst>
            <pc:docMk/>
            <pc:sldMk cId="155287829" sldId="287"/>
            <ac:spMk id="3" creationId="{29B7B8BA-8008-4CE0-9C47-31C67A9BF6D5}"/>
          </ac:spMkLst>
        </pc:spChg>
        <pc:spChg chg="add mod">
          <ac:chgData name="达 周" userId="d3c3af45359772bc" providerId="LiveId" clId="{51808E07-277C-4E60-B177-FC7F3AD481C9}" dt="2020-02-20T10:58:31.604" v="1762" actId="20577"/>
          <ac:spMkLst>
            <pc:docMk/>
            <pc:sldMk cId="155287829" sldId="287"/>
            <ac:spMk id="5" creationId="{B03F7781-9A4A-4059-A3B9-6DC560A7D564}"/>
          </ac:spMkLst>
        </pc:spChg>
        <pc:picChg chg="add mod">
          <ac:chgData name="达 周" userId="d3c3af45359772bc" providerId="LiveId" clId="{51808E07-277C-4E60-B177-FC7F3AD481C9}" dt="2020-02-20T10:57:09.632" v="1759" actId="14100"/>
          <ac:picMkLst>
            <pc:docMk/>
            <pc:sldMk cId="155287829" sldId="287"/>
            <ac:picMk id="4" creationId="{4FE6FCF9-65D5-4A32-BC51-CEA78693A222}"/>
          </ac:picMkLst>
        </pc:picChg>
      </pc:sldChg>
      <pc:sldChg chg="addSp modSp add">
        <pc:chgData name="达 周" userId="d3c3af45359772bc" providerId="LiveId" clId="{51808E07-277C-4E60-B177-FC7F3AD481C9}" dt="2020-02-20T11:10:02.486" v="1863" actId="1076"/>
        <pc:sldMkLst>
          <pc:docMk/>
          <pc:sldMk cId="348622184" sldId="288"/>
        </pc:sldMkLst>
        <pc:spChg chg="add mod">
          <ac:chgData name="达 周" userId="d3c3af45359772bc" providerId="LiveId" clId="{51808E07-277C-4E60-B177-FC7F3AD481C9}" dt="2020-02-20T11:10:02.486" v="1863" actId="1076"/>
          <ac:spMkLst>
            <pc:docMk/>
            <pc:sldMk cId="348622184" sldId="288"/>
            <ac:spMk id="3" creationId="{220D478F-D8AB-49EA-973F-FF62907AD76E}"/>
          </ac:spMkLst>
        </pc:spChg>
      </pc:sldChg>
      <pc:sldChg chg="addSp delSp modSp add">
        <pc:chgData name="达 周" userId="d3c3af45359772bc" providerId="LiveId" clId="{51808E07-277C-4E60-B177-FC7F3AD481C9}" dt="2020-02-20T11:22:12.343" v="1885" actId="1076"/>
        <pc:sldMkLst>
          <pc:docMk/>
          <pc:sldMk cId="2542077851" sldId="289"/>
        </pc:sldMkLst>
        <pc:spChg chg="del mod">
          <ac:chgData name="达 周" userId="d3c3af45359772bc" providerId="LiveId" clId="{51808E07-277C-4E60-B177-FC7F3AD481C9}" dt="2020-02-20T11:21:55.416" v="1882" actId="478"/>
          <ac:spMkLst>
            <pc:docMk/>
            <pc:sldMk cId="2542077851" sldId="289"/>
            <ac:spMk id="2" creationId="{2DA9D52D-EF87-4838-B23A-8A22C7EE423D}"/>
          </ac:spMkLst>
        </pc:spChg>
        <pc:spChg chg="del">
          <ac:chgData name="达 周" userId="d3c3af45359772bc" providerId="LiveId" clId="{51808E07-277C-4E60-B177-FC7F3AD481C9}" dt="2020-02-20T11:22:02.385" v="1884" actId="478"/>
          <ac:spMkLst>
            <pc:docMk/>
            <pc:sldMk cId="2542077851" sldId="289"/>
            <ac:spMk id="3" creationId="{652ACEBA-E843-4DBC-A72A-B57B6CD75DE3}"/>
          </ac:spMkLst>
        </pc:spChg>
        <pc:graphicFrameChg chg="add mod">
          <ac:chgData name="达 周" userId="d3c3af45359772bc" providerId="LiveId" clId="{51808E07-277C-4E60-B177-FC7F3AD481C9}" dt="2020-02-20T11:22:12.343" v="1885" actId="1076"/>
          <ac:graphicFrameMkLst>
            <pc:docMk/>
            <pc:sldMk cId="2542077851" sldId="289"/>
            <ac:graphicFrameMk id="4" creationId="{A9BA08ED-38CD-4188-AA2A-9D02F37070AD}"/>
          </ac:graphicFrameMkLst>
        </pc:graphicFrameChg>
      </pc:sldChg>
      <pc:sldChg chg="addSp modSp add">
        <pc:chgData name="达 周" userId="d3c3af45359772bc" providerId="LiveId" clId="{51808E07-277C-4E60-B177-FC7F3AD481C9}" dt="2020-02-20T11:43:36.825" v="2061" actId="1076"/>
        <pc:sldMkLst>
          <pc:docMk/>
          <pc:sldMk cId="3651824283" sldId="290"/>
        </pc:sldMkLst>
        <pc:spChg chg="mod">
          <ac:chgData name="达 周" userId="d3c3af45359772bc" providerId="LiveId" clId="{51808E07-277C-4E60-B177-FC7F3AD481C9}" dt="2020-02-20T11:38:33.761" v="1965" actId="20577"/>
          <ac:spMkLst>
            <pc:docMk/>
            <pc:sldMk cId="3651824283" sldId="290"/>
            <ac:spMk id="2" creationId="{2414DD75-C4A1-4FBE-A45D-EC66E1B739FD}"/>
          </ac:spMkLst>
        </pc:spChg>
        <pc:spChg chg="mod">
          <ac:chgData name="达 周" userId="d3c3af45359772bc" providerId="LiveId" clId="{51808E07-277C-4E60-B177-FC7F3AD481C9}" dt="2020-02-20T11:39:58.293" v="2055" actId="20577"/>
          <ac:spMkLst>
            <pc:docMk/>
            <pc:sldMk cId="3651824283" sldId="290"/>
            <ac:spMk id="3" creationId="{EFD1D290-A829-4122-A63E-5DFAEDD3612F}"/>
          </ac:spMkLst>
        </pc:spChg>
        <pc:graphicFrameChg chg="add mod">
          <ac:chgData name="达 周" userId="d3c3af45359772bc" providerId="LiveId" clId="{51808E07-277C-4E60-B177-FC7F3AD481C9}" dt="2020-02-20T11:43:36.825" v="2061" actId="1076"/>
          <ac:graphicFrameMkLst>
            <pc:docMk/>
            <pc:sldMk cId="3651824283" sldId="290"/>
            <ac:graphicFrameMk id="4" creationId="{5FD68C20-5460-499F-9DF6-8896638E876B}"/>
          </ac:graphicFrameMkLst>
        </pc:graphicFrameChg>
      </pc:sldChg>
      <pc:sldChg chg="addSp delSp modSp add">
        <pc:chgData name="达 周" userId="d3c3af45359772bc" providerId="LiveId" clId="{51808E07-277C-4E60-B177-FC7F3AD481C9}" dt="2020-02-20T12:02:45.608" v="2161" actId="1076"/>
        <pc:sldMkLst>
          <pc:docMk/>
          <pc:sldMk cId="440959333" sldId="291"/>
        </pc:sldMkLst>
        <pc:spChg chg="mod">
          <ac:chgData name="达 周" userId="d3c3af45359772bc" providerId="LiveId" clId="{51808E07-277C-4E60-B177-FC7F3AD481C9}" dt="2020-02-20T12:01:15.517" v="2149" actId="20577"/>
          <ac:spMkLst>
            <pc:docMk/>
            <pc:sldMk cId="440959333" sldId="291"/>
            <ac:spMk id="2" creationId="{0B8199D3-6381-4A26-89C1-8820F0DEA29D}"/>
          </ac:spMkLst>
        </pc:spChg>
        <pc:spChg chg="del">
          <ac:chgData name="达 周" userId="d3c3af45359772bc" providerId="LiveId" clId="{51808E07-277C-4E60-B177-FC7F3AD481C9}" dt="2020-02-20T12:01:26.341" v="2150" actId="478"/>
          <ac:spMkLst>
            <pc:docMk/>
            <pc:sldMk cId="440959333" sldId="291"/>
            <ac:spMk id="3" creationId="{9D452DF6-0AD0-4A76-BB3E-B232F811D4E9}"/>
          </ac:spMkLst>
        </pc:spChg>
        <pc:graphicFrameChg chg="add mod">
          <ac:chgData name="达 周" userId="d3c3af45359772bc" providerId="LiveId" clId="{51808E07-277C-4E60-B177-FC7F3AD481C9}" dt="2020-02-20T12:02:45.608" v="2161" actId="1076"/>
          <ac:graphicFrameMkLst>
            <pc:docMk/>
            <pc:sldMk cId="440959333" sldId="291"/>
            <ac:graphicFrameMk id="4" creationId="{6E608D73-116F-4A5E-9825-E00BA49D26E7}"/>
          </ac:graphicFrameMkLst>
        </pc:graphicFrameChg>
      </pc:sldChg>
      <pc:sldChg chg="modSp add del">
        <pc:chgData name="达 周" userId="d3c3af45359772bc" providerId="LiveId" clId="{51808E07-277C-4E60-B177-FC7F3AD481C9}" dt="2020-02-20T11:54:45.618" v="2113" actId="47"/>
        <pc:sldMkLst>
          <pc:docMk/>
          <pc:sldMk cId="1082536403" sldId="291"/>
        </pc:sldMkLst>
        <pc:spChg chg="mod">
          <ac:chgData name="达 周" userId="d3c3af45359772bc" providerId="LiveId" clId="{51808E07-277C-4E60-B177-FC7F3AD481C9}" dt="2020-02-20T11:49:36.480" v="2112" actId="114"/>
          <ac:spMkLst>
            <pc:docMk/>
            <pc:sldMk cId="1082536403" sldId="291"/>
            <ac:spMk id="2" creationId="{5CDF26B6-A167-4FD8-958A-BBA4881CFF69}"/>
          </ac:spMkLst>
        </pc:spChg>
      </pc:sldChg>
      <pc:sldChg chg="modSp add">
        <pc:chgData name="达 周" userId="d3c3af45359772bc" providerId="LiveId" clId="{51808E07-277C-4E60-B177-FC7F3AD481C9}" dt="2020-02-20T12:06:51.713" v="2168" actId="1076"/>
        <pc:sldMkLst>
          <pc:docMk/>
          <pc:sldMk cId="287979214" sldId="292"/>
        </pc:sldMkLst>
        <pc:graphicFrameChg chg="mod">
          <ac:chgData name="达 周" userId="d3c3af45359772bc" providerId="LiveId" clId="{51808E07-277C-4E60-B177-FC7F3AD481C9}" dt="2020-02-20T12:06:51.713" v="2168" actId="1076"/>
          <ac:graphicFrameMkLst>
            <pc:docMk/>
            <pc:sldMk cId="287979214" sldId="292"/>
            <ac:graphicFrameMk id="4" creationId="{6E608D73-116F-4A5E-9825-E00BA49D26E7}"/>
          </ac:graphicFrameMkLst>
        </pc:graphicFrameChg>
      </pc:sldChg>
      <pc:sldChg chg="addSp delSp modSp add">
        <pc:chgData name="达 周" userId="d3c3af45359772bc" providerId="LiveId" clId="{51808E07-277C-4E60-B177-FC7F3AD481C9}" dt="2020-02-20T12:13:14.688" v="2213" actId="20577"/>
        <pc:sldMkLst>
          <pc:docMk/>
          <pc:sldMk cId="1002482957" sldId="293"/>
        </pc:sldMkLst>
        <pc:spChg chg="mod">
          <ac:chgData name="达 周" userId="d3c3af45359772bc" providerId="LiveId" clId="{51808E07-277C-4E60-B177-FC7F3AD481C9}" dt="2020-02-20T12:13:14.688" v="2213" actId="20577"/>
          <ac:spMkLst>
            <pc:docMk/>
            <pc:sldMk cId="1002482957" sldId="293"/>
            <ac:spMk id="2" creationId="{48835D53-FEC9-4C0A-A795-BAD7EA8DC80E}"/>
          </ac:spMkLst>
        </pc:spChg>
        <pc:spChg chg="del">
          <ac:chgData name="达 周" userId="d3c3af45359772bc" providerId="LiveId" clId="{51808E07-277C-4E60-B177-FC7F3AD481C9}" dt="2020-02-20T12:12:52.703" v="2174"/>
          <ac:spMkLst>
            <pc:docMk/>
            <pc:sldMk cId="1002482957" sldId="293"/>
            <ac:spMk id="3" creationId="{FD21DEB6-4305-4B2C-8A00-87FC27DE8ACB}"/>
          </ac:spMkLst>
        </pc:spChg>
        <pc:picChg chg="add mod">
          <ac:chgData name="达 周" userId="d3c3af45359772bc" providerId="LiveId" clId="{51808E07-277C-4E60-B177-FC7F3AD481C9}" dt="2020-02-20T12:13:00.787" v="2178" actId="1076"/>
          <ac:picMkLst>
            <pc:docMk/>
            <pc:sldMk cId="1002482957" sldId="293"/>
            <ac:picMk id="4" creationId="{83248063-8955-4ED6-9355-B5D66E6FAC8B}"/>
          </ac:picMkLst>
        </pc:picChg>
      </pc:sldChg>
      <pc:sldChg chg="modSp add">
        <pc:chgData name="达 周" userId="d3c3af45359772bc" providerId="LiveId" clId="{51808E07-277C-4E60-B177-FC7F3AD481C9}" dt="2020-02-20T13:56:01.034" v="2839" actId="20577"/>
        <pc:sldMkLst>
          <pc:docMk/>
          <pc:sldMk cId="936335475" sldId="294"/>
        </pc:sldMkLst>
        <pc:spChg chg="mod">
          <ac:chgData name="达 周" userId="d3c3af45359772bc" providerId="LiveId" clId="{51808E07-277C-4E60-B177-FC7F3AD481C9}" dt="2020-02-20T12:13:23.347" v="2222" actId="20577"/>
          <ac:spMkLst>
            <pc:docMk/>
            <pc:sldMk cId="936335475" sldId="294"/>
            <ac:spMk id="2" creationId="{8A77DD39-C184-4EAF-9E3F-4F8F8497ABF5}"/>
          </ac:spMkLst>
        </pc:spChg>
        <pc:spChg chg="mod">
          <ac:chgData name="达 周" userId="d3c3af45359772bc" providerId="LiveId" clId="{51808E07-277C-4E60-B177-FC7F3AD481C9}" dt="2020-02-20T13:56:01.034" v="2839" actId="20577"/>
          <ac:spMkLst>
            <pc:docMk/>
            <pc:sldMk cId="936335475" sldId="294"/>
            <ac:spMk id="3" creationId="{B194B646-9C75-4312-B1A8-922D9F5A6756}"/>
          </ac:spMkLst>
        </pc:spChg>
      </pc:sldChg>
      <pc:sldChg chg="addSp delSp modSp add">
        <pc:chgData name="达 周" userId="d3c3af45359772bc" providerId="LiveId" clId="{51808E07-277C-4E60-B177-FC7F3AD481C9}" dt="2020-02-20T13:50:13.259" v="2831" actId="1076"/>
        <pc:sldMkLst>
          <pc:docMk/>
          <pc:sldMk cId="648176481" sldId="295"/>
        </pc:sldMkLst>
        <pc:spChg chg="del">
          <ac:chgData name="达 周" userId="d3c3af45359772bc" providerId="LiveId" clId="{51808E07-277C-4E60-B177-FC7F3AD481C9}" dt="2020-02-20T13:49:50.475" v="2824" actId="478"/>
          <ac:spMkLst>
            <pc:docMk/>
            <pc:sldMk cId="648176481" sldId="295"/>
            <ac:spMk id="2" creationId="{7FEC301A-377F-4196-86B0-6DEECFB12248}"/>
          </ac:spMkLst>
        </pc:spChg>
        <pc:spChg chg="del">
          <ac:chgData name="达 周" userId="d3c3af45359772bc" providerId="LiveId" clId="{51808E07-277C-4E60-B177-FC7F3AD481C9}" dt="2020-02-20T13:49:54.515" v="2826" actId="478"/>
          <ac:spMkLst>
            <pc:docMk/>
            <pc:sldMk cId="648176481" sldId="295"/>
            <ac:spMk id="3" creationId="{3D870109-0412-4B0A-A871-26E83FE4A85A}"/>
          </ac:spMkLst>
        </pc:spChg>
        <pc:graphicFrameChg chg="add mod">
          <ac:chgData name="达 周" userId="d3c3af45359772bc" providerId="LiveId" clId="{51808E07-277C-4E60-B177-FC7F3AD481C9}" dt="2020-02-20T13:50:13.259" v="2831" actId="1076"/>
          <ac:graphicFrameMkLst>
            <pc:docMk/>
            <pc:sldMk cId="648176481" sldId="295"/>
            <ac:graphicFrameMk id="4" creationId="{D2BB540F-B49A-4C72-A829-749625E6068B}"/>
          </ac:graphicFrameMkLst>
        </pc:graphicFrameChg>
      </pc:sldChg>
      <pc:sldChg chg="add del">
        <pc:chgData name="达 周" userId="d3c3af45359772bc" providerId="LiveId" clId="{51808E07-277C-4E60-B177-FC7F3AD481C9}" dt="2020-02-20T13:40:40.366" v="2801"/>
        <pc:sldMkLst>
          <pc:docMk/>
          <pc:sldMk cId="2544125095" sldId="295"/>
        </pc:sldMkLst>
      </pc:sldChg>
      <pc:sldChg chg="modSp add">
        <pc:chgData name="达 周" userId="d3c3af45359772bc" providerId="LiveId" clId="{51808E07-277C-4E60-B177-FC7F3AD481C9}" dt="2020-02-20T13:53:53.690" v="2837"/>
        <pc:sldMkLst>
          <pc:docMk/>
          <pc:sldMk cId="3717321435" sldId="296"/>
        </pc:sldMkLst>
        <pc:graphicFrameChg chg="mod">
          <ac:chgData name="达 周" userId="d3c3af45359772bc" providerId="LiveId" clId="{51808E07-277C-4E60-B177-FC7F3AD481C9}" dt="2020-02-20T13:53:53.690" v="2837"/>
          <ac:graphicFrameMkLst>
            <pc:docMk/>
            <pc:sldMk cId="3717321435" sldId="296"/>
            <ac:graphicFrameMk id="4" creationId="{D2BB540F-B49A-4C72-A829-749625E6068B}"/>
          </ac:graphicFrameMkLst>
        </pc:graphicFrameChg>
      </pc:sldChg>
      <pc:sldChg chg="modSp add">
        <pc:chgData name="达 周" userId="d3c3af45359772bc" providerId="LiveId" clId="{51808E07-277C-4E60-B177-FC7F3AD481C9}" dt="2020-02-20T13:56:47.147" v="2855" actId="20577"/>
        <pc:sldMkLst>
          <pc:docMk/>
          <pc:sldMk cId="4195630015" sldId="297"/>
        </pc:sldMkLst>
        <pc:spChg chg="mod">
          <ac:chgData name="达 周" userId="d3c3af45359772bc" providerId="LiveId" clId="{51808E07-277C-4E60-B177-FC7F3AD481C9}" dt="2020-02-20T13:56:47.147" v="2855" actId="20577"/>
          <ac:spMkLst>
            <pc:docMk/>
            <pc:sldMk cId="4195630015" sldId="297"/>
            <ac:spMk id="2" creationId="{8AE26548-F4E5-4BEA-9C5E-726FF08F14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6F058-495C-4604-A482-C66971B0405F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0D563-49AB-4303-B2B2-9EECEB7FD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46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0D563-49AB-4303-B2B2-9EECEB7FD72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93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E968E-2083-44F4-AD54-C2EA0DA13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1386A9-F0F2-48DB-ACA8-9FE87BBE0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2FBC0C-2E52-4804-8385-E275CC06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1488C-A999-427B-B418-D443D05E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8D4176-88D5-44C2-A114-A4EF9117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29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3C22F-E1EE-44AB-93EE-7DA259DA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93E39-0081-491E-A3CA-377D60339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1B66C-8B14-4017-87B4-543C9F68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77AD1-9873-4E0B-8B6D-57FA15A16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BE3B6B-5842-4E49-9130-C853E6E7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7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CD433-EF3A-405A-B8AC-70B022F4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B66929-964D-4870-A38C-05DE9B14E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80028-9A6C-4864-B559-AC260FEB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26DDEB-132A-4029-BEE2-B59BF6BD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0F1319-BA14-4966-9FD2-C65F9358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59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CE618-F057-4C77-918B-4E643FDF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5DBCC-1166-461E-95FC-AD166B07E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A7EF27-8B89-407C-9FD2-6CC60F0C3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C311C6-6F22-46A9-B55E-BCEBE01C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1FA7FD-4CE3-4277-B741-822A7FDB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506DD3-8D99-4C3D-B23B-59318F1C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0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77A34-8398-47C0-ADE6-C9DECF5E9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C4D38A-C53D-405C-B26B-1BCE9528A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5EC54E-4C6F-4516-87BF-2B5126BDC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55C8F2-06B7-48D4-A919-8B2C16B0A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E624D7-2696-4D0D-B5A0-3991D17A9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F77BA8-6AFB-4FC1-809E-F02189796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A4BDB2-2CEC-479A-8740-13FBE115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579C89-9C01-4B04-BD1D-44B190CB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9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70470-09CC-4970-80CD-2D897AC3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DDC51E-42A9-4326-BB80-FA0D6CE5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19442D-E361-4C81-994C-264B2F53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972730-5C5A-4DF7-8E87-A9D544DB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117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A22B59-C1FC-4023-8FEE-BAE8A6E9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2802D9-EE33-4588-A2ED-7D9344DA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E3D493-13E6-4010-85DE-FD4E33DD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70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CF3AF-4558-4C84-B849-C68214C9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31B22-3A30-4E98-AB9E-A64CA3827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8BE29B-7A85-432A-A414-AB5DD4D60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5EF082-1F22-4A8B-BDE5-EB2D7A3B6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F9FFF3-9A9A-4686-8617-0A4F1E14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57DFE1-7773-4F94-825A-1D278664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56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59EE6-838E-4987-8AB3-F9E62AB3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651B63-2C7D-4E12-BDE5-4904CC1FA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F914E-BA0A-42E5-84D5-C1011CCD3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8237AF-5871-46FC-91D3-5691920AB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2004EF-36B9-472E-99A3-4439D44E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2577B6-8E6A-43F5-AEC1-4F5336F1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34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C826D-CEA6-4950-895F-2935962F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7456AA-75BB-4511-8F93-ED5F4A554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FA7AC6-058A-4DCF-BEC4-F8F065AD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E51939-E0F1-4EA0-86CE-43275BBB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5AADE6-737E-4D0F-97B7-8C432579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8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AEF0F9-FB50-44A0-BFD7-2A403F479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9C5ACC-7EB2-4A1F-A8BB-1036CAF49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CF361F-1B75-460D-B27C-6E9CB90A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E4947-9443-415A-8E39-1C9ED3D5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AA4C1-C87A-4CB1-B0EF-125D08ED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9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FE20C4-F645-43B3-BC1C-BB5F6F66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A20219-2F13-44DF-B699-476F2C415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F84A4-6A49-449D-A45D-881DE86E7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3DFD1-A9C9-4767-963A-6928A46DA6D0}" type="datetimeFigureOut">
              <a:rPr lang="zh-CN" altLang="en-US" smtClean="0"/>
              <a:t>2021-3-21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C261EF-1529-4C34-941D-5C7DE1251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695B5-4787-4C6D-9D60-BFCA18172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80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ouda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amuelj.li/complex-function-plott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2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5E3CA-2273-449A-98A0-13A6CBEBF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Infinite series for complex variable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BD7AEF-F554-460B-848C-2F09F325F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Da Zhou (</a:t>
            </a:r>
            <a:r>
              <a:rPr lang="zh-CN" altLang="en-US" dirty="0"/>
              <a:t>周 达</a:t>
            </a:r>
            <a:r>
              <a:rPr lang="en-US" altLang="zh-CN" dirty="0"/>
              <a:t>)</a:t>
            </a:r>
          </a:p>
          <a:p>
            <a:r>
              <a:rPr lang="en-US" altLang="zh-CN" dirty="0">
                <a:hlinkClick r:id="rId2"/>
              </a:rPr>
              <a:t>zhouda@xmu.edu.cn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44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8DDF9-5E1A-4D3B-80A9-7959F57E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of a complex variable 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D0F3F80-EC64-4A61-A7CC-B66F129D637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560659"/>
              </p:ext>
            </p:extLst>
          </p:nvPr>
        </p:nvGraphicFramePr>
        <p:xfrm>
          <a:off x="2179955" y="2127568"/>
          <a:ext cx="6445250" cy="361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1168200" progId="Equation.DSMT4">
                  <p:embed/>
                </p:oleObj>
              </mc:Choice>
              <mc:Fallback>
                <p:oleObj name="Equation" r:id="rId2" imgW="2082600" imgH="1168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D0F3F80-EC64-4A61-A7CC-B66F129D6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955" y="2127568"/>
                        <a:ext cx="6445250" cy="3616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458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8DDF9-5E1A-4D3B-80A9-7959F57E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of a complex variable 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D0F3F80-EC64-4A61-A7CC-B66F129D637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05074" y="1519237"/>
          <a:ext cx="6445886" cy="4875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400" imgH="1930320" progId="Equation.DSMT4">
                  <p:embed/>
                </p:oleObj>
              </mc:Choice>
              <mc:Fallback>
                <p:oleObj name="Equation" r:id="rId2" imgW="2552400" imgH="19303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D0F3F80-EC64-4A61-A7CC-B66F129D6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4" y="1519237"/>
                        <a:ext cx="6445886" cy="48751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904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169B3-64F6-43EA-AF02-B21AA76A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231235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How to plot a complex function?</a:t>
            </a:r>
            <a:endParaRPr lang="zh-CN" altLang="en-US" sz="4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2F7A81-858F-47CC-B009-EBF17395B0E2}"/>
              </a:ext>
            </a:extLst>
          </p:cNvPr>
          <p:cNvSpPr/>
          <p:nvPr/>
        </p:nvSpPr>
        <p:spPr>
          <a:xfrm>
            <a:off x="6827520" y="6058654"/>
            <a:ext cx="4665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https://samuelj.li/complex-function-plotter/#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973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37193-3895-469E-BB0D-4E30AC4C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 and continuity 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4832365-2824-4586-8453-5BA79D74A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803246"/>
              </p:ext>
            </p:extLst>
          </p:nvPr>
        </p:nvGraphicFramePr>
        <p:xfrm>
          <a:off x="1231265" y="2529205"/>
          <a:ext cx="9269413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60640" imgH="825480" progId="Equation.DSMT4">
                  <p:embed/>
                </p:oleObj>
              </mc:Choice>
              <mc:Fallback>
                <p:oleObj name="Equation" r:id="rId2" imgW="3860640" imgH="825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4832365-2824-4586-8453-5BA79D74A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1265" y="2529205"/>
                        <a:ext cx="9269413" cy="198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8731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37193-3895-469E-BB0D-4E30AC4C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 and continuity 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4832365-2824-4586-8453-5BA79D74A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1265" y="2529205"/>
          <a:ext cx="9269413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60640" imgH="825480" progId="Equation.DSMT4">
                  <p:embed/>
                </p:oleObj>
              </mc:Choice>
              <mc:Fallback>
                <p:oleObj name="Equation" r:id="rId2" imgW="3860640" imgH="825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4832365-2824-4586-8453-5BA79D74A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1265" y="2529205"/>
                        <a:ext cx="9269413" cy="198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3BBFF30-3FC1-4E65-99CA-95A9ADD976A8}"/>
              </a:ext>
            </a:extLst>
          </p:cNvPr>
          <p:cNvSpPr/>
          <p:nvPr/>
        </p:nvSpPr>
        <p:spPr>
          <a:xfrm>
            <a:off x="742632" y="4984750"/>
            <a:ext cx="107067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Remarks: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Uniform continuity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Properties of continuous function on bounded and closed region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70962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4204E-D642-45AF-98BB-CDB3CAA2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Differentiation </a:t>
            </a:r>
            <a:endParaRPr lang="zh-CN" altLang="en-US" dirty="0"/>
          </a:p>
        </p:txBody>
      </p:sp>
      <p:graphicFrame>
        <p:nvGraphicFramePr>
          <p:cNvPr id="4" name="Object 89">
            <a:extLst>
              <a:ext uri="{FF2B5EF4-FFF2-40B4-BE49-F238E27FC236}">
                <a16:creationId xmlns:a16="http://schemas.microsoft.com/office/drawing/2014/main" id="{600A3A0B-E0BD-483E-B656-A102C2D1E90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203029"/>
              </p:ext>
            </p:extLst>
          </p:nvPr>
        </p:nvGraphicFramePr>
        <p:xfrm>
          <a:off x="665798" y="1509078"/>
          <a:ext cx="8491537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360" imgH="660240" progId="Equation.DSMT4">
                  <p:embed/>
                </p:oleObj>
              </mc:Choice>
              <mc:Fallback>
                <p:oleObj name="Equation" r:id="rId2" imgW="3276360" imgH="660240" progId="Equation.DSMT4">
                  <p:embed/>
                  <p:pic>
                    <p:nvPicPr>
                      <p:cNvPr id="4" name="Object 89">
                        <a:extLst>
                          <a:ext uri="{FF2B5EF4-FFF2-40B4-BE49-F238E27FC236}">
                            <a16:creationId xmlns:a16="http://schemas.microsoft.com/office/drawing/2014/main" id="{600A3A0B-E0BD-483E-B656-A102C2D1E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98" y="1509078"/>
                        <a:ext cx="8491537" cy="1711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153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4204E-D642-45AF-98BB-CDB3CAA2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Differentiation </a:t>
            </a:r>
            <a:endParaRPr lang="zh-CN" altLang="en-US" dirty="0"/>
          </a:p>
        </p:txBody>
      </p:sp>
      <p:graphicFrame>
        <p:nvGraphicFramePr>
          <p:cNvPr id="4" name="Object 89">
            <a:extLst>
              <a:ext uri="{FF2B5EF4-FFF2-40B4-BE49-F238E27FC236}">
                <a16:creationId xmlns:a16="http://schemas.microsoft.com/office/drawing/2014/main" id="{600A3A0B-E0BD-483E-B656-A102C2D1E90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65798" y="1509078"/>
          <a:ext cx="8491537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360" imgH="660240" progId="Equation.DSMT4">
                  <p:embed/>
                </p:oleObj>
              </mc:Choice>
              <mc:Fallback>
                <p:oleObj name="Equation" r:id="rId2" imgW="3276360" imgH="660240" progId="Equation.DSMT4">
                  <p:embed/>
                  <p:pic>
                    <p:nvPicPr>
                      <p:cNvPr id="4" name="Object 89">
                        <a:extLst>
                          <a:ext uri="{FF2B5EF4-FFF2-40B4-BE49-F238E27FC236}">
                            <a16:creationId xmlns:a16="http://schemas.microsoft.com/office/drawing/2014/main" id="{600A3A0B-E0BD-483E-B656-A102C2D1E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98" y="1509078"/>
                        <a:ext cx="8491537" cy="1711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220D478F-D8AB-49EA-973F-FF62907AD76E}"/>
              </a:ext>
            </a:extLst>
          </p:cNvPr>
          <p:cNvSpPr txBox="1"/>
          <p:nvPr/>
        </p:nvSpPr>
        <p:spPr>
          <a:xfrm>
            <a:off x="2575560" y="4124960"/>
            <a:ext cx="704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Surprisingly strong constraint!!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862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4204E-D642-45AF-98BB-CDB3CAA2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Differentiation </a:t>
            </a:r>
            <a:endParaRPr lang="zh-CN" altLang="en-US" dirty="0"/>
          </a:p>
        </p:txBody>
      </p:sp>
      <p:graphicFrame>
        <p:nvGraphicFramePr>
          <p:cNvPr id="4" name="Object 89">
            <a:extLst>
              <a:ext uri="{FF2B5EF4-FFF2-40B4-BE49-F238E27FC236}">
                <a16:creationId xmlns:a16="http://schemas.microsoft.com/office/drawing/2014/main" id="{600A3A0B-E0BD-483E-B656-A102C2D1E90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65798" y="1509078"/>
          <a:ext cx="8491537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360" imgH="660240" progId="Equation.DSMT4">
                  <p:embed/>
                </p:oleObj>
              </mc:Choice>
              <mc:Fallback>
                <p:oleObj name="Equation" r:id="rId2" imgW="3276360" imgH="660240" progId="Equation.DSMT4">
                  <p:embed/>
                  <p:pic>
                    <p:nvPicPr>
                      <p:cNvPr id="4" name="Object 89">
                        <a:extLst>
                          <a:ext uri="{FF2B5EF4-FFF2-40B4-BE49-F238E27FC236}">
                            <a16:creationId xmlns:a16="http://schemas.microsoft.com/office/drawing/2014/main" id="{600A3A0B-E0BD-483E-B656-A102C2D1E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98" y="1509078"/>
                        <a:ext cx="8491537" cy="1711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91C4BA3F-ABAC-4687-9C94-E7A7E2E5B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100395"/>
              </p:ext>
            </p:extLst>
          </p:nvPr>
        </p:nvGraphicFramePr>
        <p:xfrm>
          <a:off x="2967989" y="3897312"/>
          <a:ext cx="5888693" cy="2279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914400" progId="Equation.DSMT4">
                  <p:embed/>
                </p:oleObj>
              </mc:Choice>
              <mc:Fallback>
                <p:oleObj name="Equation" r:id="rId4" imgW="2361960" imgH="91440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91C4BA3F-ABAC-4687-9C94-E7A7E2E5BD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989" y="3897312"/>
                        <a:ext cx="5888693" cy="22799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675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8535B-9F4E-4D62-B82B-B2DA7F4B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Cauchy-Riemann equations</a:t>
            </a:r>
            <a:b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27A2E1B3-A035-4BA2-86A6-9CB38629B26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038778"/>
              </p:ext>
            </p:extLst>
          </p:nvPr>
        </p:nvGraphicFramePr>
        <p:xfrm>
          <a:off x="2922269" y="1830864"/>
          <a:ext cx="5158455" cy="1430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419040" progId="Equation.DSMT4">
                  <p:embed/>
                </p:oleObj>
              </mc:Choice>
              <mc:Fallback>
                <p:oleObj name="Equation" r:id="rId2" imgW="1511280" imgH="41904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27A2E1B3-A035-4BA2-86A6-9CB38629B2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22269" y="1830864"/>
                        <a:ext cx="5158455" cy="1430496"/>
                      </a:xfrm>
                      <a:prstGeom prst="rect">
                        <a:avLst/>
                      </a:prstGeom>
                      <a:solidFill>
                        <a:srgbClr val="C5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2243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8535B-9F4E-4D62-B82B-B2DA7F4B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Cauchy-Riemann equations</a:t>
            </a:r>
            <a:b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27A2E1B3-A035-4BA2-86A6-9CB38629B26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922269" y="1830864"/>
          <a:ext cx="5158455" cy="1430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419040" progId="Equation.DSMT4">
                  <p:embed/>
                </p:oleObj>
              </mc:Choice>
              <mc:Fallback>
                <p:oleObj name="Equation" r:id="rId2" imgW="1511280" imgH="41904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27A2E1B3-A035-4BA2-86A6-9CB38629B2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22269" y="1830864"/>
                        <a:ext cx="5158455" cy="1430496"/>
                      </a:xfrm>
                      <a:prstGeom prst="rect">
                        <a:avLst/>
                      </a:prstGeom>
                      <a:solidFill>
                        <a:srgbClr val="C5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10D2DC59-19F0-4C57-9529-EBEFFFC979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6950" y="3913188"/>
          <a:ext cx="8604250" cy="198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22760" imgH="1066680" progId="Equation.DSMT4">
                  <p:embed/>
                </p:oleObj>
              </mc:Choice>
              <mc:Fallback>
                <p:oleObj name="Equation" r:id="rId4" imgW="4622760" imgH="106668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10D2DC59-19F0-4C57-9529-EBEFFFC979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913188"/>
                        <a:ext cx="8604250" cy="1985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3968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C4D24AA-E81D-4EC9-9811-FB803E054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180" y="561966"/>
            <a:ext cx="6366860" cy="58101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26EF00-B93E-4C7C-8354-D725640C7508}"/>
              </a:ext>
            </a:extLst>
          </p:cNvPr>
          <p:cNvSpPr txBox="1"/>
          <p:nvPr/>
        </p:nvSpPr>
        <p:spPr>
          <a:xfrm>
            <a:off x="9022080" y="618744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pp-134, </a:t>
            </a:r>
            <a:r>
              <a:rPr lang="zh-CN" altLang="en-US" dirty="0"/>
              <a:t>剑桥讲义</a:t>
            </a:r>
          </a:p>
        </p:txBody>
      </p:sp>
    </p:spTree>
    <p:extLst>
      <p:ext uri="{BB962C8B-B14F-4D97-AF65-F5344CB8AC3E}">
        <p14:creationId xmlns:p14="http://schemas.microsoft.com/office/powerpoint/2010/main" val="2068932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1ED81-045A-4DEE-A61A-096E81F0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Analytic function</a:t>
            </a:r>
            <a:endParaRPr lang="zh-CN" altLang="en-US" dirty="0"/>
          </a:p>
        </p:txBody>
      </p:sp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2B2C13F2-684A-4F1C-8F00-F9D2AE2460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303569"/>
              </p:ext>
            </p:extLst>
          </p:nvPr>
        </p:nvGraphicFramePr>
        <p:xfrm>
          <a:off x="441325" y="1887538"/>
          <a:ext cx="115157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44840" imgH="457200" progId="Equation.DSMT4">
                  <p:embed/>
                </p:oleObj>
              </mc:Choice>
              <mc:Fallback>
                <p:oleObj name="Equation" r:id="rId2" imgW="5244840" imgH="457200" progId="Equation.DSMT4">
                  <p:embed/>
                  <p:pic>
                    <p:nvPicPr>
                      <p:cNvPr id="5" name="Object 17">
                        <a:extLst>
                          <a:ext uri="{FF2B5EF4-FFF2-40B4-BE49-F238E27FC236}">
                            <a16:creationId xmlns:a16="http://schemas.microsoft.com/office/drawing/2014/main" id="{2B2C13F2-684A-4F1C-8F00-F9D2AE2460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1887538"/>
                        <a:ext cx="115157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2B182F70-DFCD-4617-9D26-7F1F3EA5BF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209299"/>
              </p:ext>
            </p:extLst>
          </p:nvPr>
        </p:nvGraphicFramePr>
        <p:xfrm>
          <a:off x="334499" y="5197793"/>
          <a:ext cx="11728450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37360" imgH="660240" progId="Equation.DSMT4">
                  <p:embed/>
                </p:oleObj>
              </mc:Choice>
              <mc:Fallback>
                <p:oleObj name="Equation" r:id="rId4" imgW="7137360" imgH="660240" progId="Equation.DSMT4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2B182F70-DFCD-4617-9D26-7F1F3EA5B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99" y="5197793"/>
                        <a:ext cx="11728450" cy="1084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9114EE73-48E1-4792-BAAF-48512BCA2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9439" y="2993404"/>
            <a:ext cx="3185795" cy="19411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3712695-E120-46FD-9B5A-C7981A14E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3266" y="2993403"/>
            <a:ext cx="3544505" cy="194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5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DEFE4-4786-4941-9743-40885B6D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Differentiation rules</a:t>
            </a:r>
            <a:endParaRPr lang="zh-CN" alt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1001397-0D6C-4B4B-B957-C004EEED860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711113"/>
              </p:ext>
            </p:extLst>
          </p:nvPr>
        </p:nvGraphicFramePr>
        <p:xfrm>
          <a:off x="1046163" y="2035175"/>
          <a:ext cx="9764712" cy="412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62360" imgH="2349360" progId="Equation.DSMT4">
                  <p:embed/>
                </p:oleObj>
              </mc:Choice>
              <mc:Fallback>
                <p:oleObj name="Equation" r:id="rId2" imgW="5562360" imgH="234936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1001397-0D6C-4B4B-B957-C004EEED86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2035175"/>
                        <a:ext cx="9764712" cy="412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649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773BB-1058-43E3-8847-B39C5415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AC950DC-28D8-4EEA-8321-9B6BAED179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819800"/>
              </p:ext>
            </p:extLst>
          </p:nvPr>
        </p:nvGraphicFramePr>
        <p:xfrm>
          <a:off x="1146336" y="1843088"/>
          <a:ext cx="5243033" cy="427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1676160" progId="Equation.DSMT4">
                  <p:embed/>
                </p:oleObj>
              </mc:Choice>
              <mc:Fallback>
                <p:oleObj name="Equation" r:id="rId2" imgW="2057400" imgH="16761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AC950DC-28D8-4EEA-8321-9B6BAED17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6336" y="1843088"/>
                        <a:ext cx="5243033" cy="427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0724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773BB-1058-43E3-8847-B39C5415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AC950DC-28D8-4EEA-8321-9B6BAED179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6336" y="1843088"/>
          <a:ext cx="5243033" cy="427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1676160" progId="Equation.DSMT4">
                  <p:embed/>
                </p:oleObj>
              </mc:Choice>
              <mc:Fallback>
                <p:oleObj name="Equation" r:id="rId2" imgW="2057400" imgH="16761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AC950DC-28D8-4EEA-8321-9B6BAED17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6336" y="1843088"/>
                        <a:ext cx="5243033" cy="427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D0A7496-CD61-4CB9-8AB6-C5F424E2E18C}"/>
              </a:ext>
            </a:extLst>
          </p:cNvPr>
          <p:cNvSpPr/>
          <p:nvPr/>
        </p:nvSpPr>
        <p:spPr>
          <a:xfrm>
            <a:off x="6654799" y="1153299"/>
            <a:ext cx="5347139" cy="1815882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/>
              <a:t>M</a:t>
            </a:r>
            <a:r>
              <a:rPr lang="zh-CN" altLang="en-US" sz="2800" dirty="0"/>
              <a:t>ultiple-valued functions </a:t>
            </a:r>
            <a:r>
              <a:rPr lang="en-US" altLang="zh-CN" sz="2800" dirty="0"/>
              <a:t>require </a:t>
            </a:r>
          </a:p>
          <a:p>
            <a:r>
              <a:rPr lang="en-US" altLang="zh-CN" sz="2800" dirty="0"/>
              <a:t>special treatment:</a:t>
            </a:r>
          </a:p>
          <a:p>
            <a:pPr marL="514350" indent="-514350">
              <a:buAutoNum type="arabicParenR"/>
            </a:pPr>
            <a:r>
              <a:rPr lang="en-US" altLang="zh-CN" sz="2800" dirty="0"/>
              <a:t>f(z)=ln(z)</a:t>
            </a:r>
          </a:p>
          <a:p>
            <a:pPr marL="514350" indent="-514350">
              <a:buAutoNum type="arabicParenR"/>
            </a:pPr>
            <a:r>
              <a:rPr lang="en-US" altLang="zh-CN" sz="2800" dirty="0"/>
              <a:t>f(z)=z</a:t>
            </a:r>
            <a:r>
              <a:rPr lang="en-US" altLang="zh-CN" sz="2800" baseline="30000" dirty="0"/>
              <a:t>a  </a:t>
            </a:r>
            <a:r>
              <a:rPr lang="en-US" altLang="zh-CN" sz="1600" dirty="0"/>
              <a:t>(a is a real number)</a:t>
            </a:r>
            <a:endParaRPr lang="en-US" altLang="zh-CN" sz="1600" baseline="30000" dirty="0"/>
          </a:p>
        </p:txBody>
      </p:sp>
    </p:spTree>
    <p:extLst>
      <p:ext uri="{BB962C8B-B14F-4D97-AF65-F5344CB8AC3E}">
        <p14:creationId xmlns:p14="http://schemas.microsoft.com/office/powerpoint/2010/main" val="12463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BA08ED-38CD-4188-AA2A-9D02F3707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567977"/>
              </p:ext>
            </p:extLst>
          </p:nvPr>
        </p:nvGraphicFramePr>
        <p:xfrm>
          <a:off x="2321560" y="691197"/>
          <a:ext cx="7274243" cy="908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253800" progId="Equation.DSMT4">
                  <p:embed/>
                </p:oleObj>
              </mc:Choice>
              <mc:Fallback>
                <p:oleObj name="Equation" r:id="rId2" imgW="203184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9BA08ED-38CD-4188-AA2A-9D02F37070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1560" y="691197"/>
                        <a:ext cx="7274243" cy="908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2077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FF260-B1E0-431A-84DA-2BB28B4B4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98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3600" b="1" u="sng" dirty="0"/>
              <a:t>Singular point</a:t>
            </a:r>
          </a:p>
          <a:p>
            <a:pPr marL="0" indent="0" algn="just">
              <a:buNone/>
            </a:pPr>
            <a:r>
              <a:rPr lang="en-US" altLang="zh-CN" dirty="0"/>
              <a:t>Many complex functions are analytic everywhere in the complex plane except at isolated points, which are called the singular points or singularities of the function.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5132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F0ABB-79BF-40CB-8302-327B79F3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Power series of complex variable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EC4701A-9E4E-4EA2-BF3D-2D7F0BB5C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3020" y="2150500"/>
            <a:ext cx="8317378" cy="15274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5E7F887-E98A-440F-BB9F-5A066AC48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96" y="3981767"/>
            <a:ext cx="11067993" cy="142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04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4B5D2-6413-4368-A4D6-31980EBA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Circle of convergence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53193F-BA58-4189-8A7E-0AF266C8B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Determination of the radius of convergence 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algn="just"/>
            <a:r>
              <a:rPr lang="en-US" altLang="zh-CN" dirty="0"/>
              <a:t>The radius of convergence of the Taylor series of a function about z=z</a:t>
            </a:r>
            <a:r>
              <a:rPr lang="en-US" altLang="zh-CN" baseline="-25000" dirty="0"/>
              <a:t>0</a:t>
            </a:r>
            <a:r>
              <a:rPr lang="en-US" altLang="zh-CN" dirty="0"/>
              <a:t> is equal to the distance of the nearest singular point of the function from z</a:t>
            </a:r>
            <a:r>
              <a:rPr lang="en-US" altLang="zh-CN" baseline="-25000" dirty="0"/>
              <a:t>0</a:t>
            </a:r>
            <a:r>
              <a:rPr lang="en-US" altLang="zh-CN" dirty="0"/>
              <a:t>.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7FD7A38-558D-4910-989A-6CB7F994F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33476"/>
              </p:ext>
            </p:extLst>
          </p:nvPr>
        </p:nvGraphicFramePr>
        <p:xfrm>
          <a:off x="2594928" y="2386013"/>
          <a:ext cx="6451600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7760" imgH="711000" progId="Equation.DSMT4">
                  <p:embed/>
                </p:oleObj>
              </mc:Choice>
              <mc:Fallback>
                <p:oleObj name="Equation" r:id="rId2" imgW="3047760" imgH="7110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7FD7A38-558D-4910-989A-6CB7F994F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94928" y="2386013"/>
                        <a:ext cx="6451600" cy="1506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0" name="Picture 2" descr="See the source image">
            <a:extLst>
              <a:ext uri="{FF2B5EF4-FFF2-40B4-BE49-F238E27FC236}">
                <a16:creationId xmlns:a16="http://schemas.microsoft.com/office/drawing/2014/main" id="{9A6C38BD-205B-4E49-B67D-A7BF3DBF2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380" y="4782979"/>
            <a:ext cx="2014220" cy="201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848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0F347-D334-4A19-ADA0-32CB06D9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Taylor series for an analytic function</a:t>
            </a:r>
            <a:endParaRPr lang="zh-CN" alt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249CD31-29B9-4930-AD50-B43532EACC33}"/>
              </a:ext>
            </a:extLst>
          </p:cNvPr>
          <p:cNvSpPr txBox="1"/>
          <p:nvPr/>
        </p:nvSpPr>
        <p:spPr>
          <a:xfrm>
            <a:off x="2465971" y="1547076"/>
            <a:ext cx="6507582" cy="400110"/>
          </a:xfrm>
          <a:prstGeom prst="rect">
            <a:avLst/>
          </a:prstGeom>
          <a:solidFill>
            <a:srgbClr val="C5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000" u="sng" dirty="0">
                <a:latin typeface="Arial" pitchFamily="34" charset="0"/>
                <a:cs typeface="Arial" pitchFamily="34" charset="0"/>
              </a:rPr>
              <a:t>derivative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of an analytic function is also analytic. 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DEE3436D-43AB-45EF-AF57-9E15AD70A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591265"/>
              </p:ext>
            </p:extLst>
          </p:nvPr>
        </p:nvGraphicFramePr>
        <p:xfrm>
          <a:off x="4675436" y="2207834"/>
          <a:ext cx="1642736" cy="410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53800" progId="Equation.DSMT4">
                  <p:embed/>
                </p:oleObj>
              </mc:Choice>
              <mc:Fallback>
                <p:oleObj name="Equation" r:id="rId2" imgW="1015920" imgH="253800" progId="Equation.DSMT4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DEE3436D-43AB-45EF-AF57-9E15AD70AC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5436" y="2207834"/>
                        <a:ext cx="1642736" cy="4106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own Arrow 3">
            <a:extLst>
              <a:ext uri="{FF2B5EF4-FFF2-40B4-BE49-F238E27FC236}">
                <a16:creationId xmlns:a16="http://schemas.microsoft.com/office/drawing/2014/main" id="{38639334-76DB-4691-BC1B-6364A28896D4}"/>
              </a:ext>
            </a:extLst>
          </p:cNvPr>
          <p:cNvSpPr/>
          <p:nvPr/>
        </p:nvSpPr>
        <p:spPr>
          <a:xfrm>
            <a:off x="5348689" y="2782542"/>
            <a:ext cx="231354" cy="284427"/>
          </a:xfrm>
          <a:prstGeom prst="downArrow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1A9867B5-D7C0-4180-B34B-2F20BE626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297280"/>
              </p:ext>
            </p:extLst>
          </p:nvPr>
        </p:nvGraphicFramePr>
        <p:xfrm>
          <a:off x="4730663" y="3397572"/>
          <a:ext cx="1587508" cy="387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253800" progId="Equation.DSMT4">
                  <p:embed/>
                </p:oleObj>
              </mc:Choice>
              <mc:Fallback>
                <p:oleObj name="Equation" r:id="rId4" imgW="1041120" imgH="25380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1A9867B5-D7C0-4180-B34B-2F20BE62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663" y="3397572"/>
                        <a:ext cx="1587508" cy="387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9117A9E9-2A02-48BF-A8AC-3C5322956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830726"/>
              </p:ext>
            </p:extLst>
          </p:nvPr>
        </p:nvGraphicFramePr>
        <p:xfrm>
          <a:off x="4692549" y="4563823"/>
          <a:ext cx="1839863" cy="432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280" imgH="253800" progId="Equation.DSMT4">
                  <p:embed/>
                </p:oleObj>
              </mc:Choice>
              <mc:Fallback>
                <p:oleObj name="Equation" r:id="rId6" imgW="1079280" imgH="253800" progId="Equation.DSMT4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9117A9E9-2A02-48BF-A8AC-3C53229563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92549" y="4563823"/>
                        <a:ext cx="1839863" cy="4329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own Arrow 12">
            <a:extLst>
              <a:ext uri="{FF2B5EF4-FFF2-40B4-BE49-F238E27FC236}">
                <a16:creationId xmlns:a16="http://schemas.microsoft.com/office/drawing/2014/main" id="{6221F7FD-9768-4799-87B3-FB1918A76662}"/>
              </a:ext>
            </a:extLst>
          </p:cNvPr>
          <p:cNvSpPr/>
          <p:nvPr/>
        </p:nvSpPr>
        <p:spPr>
          <a:xfrm>
            <a:off x="5381127" y="3973158"/>
            <a:ext cx="231354" cy="284427"/>
          </a:xfrm>
          <a:prstGeom prst="downArrow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14">
            <a:extLst>
              <a:ext uri="{FF2B5EF4-FFF2-40B4-BE49-F238E27FC236}">
                <a16:creationId xmlns:a16="http://schemas.microsoft.com/office/drawing/2014/main" id="{4C0E4860-59B7-4D1D-9FAB-FCF1628D551E}"/>
              </a:ext>
            </a:extLst>
          </p:cNvPr>
          <p:cNvSpPr/>
          <p:nvPr/>
        </p:nvSpPr>
        <p:spPr>
          <a:xfrm>
            <a:off x="5432710" y="5154497"/>
            <a:ext cx="231354" cy="284427"/>
          </a:xfrm>
          <a:prstGeom prst="downArrow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19E9ECBB-D7EC-4A06-B8BC-12B28E8224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01813"/>
              </p:ext>
            </p:extLst>
          </p:nvPr>
        </p:nvGraphicFramePr>
        <p:xfrm>
          <a:off x="5391530" y="5609903"/>
          <a:ext cx="356690" cy="83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5960" imgH="177480" progId="Equation.DSMT4">
                  <p:embed/>
                </p:oleObj>
              </mc:Choice>
              <mc:Fallback>
                <p:oleObj name="Equation" r:id="rId8" imgW="75960" imgH="177480" progId="Equation.DSMT4">
                  <p:embed/>
                  <p:pic>
                    <p:nvPicPr>
                      <p:cNvPr id="11" name="Object 8">
                        <a:extLst>
                          <a:ext uri="{FF2B5EF4-FFF2-40B4-BE49-F238E27FC236}">
                            <a16:creationId xmlns:a16="http://schemas.microsoft.com/office/drawing/2014/main" id="{19E9ECBB-D7EC-4A06-B8BC-12B28E8224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91530" y="5609903"/>
                        <a:ext cx="356690" cy="83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9">
            <a:extLst>
              <a:ext uri="{FF2B5EF4-FFF2-40B4-BE49-F238E27FC236}">
                <a16:creationId xmlns:a16="http://schemas.microsoft.com/office/drawing/2014/main" id="{E360354A-04D4-4D33-AA86-29AC70704E53}"/>
              </a:ext>
            </a:extLst>
          </p:cNvPr>
          <p:cNvSpPr txBox="1"/>
          <p:nvPr/>
        </p:nvSpPr>
        <p:spPr>
          <a:xfrm>
            <a:off x="7031717" y="3511493"/>
            <a:ext cx="295252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Hence, 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derivatives of an analytic function are also analytic.</a:t>
            </a:r>
          </a:p>
        </p:txBody>
      </p:sp>
    </p:spTree>
    <p:extLst>
      <p:ext uri="{BB962C8B-B14F-4D97-AF65-F5344CB8AC3E}">
        <p14:creationId xmlns:p14="http://schemas.microsoft.com/office/powerpoint/2010/main" val="4122476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7BA4F-CA41-4C52-B8BD-74397DA8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Taylor series for an analytic function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470CE5C-CE49-4CD3-8779-98DECB260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812761"/>
              </p:ext>
            </p:extLst>
          </p:nvPr>
        </p:nvGraphicFramePr>
        <p:xfrm>
          <a:off x="415925" y="2024063"/>
          <a:ext cx="10566400" cy="384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560" imgH="1358640" progId="Equation.DSMT4">
                  <p:embed/>
                </p:oleObj>
              </mc:Choice>
              <mc:Fallback>
                <p:oleObj name="Equation" r:id="rId2" imgW="3733560" imgH="1358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470CE5C-CE49-4CD3-8779-98DECB2609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5925" y="2024063"/>
                        <a:ext cx="10566400" cy="384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3475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4DD75-C4A1-4FBE-A45D-EC66E1B7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Real analytic function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D1D290-A829-4122-A63E-5DFAEDD36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f(x) is said to be analytic at x</a:t>
            </a:r>
            <a:r>
              <a:rPr lang="en-US" altLang="zh-CN" baseline="-25000" dirty="0"/>
              <a:t>0</a:t>
            </a:r>
            <a:r>
              <a:rPr lang="en-US" altLang="zh-CN" dirty="0"/>
              <a:t> if it has Taylor series at x</a:t>
            </a:r>
            <a:r>
              <a:rPr lang="en-US" altLang="zh-CN" baseline="-25000" dirty="0"/>
              <a:t>0.</a:t>
            </a:r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FD68C20-5460-499F-9DF6-8896638E8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349966"/>
              </p:ext>
            </p:extLst>
          </p:nvPr>
        </p:nvGraphicFramePr>
        <p:xfrm>
          <a:off x="2476500" y="3190240"/>
          <a:ext cx="6139314" cy="90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360" imgH="482400" progId="Equation.DSMT4">
                  <p:embed/>
                </p:oleObj>
              </mc:Choice>
              <mc:Fallback>
                <p:oleObj name="Equation" r:id="rId2" imgW="3276360" imgH="482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FD68C20-5460-499F-9DF6-8896638E87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6500" y="3190240"/>
                        <a:ext cx="6139314" cy="904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1824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C74CA-705C-41EB-95FF-6F33DAC3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Taylor series in common use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5089BB5-4E5A-460F-B01A-FA88F06D6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904" y="1967865"/>
            <a:ext cx="71379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01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FF260-B1E0-431A-84DA-2BB28B4B4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98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3600" b="1" u="sng" dirty="0"/>
              <a:t>Singular point</a:t>
            </a:r>
          </a:p>
          <a:p>
            <a:pPr marL="0" indent="0" algn="just">
              <a:buNone/>
            </a:pPr>
            <a:r>
              <a:rPr lang="en-US" altLang="zh-CN" dirty="0"/>
              <a:t>Many complex functions are analytic everywhere in the complex plane except at isolated points, which are called the singular points or singularities of the function.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C48EF79-2866-481C-8834-4539B7CEFF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8638" y="4318001"/>
          <a:ext cx="5455602" cy="932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419040" progId="Equation.DSMT4">
                  <p:embed/>
                </p:oleObj>
              </mc:Choice>
              <mc:Fallback>
                <p:oleObj name="Equation" r:id="rId2" imgW="245088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C48EF79-2866-481C-8834-4539B7CEFF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68638" y="4318001"/>
                        <a:ext cx="5455602" cy="932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1205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676A9-0524-489C-B328-523CB315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Classification of singular points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5873B1-9E23-4CEB-9156-99263D786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Movable singularities, e.g.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Poles, .e.g.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Essential singularities, e.g.</a:t>
            </a:r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E8E6795-ECD9-487F-90EA-A6AB8AFE2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165080"/>
              </p:ext>
            </p:extLst>
          </p:nvPr>
        </p:nvGraphicFramePr>
        <p:xfrm>
          <a:off x="4198620" y="2458403"/>
          <a:ext cx="1687196" cy="843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393480" progId="Equation.DSMT4">
                  <p:embed/>
                </p:oleObj>
              </mc:Choice>
              <mc:Fallback>
                <p:oleObj name="Equation" r:id="rId2" imgW="78732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E8E6795-ECD9-487F-90EA-A6AB8AFE2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98620" y="2458403"/>
                        <a:ext cx="1687196" cy="843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3ECC2B5-8430-47C2-A0EF-F8C7E3C9E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842296"/>
              </p:ext>
            </p:extLst>
          </p:nvPr>
        </p:nvGraphicFramePr>
        <p:xfrm>
          <a:off x="4198620" y="3800475"/>
          <a:ext cx="28035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393480" progId="Equation.DSMT4">
                  <p:embed/>
                </p:oleObj>
              </mc:Choice>
              <mc:Fallback>
                <p:oleObj name="Equation" r:id="rId4" imgW="130788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3ECC2B5-8430-47C2-A0EF-F8C7E3C9E5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98620" y="3800475"/>
                        <a:ext cx="2803525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6E7B54D-D20F-4F6C-B2FF-1D402A639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626918"/>
              </p:ext>
            </p:extLst>
          </p:nvPr>
        </p:nvGraphicFramePr>
        <p:xfrm>
          <a:off x="4375150" y="5411788"/>
          <a:ext cx="1335088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330120" progId="Equation.DSMT4">
                  <p:embed/>
                </p:oleObj>
              </mc:Choice>
              <mc:Fallback>
                <p:oleObj name="Equation" r:id="rId6" imgW="622080" imgH="330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6E7B54D-D20F-4F6C-B2FF-1D402A639C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75150" y="5411788"/>
                        <a:ext cx="1335088" cy="706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7830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FA894-E250-4A98-A47C-C61890FF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Movable singularities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33C26C4-B3CF-40F1-94D1-F936D9F943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120432"/>
              </p:ext>
            </p:extLst>
          </p:nvPr>
        </p:nvGraphicFramePr>
        <p:xfrm>
          <a:off x="2313623" y="2205037"/>
          <a:ext cx="650875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1960" imgH="888840" progId="Equation.DSMT4">
                  <p:embed/>
                </p:oleObj>
              </mc:Choice>
              <mc:Fallback>
                <p:oleObj name="Equation" r:id="rId2" imgW="2361960" imgH="8888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33C26C4-B3CF-40F1-94D1-F936D9F943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13623" y="2205037"/>
                        <a:ext cx="6508750" cy="2447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4860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708E1-FD1C-47B0-8A05-CCD5D1FC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6296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The order of Poles: </a:t>
            </a:r>
            <a:br>
              <a:rPr lang="en-US" altLang="zh-CN" dirty="0"/>
            </a:br>
            <a:br>
              <a:rPr lang="zh-CN" altLang="en-US" dirty="0"/>
            </a:b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D9DB70C-3EE6-48CF-8751-21DA2C8547C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580253"/>
              </p:ext>
            </p:extLst>
          </p:nvPr>
        </p:nvGraphicFramePr>
        <p:xfrm>
          <a:off x="2258356" y="2555954"/>
          <a:ext cx="6608150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520" imgH="431640" progId="Equation.DSMT4">
                  <p:embed/>
                </p:oleObj>
              </mc:Choice>
              <mc:Fallback>
                <p:oleObj name="Equation" r:id="rId3" imgW="2387520" imgH="431640" progId="Equation.DSMT4">
                  <p:embed/>
                  <p:pic>
                    <p:nvPicPr>
                      <p:cNvPr id="4" name="内容占位符 3">
                        <a:extLst>
                          <a:ext uri="{FF2B5EF4-FFF2-40B4-BE49-F238E27FC236}">
                            <a16:creationId xmlns:a16="http://schemas.microsoft.com/office/drawing/2014/main" id="{0D9DB70C-3EE6-48CF-8751-21DA2C8547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8356" y="2555954"/>
                        <a:ext cx="6608150" cy="1194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82A9648-B518-4B01-BDC3-D6C2DFF8C4AB}"/>
              </a:ext>
            </a:extLst>
          </p:cNvPr>
          <p:cNvSpPr/>
          <p:nvPr/>
        </p:nvSpPr>
        <p:spPr>
          <a:xfrm>
            <a:off x="3627120" y="5127675"/>
            <a:ext cx="8158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A simple pole is a pole of order 1. A double pole is one of order 2, etc</a:t>
            </a:r>
          </a:p>
        </p:txBody>
      </p:sp>
    </p:spTree>
    <p:extLst>
      <p:ext uri="{BB962C8B-B14F-4D97-AF65-F5344CB8AC3E}">
        <p14:creationId xmlns:p14="http://schemas.microsoft.com/office/powerpoint/2010/main" val="416104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FE6FCF9-65D5-4A32-BC51-CEA78693A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66" y="670559"/>
            <a:ext cx="8021554" cy="54591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3F7781-9A4A-4059-A3B9-6DC560A7D564}"/>
              </a:ext>
            </a:extLst>
          </p:cNvPr>
          <p:cNvSpPr txBox="1"/>
          <p:nvPr/>
        </p:nvSpPr>
        <p:spPr>
          <a:xfrm>
            <a:off x="9022080" y="618744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pp-139, </a:t>
            </a:r>
            <a:r>
              <a:rPr lang="zh-CN" altLang="en-US" dirty="0"/>
              <a:t>剑桥讲义</a:t>
            </a:r>
          </a:p>
        </p:txBody>
      </p:sp>
    </p:spTree>
    <p:extLst>
      <p:ext uri="{BB962C8B-B14F-4D97-AF65-F5344CB8AC3E}">
        <p14:creationId xmlns:p14="http://schemas.microsoft.com/office/powerpoint/2010/main" val="155287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199D3-6381-4A26-89C1-8820F0DE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Essential singularities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E608D73-116F-4A5E-9825-E00BA49D26E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968331"/>
              </p:ext>
            </p:extLst>
          </p:nvPr>
        </p:nvGraphicFramePr>
        <p:xfrm>
          <a:off x="1401762" y="2768917"/>
          <a:ext cx="10035186" cy="1193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32040" imgH="431640" progId="Equation.DSMT4">
                  <p:embed/>
                </p:oleObj>
              </mc:Choice>
              <mc:Fallback>
                <p:oleObj name="Equation" r:id="rId2" imgW="3632040" imgH="431640" progId="Equation.DSMT4">
                  <p:embed/>
                  <p:pic>
                    <p:nvPicPr>
                      <p:cNvPr id="4" name="内容占位符 3">
                        <a:extLst>
                          <a:ext uri="{FF2B5EF4-FFF2-40B4-BE49-F238E27FC236}">
                            <a16:creationId xmlns:a16="http://schemas.microsoft.com/office/drawing/2014/main" id="{6E608D73-116F-4A5E-9825-E00BA49D26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01762" y="2768917"/>
                        <a:ext cx="10035186" cy="1193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0959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199D3-6381-4A26-89C1-8820F0DE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Essential singularities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E608D73-116F-4A5E-9825-E00BA49D26E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679539"/>
              </p:ext>
            </p:extLst>
          </p:nvPr>
        </p:nvGraphicFramePr>
        <p:xfrm>
          <a:off x="1804035" y="2311400"/>
          <a:ext cx="9063990" cy="278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32040" imgH="1117440" progId="Equation.DSMT4">
                  <p:embed/>
                </p:oleObj>
              </mc:Choice>
              <mc:Fallback>
                <p:oleObj name="Equation" r:id="rId2" imgW="3632040" imgH="1117440" progId="Equation.DSMT4">
                  <p:embed/>
                  <p:pic>
                    <p:nvPicPr>
                      <p:cNvPr id="4" name="内容占位符 3">
                        <a:extLst>
                          <a:ext uri="{FF2B5EF4-FFF2-40B4-BE49-F238E27FC236}">
                            <a16:creationId xmlns:a16="http://schemas.microsoft.com/office/drawing/2014/main" id="{6E608D73-116F-4A5E-9825-E00BA49D26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04035" y="2311400"/>
                        <a:ext cx="9063990" cy="2788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979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80AC8-5B37-46A4-9D35-890770D6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Laurent series in annulus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FDD20EC-A4B0-497D-B421-BC5599CBFA7B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615878"/>
              </p:ext>
            </p:extLst>
          </p:nvPr>
        </p:nvGraphicFramePr>
        <p:xfrm>
          <a:off x="969327" y="2278539"/>
          <a:ext cx="10913145" cy="2300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16320" imgH="888840" progId="Equation.DSMT4">
                  <p:embed/>
                </p:oleObj>
              </mc:Choice>
              <mc:Fallback>
                <p:oleObj name="Equation" r:id="rId2" imgW="4216320" imgH="888840" progId="Equation.DSMT4">
                  <p:embed/>
                  <p:pic>
                    <p:nvPicPr>
                      <p:cNvPr id="4" name="内容占位符 3">
                        <a:extLst>
                          <a:ext uri="{FF2B5EF4-FFF2-40B4-BE49-F238E27FC236}">
                            <a16:creationId xmlns:a16="http://schemas.microsoft.com/office/drawing/2014/main" id="{4FDD20EC-A4B0-497D-B421-BC5599CBF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9327" y="2278539"/>
                        <a:ext cx="10913145" cy="2300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687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2BB540F-B49A-4C72-A829-749625E60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19134"/>
              </p:ext>
            </p:extLst>
          </p:nvPr>
        </p:nvGraphicFramePr>
        <p:xfrm>
          <a:off x="783908" y="548640"/>
          <a:ext cx="68199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120" imgH="393480" progId="Equation.DSMT4">
                  <p:embed/>
                </p:oleObj>
              </mc:Choice>
              <mc:Fallback>
                <p:oleObj name="Equation" r:id="rId2" imgW="261612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2BB540F-B49A-4C72-A829-749625E606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3908" y="548640"/>
                        <a:ext cx="6819900" cy="102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8176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2BB540F-B49A-4C72-A829-749625E60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245997"/>
              </p:ext>
            </p:extLst>
          </p:nvPr>
        </p:nvGraphicFramePr>
        <p:xfrm>
          <a:off x="1033463" y="434975"/>
          <a:ext cx="864076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419040" progId="Equation.DSMT4">
                  <p:embed/>
                </p:oleObj>
              </mc:Choice>
              <mc:Fallback>
                <p:oleObj name="Equation" r:id="rId2" imgW="331452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2BB540F-B49A-4C72-A829-749625E606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3463" y="434975"/>
                        <a:ext cx="8640762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7321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EC0BD-67CF-4B8D-BADD-409C21AF6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Zeros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3DF3E7-8ABF-4F78-B537-DF4C80B1C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6905"/>
            <a:ext cx="9629775" cy="18859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A52CCEC-0440-4C79-BF95-8CA3FA43B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68800"/>
            <a:ext cx="89249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46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35D53-FEC9-4C0A-A795-BAD7EA8D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Zero and Pole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3248063-8955-4ED6-9355-B5D66E6FA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142" y="2748978"/>
            <a:ext cx="10346823" cy="231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82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7DD39-C184-4EAF-9E3F-4F8F8497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94B646-9C75-4312-B1A8-922D9F5A6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existence of derivative is a surprisingly strong condition for complex functions </a:t>
            </a:r>
          </a:p>
          <a:p>
            <a:pPr marL="0" indent="0">
              <a:buNone/>
            </a:pPr>
            <a:r>
              <a:rPr lang="en-US" altLang="zh-CN" dirty="0"/>
              <a:t>             - CR equation</a:t>
            </a:r>
          </a:p>
          <a:p>
            <a:pPr marL="0" indent="0">
              <a:buNone/>
            </a:pPr>
            <a:r>
              <a:rPr lang="en-US" altLang="zh-CN" dirty="0"/>
              <a:t>             - Cauchy Theorem</a:t>
            </a:r>
          </a:p>
          <a:p>
            <a:pPr marL="0" indent="0">
              <a:buNone/>
            </a:pPr>
            <a:r>
              <a:rPr lang="en-US" altLang="zh-CN" dirty="0"/>
              <a:t>             - Cauchy formula </a:t>
            </a:r>
          </a:p>
          <a:p>
            <a:pPr marL="0" indent="0">
              <a:buNone/>
            </a:pPr>
            <a:r>
              <a:rPr lang="en-US" altLang="zh-CN" dirty="0"/>
              <a:t>             - Analytic (power series)</a:t>
            </a:r>
          </a:p>
          <a:p>
            <a:endParaRPr lang="en-US" altLang="zh-CN" dirty="0"/>
          </a:p>
          <a:p>
            <a:r>
              <a:rPr lang="en-US" altLang="zh-CN" dirty="0"/>
              <a:t>Laurent series is a generalization of power series.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633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15105</TotalTime>
  <Words>393</Words>
  <Application>Microsoft Office PowerPoint</Application>
  <PresentationFormat>宽屏</PresentationFormat>
  <Paragraphs>75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等线</vt:lpstr>
      <vt:lpstr>等线 Light</vt:lpstr>
      <vt:lpstr>Arial</vt:lpstr>
      <vt:lpstr>Office 主题​​</vt:lpstr>
      <vt:lpstr>Equation</vt:lpstr>
      <vt:lpstr>Infinite series for complex variable</vt:lpstr>
      <vt:lpstr>Function of a complex variable </vt:lpstr>
      <vt:lpstr>Function of a complex variable </vt:lpstr>
      <vt:lpstr>How to plot a complex function?</vt:lpstr>
      <vt:lpstr>Limit and continuity </vt:lpstr>
      <vt:lpstr>Limit and continuity </vt:lpstr>
      <vt:lpstr>Differentiation </vt:lpstr>
      <vt:lpstr>Differentiation </vt:lpstr>
      <vt:lpstr>Differentiation </vt:lpstr>
      <vt:lpstr> Cauchy-Riemann equations </vt:lpstr>
      <vt:lpstr> Cauchy-Riemann equations </vt:lpstr>
      <vt:lpstr>PowerPoint 演示文稿</vt:lpstr>
      <vt:lpstr>Analytic function</vt:lpstr>
      <vt:lpstr>Differentiation rules</vt:lpstr>
      <vt:lpstr>Examples</vt:lpstr>
      <vt:lpstr>Examples</vt:lpstr>
      <vt:lpstr>PowerPoint 演示文稿</vt:lpstr>
      <vt:lpstr>PowerPoint 演示文稿</vt:lpstr>
      <vt:lpstr>Power series of complex variable</vt:lpstr>
      <vt:lpstr>Circle of convergence</vt:lpstr>
      <vt:lpstr>Taylor series for an analytic function</vt:lpstr>
      <vt:lpstr>Taylor series for an analytic function</vt:lpstr>
      <vt:lpstr>Real analytic function </vt:lpstr>
      <vt:lpstr>Taylor series in common use</vt:lpstr>
      <vt:lpstr>PowerPoint 演示文稿</vt:lpstr>
      <vt:lpstr>Classification of singular points</vt:lpstr>
      <vt:lpstr>Movable singularities</vt:lpstr>
      <vt:lpstr> The order of Poles:   </vt:lpstr>
      <vt:lpstr>PowerPoint 演示文稿</vt:lpstr>
      <vt:lpstr>Essential singularities</vt:lpstr>
      <vt:lpstr>Essential singularities</vt:lpstr>
      <vt:lpstr>Laurent series in annulus</vt:lpstr>
      <vt:lpstr>PowerPoint 演示文稿</vt:lpstr>
      <vt:lpstr>PowerPoint 演示文稿</vt:lpstr>
      <vt:lpstr>Zeros</vt:lpstr>
      <vt:lpstr>Zero and Pole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series (III)</dc:title>
  <dc:creator>达 周</dc:creator>
  <cp:lastModifiedBy>达 周</cp:lastModifiedBy>
  <cp:revision>22</cp:revision>
  <dcterms:created xsi:type="dcterms:W3CDTF">2020-01-22T12:05:17Z</dcterms:created>
  <dcterms:modified xsi:type="dcterms:W3CDTF">2021-03-21T09:45:45Z</dcterms:modified>
</cp:coreProperties>
</file>