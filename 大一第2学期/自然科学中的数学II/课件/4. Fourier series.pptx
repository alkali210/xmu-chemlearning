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304" r:id="rId6"/>
    <p:sldId id="305" r:id="rId7"/>
    <p:sldId id="306" r:id="rId8"/>
    <p:sldId id="307" r:id="rId9"/>
    <p:sldId id="308" r:id="rId10"/>
    <p:sldId id="309" r:id="rId11"/>
    <p:sldId id="335" r:id="rId12"/>
    <p:sldId id="328" r:id="rId13"/>
    <p:sldId id="263" r:id="rId14"/>
    <p:sldId id="265" r:id="rId15"/>
    <p:sldId id="264" r:id="rId16"/>
    <p:sldId id="337" r:id="rId17"/>
    <p:sldId id="266" r:id="rId18"/>
    <p:sldId id="269" r:id="rId19"/>
    <p:sldId id="272" r:id="rId20"/>
    <p:sldId id="273" r:id="rId21"/>
    <p:sldId id="274" r:id="rId22"/>
    <p:sldId id="275" r:id="rId23"/>
    <p:sldId id="276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3" r:id="rId43"/>
    <p:sldId id="329" r:id="rId44"/>
    <p:sldId id="302" r:id="rId45"/>
    <p:sldId id="330" r:id="rId46"/>
    <p:sldId id="331" r:id="rId47"/>
    <p:sldId id="332" r:id="rId48"/>
    <p:sldId id="339" r:id="rId49"/>
    <p:sldId id="333" r:id="rId50"/>
    <p:sldId id="311" r:id="rId51"/>
    <p:sldId id="312" r:id="rId52"/>
    <p:sldId id="313" r:id="rId53"/>
    <p:sldId id="315" r:id="rId54"/>
    <p:sldId id="314" r:id="rId55"/>
    <p:sldId id="316" r:id="rId56"/>
    <p:sldId id="317" r:id="rId57"/>
    <p:sldId id="318" r:id="rId58"/>
    <p:sldId id="319" r:id="rId59"/>
    <p:sldId id="321" r:id="rId60"/>
    <p:sldId id="322" r:id="rId61"/>
    <p:sldId id="334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7FFC874E-9BA0-4521-BA07-2FD4149E63BB}"/>
    <pc:docChg chg="delSld modSld">
      <pc:chgData name="达 周" userId="d3c3af45359772bc" providerId="LiveId" clId="{7FFC874E-9BA0-4521-BA07-2FD4149E63BB}" dt="2023-04-16T05:45:39.061" v="51" actId="47"/>
      <pc:docMkLst>
        <pc:docMk/>
      </pc:docMkLst>
      <pc:sldChg chg="modAnim">
        <pc:chgData name="达 周" userId="d3c3af45359772bc" providerId="LiveId" clId="{7FFC874E-9BA0-4521-BA07-2FD4149E63BB}" dt="2021-03-23T10:45:40.367" v="0"/>
        <pc:sldMkLst>
          <pc:docMk/>
          <pc:sldMk cId="0" sldId="309"/>
        </pc:sldMkLst>
      </pc:sldChg>
      <pc:sldChg chg="modSp del">
        <pc:chgData name="达 周" userId="d3c3af45359772bc" providerId="LiveId" clId="{7FFC874E-9BA0-4521-BA07-2FD4149E63BB}" dt="2023-04-16T05:45:39.061" v="51" actId="47"/>
        <pc:sldMkLst>
          <pc:docMk/>
          <pc:sldMk cId="4167360068" sldId="340"/>
        </pc:sldMkLst>
        <pc:spChg chg="mod">
          <ac:chgData name="达 周" userId="d3c3af45359772bc" providerId="LiveId" clId="{7FFC874E-9BA0-4521-BA07-2FD4149E63BB}" dt="2022-04-11T08:18:44.094" v="50" actId="114"/>
          <ac:spMkLst>
            <pc:docMk/>
            <pc:sldMk cId="4167360068" sldId="340"/>
            <ac:spMk id="4" creationId="{41AA3EDC-DB40-4453-9CD8-B70ADC8F679D}"/>
          </ac:spMkLst>
        </pc:spChg>
      </pc:sldChg>
    </pc:docChg>
  </pc:docChgLst>
  <pc:docChgLst>
    <pc:chgData name="达 周" userId="d3c3af45359772bc" providerId="LiveId" clId="{A6C430E5-E1FD-4EF5-B3FE-7330205ED2A6}"/>
    <pc:docChg chg="undo redo custSel addSld delSld modSld sldOrd">
      <pc:chgData name="达 周" userId="d3c3af45359772bc" providerId="LiveId" clId="{A6C430E5-E1FD-4EF5-B3FE-7330205ED2A6}" dt="2020-02-26T03:53:53.920" v="1696" actId="20577"/>
      <pc:docMkLst>
        <pc:docMk/>
      </pc:docMkLst>
      <pc:sldChg chg="modSp">
        <pc:chgData name="达 周" userId="d3c3af45359772bc" providerId="LiveId" clId="{A6C430E5-E1FD-4EF5-B3FE-7330205ED2A6}" dt="2020-02-08T12:43:00.787" v="406" actId="20577"/>
        <pc:sldMkLst>
          <pc:docMk/>
          <pc:sldMk cId="1062514107" sldId="256"/>
        </pc:sldMkLst>
        <pc:spChg chg="mod">
          <ac:chgData name="达 周" userId="d3c3af45359772bc" providerId="LiveId" clId="{A6C430E5-E1FD-4EF5-B3FE-7330205ED2A6}" dt="2020-02-08T12:43:00.787" v="406" actId="20577"/>
          <ac:spMkLst>
            <pc:docMk/>
            <pc:sldMk cId="1062514107" sldId="256"/>
            <ac:spMk id="2" creationId="{E99C1446-BAD2-4B4B-BB1A-A7CF72630AAE}"/>
          </ac:spMkLst>
        </pc:spChg>
        <pc:spChg chg="mod">
          <ac:chgData name="达 周" userId="d3c3af45359772bc" providerId="LiveId" clId="{A6C430E5-E1FD-4EF5-B3FE-7330205ED2A6}" dt="2020-02-08T10:36:51.755" v="158" actId="1076"/>
          <ac:spMkLst>
            <pc:docMk/>
            <pc:sldMk cId="1062514107" sldId="256"/>
            <ac:spMk id="3" creationId="{4DB950A0-077F-4F72-91FE-5032ACE54512}"/>
          </ac:spMkLst>
        </pc:spChg>
      </pc:sldChg>
      <pc:sldChg chg="addSp delSp modSp">
        <pc:chgData name="达 周" userId="d3c3af45359772bc" providerId="LiveId" clId="{A6C430E5-E1FD-4EF5-B3FE-7330205ED2A6}" dt="2020-02-08T10:37:14.360" v="161" actId="1076"/>
        <pc:sldMkLst>
          <pc:docMk/>
          <pc:sldMk cId="3432563817" sldId="257"/>
        </pc:sldMkLst>
        <pc:spChg chg="del mod">
          <ac:chgData name="达 周" userId="d3c3af45359772bc" providerId="LiveId" clId="{A6C430E5-E1FD-4EF5-B3FE-7330205ED2A6}" dt="2020-02-08T10:37:07.190" v="159" actId="478"/>
          <ac:spMkLst>
            <pc:docMk/>
            <pc:sldMk cId="3432563817" sldId="257"/>
            <ac:spMk id="2" creationId="{4C7AA90D-5B09-4260-A1BE-EFEB0B7023EF}"/>
          </ac:spMkLst>
        </pc:spChg>
        <pc:spChg chg="del">
          <ac:chgData name="达 周" userId="d3c3af45359772bc" providerId="LiveId" clId="{A6C430E5-E1FD-4EF5-B3FE-7330205ED2A6}" dt="2020-02-02T12:43:13.085" v="34" actId="478"/>
          <ac:spMkLst>
            <pc:docMk/>
            <pc:sldMk cId="3432563817" sldId="257"/>
            <ac:spMk id="3" creationId="{2BECA6F3-17B2-4C4F-90E7-611B4CC2A6B7}"/>
          </ac:spMkLst>
        </pc:spChg>
        <pc:spChg chg="add mod">
          <ac:chgData name="达 周" userId="d3c3af45359772bc" providerId="LiveId" clId="{A6C430E5-E1FD-4EF5-B3FE-7330205ED2A6}" dt="2020-02-08T10:37:14.360" v="161" actId="1076"/>
          <ac:spMkLst>
            <pc:docMk/>
            <pc:sldMk cId="3432563817" sldId="257"/>
            <ac:spMk id="5" creationId="{19F766BA-FB13-49A0-911C-767F14F37367}"/>
          </ac:spMkLst>
        </pc:spChg>
        <pc:spChg chg="add del mod">
          <ac:chgData name="达 周" userId="d3c3af45359772bc" providerId="LiveId" clId="{A6C430E5-E1FD-4EF5-B3FE-7330205ED2A6}" dt="2020-02-08T10:37:09.162" v="160" actId="478"/>
          <ac:spMkLst>
            <pc:docMk/>
            <pc:sldMk cId="3432563817" sldId="257"/>
            <ac:spMk id="9" creationId="{9E98CB1F-80B6-4E59-99F3-D5305E251241}"/>
          </ac:spMkLst>
        </pc:spChg>
        <pc:graphicFrameChg chg="add mod">
          <ac:chgData name="达 周" userId="d3c3af45359772bc" providerId="LiveId" clId="{A6C430E5-E1FD-4EF5-B3FE-7330205ED2A6}" dt="2020-02-08T10:37:14.360" v="161" actId="1076"/>
          <ac:graphicFrameMkLst>
            <pc:docMk/>
            <pc:sldMk cId="3432563817" sldId="257"/>
            <ac:graphicFrameMk id="6" creationId="{091B0C72-5902-41A3-AAAE-F383E440C49B}"/>
          </ac:graphicFrameMkLst>
        </pc:graphicFrameChg>
        <pc:graphicFrameChg chg="add mod">
          <ac:chgData name="达 周" userId="d3c3af45359772bc" providerId="LiveId" clId="{A6C430E5-E1FD-4EF5-B3FE-7330205ED2A6}" dt="2020-02-08T10:37:14.360" v="161" actId="1076"/>
          <ac:graphicFrameMkLst>
            <pc:docMk/>
            <pc:sldMk cId="3432563817" sldId="257"/>
            <ac:graphicFrameMk id="7" creationId="{62B32604-CD99-4C85-906A-E38CCC5373E2}"/>
          </ac:graphicFrameMkLst>
        </pc:graphicFrameChg>
        <pc:graphicFrameChg chg="add mod">
          <ac:chgData name="达 周" userId="d3c3af45359772bc" providerId="LiveId" clId="{A6C430E5-E1FD-4EF5-B3FE-7330205ED2A6}" dt="2020-02-08T10:37:14.360" v="161" actId="1076"/>
          <ac:graphicFrameMkLst>
            <pc:docMk/>
            <pc:sldMk cId="3432563817" sldId="257"/>
            <ac:graphicFrameMk id="8" creationId="{8F47AF25-33E8-44CA-AD98-7CE925C30432}"/>
          </ac:graphicFrameMkLst>
        </pc:graphicFrameChg>
        <pc:picChg chg="add mod">
          <ac:chgData name="达 周" userId="d3c3af45359772bc" providerId="LiveId" clId="{A6C430E5-E1FD-4EF5-B3FE-7330205ED2A6}" dt="2020-02-08T10:37:14.360" v="161" actId="1076"/>
          <ac:picMkLst>
            <pc:docMk/>
            <pc:sldMk cId="3432563817" sldId="257"/>
            <ac:picMk id="4" creationId="{C0F583DE-A1B2-4610-BF27-3841D36DA63A}"/>
          </ac:picMkLst>
        </pc:picChg>
      </pc:sldChg>
      <pc:sldChg chg="add del ord">
        <pc:chgData name="达 周" userId="d3c3af45359772bc" providerId="LiveId" clId="{A6C430E5-E1FD-4EF5-B3FE-7330205ED2A6}" dt="2020-02-02T13:04:23.852" v="103" actId="47"/>
        <pc:sldMkLst>
          <pc:docMk/>
          <pc:sldMk cId="1658553873" sldId="258"/>
        </pc:sldMkLst>
      </pc:sldChg>
      <pc:sldChg chg="addSp modSp add mod">
        <pc:chgData name="达 周" userId="d3c3af45359772bc" providerId="LiveId" clId="{A6C430E5-E1FD-4EF5-B3FE-7330205ED2A6}" dt="2020-02-24T10:30:53.222" v="407" actId="20577"/>
        <pc:sldMkLst>
          <pc:docMk/>
          <pc:sldMk cId="0" sldId="259"/>
        </pc:sldMkLst>
        <pc:spChg chg="add mod">
          <ac:chgData name="达 周" userId="d3c3af45359772bc" providerId="LiveId" clId="{A6C430E5-E1FD-4EF5-B3FE-7330205ED2A6}" dt="2020-02-24T10:30:53.222" v="407" actId="20577"/>
          <ac:spMkLst>
            <pc:docMk/>
            <pc:sldMk cId="0" sldId="259"/>
            <ac:spMk id="4" creationId="{33196CCA-F4E1-498B-B7C3-F0918B26D375}"/>
          </ac:spMkLst>
        </pc:spChg>
        <pc:graphicFrameChg chg="mod">
          <ac:chgData name="达 周" userId="d3c3af45359772bc" providerId="LiveId" clId="{A6C430E5-E1FD-4EF5-B3FE-7330205ED2A6}" dt="2020-02-08T10:37:34.959" v="163" actId="1076"/>
          <ac:graphicFrameMkLst>
            <pc:docMk/>
            <pc:sldMk cId="0" sldId="259"/>
            <ac:graphicFrameMk id="2050" creationId="{ED6668F0-7620-47F4-8928-DD80EE58CE0E}"/>
          </ac:graphicFrameMkLst>
        </pc:graphicFrameChg>
      </pc:sldChg>
      <pc:sldChg chg="add del">
        <pc:chgData name="达 周" userId="d3c3af45359772bc" providerId="LiveId" clId="{A6C430E5-E1FD-4EF5-B3FE-7330205ED2A6}" dt="2020-02-02T13:00:42.430" v="82" actId="47"/>
        <pc:sldMkLst>
          <pc:docMk/>
          <pc:sldMk cId="0" sldId="260"/>
        </pc:sldMkLst>
      </pc:sldChg>
      <pc:sldChg chg="add del">
        <pc:chgData name="达 周" userId="d3c3af45359772bc" providerId="LiveId" clId="{A6C430E5-E1FD-4EF5-B3FE-7330205ED2A6}" dt="2020-02-02T13:00:43.434" v="83" actId="47"/>
        <pc:sldMkLst>
          <pc:docMk/>
          <pc:sldMk cId="0" sldId="261"/>
        </pc:sldMkLst>
      </pc:sldChg>
      <pc:sldChg chg="modSp add mod ord">
        <pc:chgData name="达 周" userId="d3c3af45359772bc" providerId="LiveId" clId="{A6C430E5-E1FD-4EF5-B3FE-7330205ED2A6}" dt="2020-02-24T10:30:58.036" v="408" actId="20577"/>
        <pc:sldMkLst>
          <pc:docMk/>
          <pc:sldMk cId="0" sldId="262"/>
        </pc:sldMkLst>
        <pc:spChg chg="mod">
          <ac:chgData name="达 周" userId="d3c3af45359772bc" providerId="LiveId" clId="{A6C430E5-E1FD-4EF5-B3FE-7330205ED2A6}" dt="2020-02-24T10:30:58.036" v="408" actId="20577"/>
          <ac:spMkLst>
            <pc:docMk/>
            <pc:sldMk cId="0" sldId="262"/>
            <ac:spMk id="1030" creationId="{9D7F127D-FA31-4F84-9576-4BDDD13F2BC5}"/>
          </ac:spMkLst>
        </pc:spChg>
        <pc:spChg chg="mod">
          <ac:chgData name="达 周" userId="d3c3af45359772bc" providerId="LiveId" clId="{A6C430E5-E1FD-4EF5-B3FE-7330205ED2A6}" dt="2020-02-02T12:47:17.699" v="63" actId="1076"/>
          <ac:spMkLst>
            <pc:docMk/>
            <pc:sldMk cId="0" sldId="262"/>
            <ac:spMk id="1042" creationId="{A8B0F203-57C4-459B-9BD3-C9157FD7F3DB}"/>
          </ac:spMkLst>
        </pc:spChg>
        <pc:grpChg chg="mod">
          <ac:chgData name="达 周" userId="d3c3af45359772bc" providerId="LiveId" clId="{A6C430E5-E1FD-4EF5-B3FE-7330205ED2A6}" dt="2020-02-02T12:47:17.699" v="63" actId="1076"/>
          <ac:grpSpMkLst>
            <pc:docMk/>
            <pc:sldMk cId="0" sldId="262"/>
            <ac:grpSpMk id="1040" creationId="{34588CDD-A209-4648-A17C-AF37A84F64A7}"/>
          </ac:grpSpMkLst>
        </pc:grpChg>
        <pc:graphicFrameChg chg="mod">
          <ac:chgData name="达 周" userId="d3c3af45359772bc" providerId="LiveId" clId="{A6C430E5-E1FD-4EF5-B3FE-7330205ED2A6}" dt="2020-02-02T12:47:31.184" v="65" actId="1076"/>
          <ac:graphicFrameMkLst>
            <pc:docMk/>
            <pc:sldMk cId="0" sldId="262"/>
            <ac:graphicFrameMk id="1027" creationId="{9348F740-4F47-480E-8486-C523E9AE2192}"/>
          </ac:graphicFrameMkLst>
        </pc:graphicFrameChg>
      </pc:sldChg>
      <pc:sldChg chg="modSp add">
        <pc:chgData name="达 周" userId="d3c3af45359772bc" providerId="LiveId" clId="{A6C430E5-E1FD-4EF5-B3FE-7330205ED2A6}" dt="2020-02-08T10:43:26.246" v="247" actId="14100"/>
        <pc:sldMkLst>
          <pc:docMk/>
          <pc:sldMk cId="0" sldId="263"/>
        </pc:sldMkLst>
        <pc:grpChg chg="mod">
          <ac:chgData name="达 周" userId="d3c3af45359772bc" providerId="LiveId" clId="{A6C430E5-E1FD-4EF5-B3FE-7330205ED2A6}" dt="2020-02-08T10:43:26.246" v="247" actId="14100"/>
          <ac:grpSpMkLst>
            <pc:docMk/>
            <pc:sldMk cId="0" sldId="263"/>
            <ac:grpSpMk id="3" creationId="{6CCD3C42-4430-46EF-8667-E5BE1AA16A3E}"/>
          </ac:grpSpMkLst>
        </pc:grpChg>
      </pc:sldChg>
      <pc:sldChg chg="modSp add">
        <pc:chgData name="达 周" userId="d3c3af45359772bc" providerId="LiveId" clId="{A6C430E5-E1FD-4EF5-B3FE-7330205ED2A6}" dt="2020-02-08T10:44:34.090" v="251" actId="20577"/>
        <pc:sldMkLst>
          <pc:docMk/>
          <pc:sldMk cId="0" sldId="264"/>
        </pc:sldMkLst>
        <pc:spChg chg="mod">
          <ac:chgData name="达 周" userId="d3c3af45359772bc" providerId="LiveId" clId="{A6C430E5-E1FD-4EF5-B3FE-7330205ED2A6}" dt="2020-02-08T10:44:34.090" v="251" actId="20577"/>
          <ac:spMkLst>
            <pc:docMk/>
            <pc:sldMk cId="0" sldId="264"/>
            <ac:spMk id="11271" creationId="{A492FCB3-2A06-4C72-B5AE-2E0C83D679D3}"/>
          </ac:spMkLst>
        </pc:spChg>
      </pc:sldChg>
      <pc:sldChg chg="modSp add ord">
        <pc:chgData name="达 周" userId="d3c3af45359772bc" providerId="LiveId" clId="{A6C430E5-E1FD-4EF5-B3FE-7330205ED2A6}" dt="2020-02-02T12:56:02.113" v="80" actId="1076"/>
        <pc:sldMkLst>
          <pc:docMk/>
          <pc:sldMk cId="0" sldId="265"/>
        </pc:sldMkLst>
        <pc:grpChg chg="mod">
          <ac:chgData name="达 周" userId="d3c3af45359772bc" providerId="LiveId" clId="{A6C430E5-E1FD-4EF5-B3FE-7330205ED2A6}" dt="2020-02-02T12:55:46.639" v="75" actId="14100"/>
          <ac:grpSpMkLst>
            <pc:docMk/>
            <pc:sldMk cId="0" sldId="265"/>
            <ac:grpSpMk id="2" creationId="{1825D8FD-E70B-4D14-8C90-D8FB5A32732F}"/>
          </ac:grpSpMkLst>
        </pc:grpChg>
        <pc:grpChg chg="mod">
          <ac:chgData name="达 周" userId="d3c3af45359772bc" providerId="LiveId" clId="{A6C430E5-E1FD-4EF5-B3FE-7330205ED2A6}" dt="2020-02-02T12:55:58.363" v="79" actId="14100"/>
          <ac:grpSpMkLst>
            <pc:docMk/>
            <pc:sldMk cId="0" sldId="265"/>
            <ac:grpSpMk id="3" creationId="{3CE522A0-4378-4ED4-9B0D-1D201FD09835}"/>
          </ac:grpSpMkLst>
        </pc:grpChg>
        <pc:graphicFrameChg chg="mod">
          <ac:chgData name="达 周" userId="d3c3af45359772bc" providerId="LiveId" clId="{A6C430E5-E1FD-4EF5-B3FE-7330205ED2A6}" dt="2020-02-02T12:56:02.113" v="80" actId="1076"/>
          <ac:graphicFrameMkLst>
            <pc:docMk/>
            <pc:sldMk cId="0" sldId="265"/>
            <ac:graphicFrameMk id="4" creationId="{EC2DC6F7-A213-4FE4-8E52-B112BD133647}"/>
          </ac:graphicFrameMkLst>
        </pc:graphicFrameChg>
        <pc:graphicFrameChg chg="mod">
          <ac:chgData name="达 周" userId="d3c3af45359772bc" providerId="LiveId" clId="{A6C430E5-E1FD-4EF5-B3FE-7330205ED2A6}" dt="2020-02-02T12:55:48.640" v="76" actId="1076"/>
          <ac:graphicFrameMkLst>
            <pc:docMk/>
            <pc:sldMk cId="0" sldId="265"/>
            <ac:graphicFrameMk id="12294" creationId="{61268181-B277-476E-A1CA-1F7D323469E8}"/>
          </ac:graphicFrameMkLst>
        </pc:graphicFrameChg>
      </pc:sldChg>
      <pc:sldChg chg="addSp delSp modSp add mod">
        <pc:chgData name="达 周" userId="d3c3af45359772bc" providerId="LiveId" clId="{A6C430E5-E1FD-4EF5-B3FE-7330205ED2A6}" dt="2020-02-24T11:32:04.987" v="750" actId="1076"/>
        <pc:sldMkLst>
          <pc:docMk/>
          <pc:sldMk cId="0" sldId="266"/>
        </pc:sldMkLst>
        <pc:spChg chg="del">
          <ac:chgData name="达 周" userId="d3c3af45359772bc" providerId="LiveId" clId="{A6C430E5-E1FD-4EF5-B3FE-7330205ED2A6}" dt="2020-02-08T10:45:30.827" v="254" actId="478"/>
          <ac:spMkLst>
            <pc:docMk/>
            <pc:sldMk cId="0" sldId="266"/>
            <ac:spMk id="13320" creationId="{885B0679-1E55-4450-9CE3-973613C3DF83}"/>
          </ac:spMkLst>
        </pc:spChg>
        <pc:grpChg chg="mod">
          <ac:chgData name="达 周" userId="d3c3af45359772bc" providerId="LiveId" clId="{A6C430E5-E1FD-4EF5-B3FE-7330205ED2A6}" dt="2020-02-24T11:30:44.210" v="739"/>
          <ac:grpSpMkLst>
            <pc:docMk/>
            <pc:sldMk cId="0" sldId="266"/>
            <ac:grpSpMk id="13319" creationId="{0C75F751-933F-4708-838B-3663CC75D856}"/>
          </ac:grpSpMkLst>
        </pc:grpChg>
        <pc:grpChg chg="del">
          <ac:chgData name="达 周" userId="d3c3af45359772bc" providerId="LiveId" clId="{A6C430E5-E1FD-4EF5-B3FE-7330205ED2A6}" dt="2020-02-08T10:45:32.442" v="255" actId="478"/>
          <ac:grpSpMkLst>
            <pc:docMk/>
            <pc:sldMk cId="0" sldId="266"/>
            <ac:grpSpMk id="13323" creationId="{355DF593-E656-4BBB-9793-03E183CED4C1}"/>
          </ac:grpSpMkLst>
        </pc:grpChg>
        <pc:graphicFrameChg chg="add mod">
          <ac:chgData name="达 周" userId="d3c3af45359772bc" providerId="LiveId" clId="{A6C430E5-E1FD-4EF5-B3FE-7330205ED2A6}" dt="2020-02-24T11:32:04.987" v="750" actId="1076"/>
          <ac:graphicFrameMkLst>
            <pc:docMk/>
            <pc:sldMk cId="0" sldId="266"/>
            <ac:graphicFrameMk id="10" creationId="{35000AA2-D527-436C-BD27-304A1836EE1E}"/>
          </ac:graphicFrameMkLst>
        </pc:graphicFrameChg>
        <pc:graphicFrameChg chg="del mod">
          <ac:chgData name="达 周" userId="d3c3af45359772bc" providerId="LiveId" clId="{A6C430E5-E1FD-4EF5-B3FE-7330205ED2A6}" dt="2020-02-24T11:32:02.913" v="748" actId="478"/>
          <ac:graphicFrameMkLst>
            <pc:docMk/>
            <pc:sldMk cId="0" sldId="266"/>
            <ac:graphicFrameMk id="13314" creationId="{A8954437-8D99-4C67-995D-B600294FBC84}"/>
          </ac:graphicFrameMkLst>
        </pc:graphicFrameChg>
        <pc:graphicFrameChg chg="mod">
          <ac:chgData name="达 周" userId="d3c3af45359772bc" providerId="LiveId" clId="{A6C430E5-E1FD-4EF5-B3FE-7330205ED2A6}" dt="2020-02-24T11:30:44.210" v="739"/>
          <ac:graphicFrameMkLst>
            <pc:docMk/>
            <pc:sldMk cId="0" sldId="266"/>
            <ac:graphicFrameMk id="13317" creationId="{38161B8C-BA4D-412B-958D-F1748FBB4365}"/>
          </ac:graphicFrameMkLst>
        </pc:graphicFrameChg>
      </pc:sldChg>
      <pc:sldChg chg="delSp modSp add del">
        <pc:chgData name="达 周" userId="d3c3af45359772bc" providerId="LiveId" clId="{A6C430E5-E1FD-4EF5-B3FE-7330205ED2A6}" dt="2020-02-24T11:32:13.405" v="751" actId="47"/>
        <pc:sldMkLst>
          <pc:docMk/>
          <pc:sldMk cId="0" sldId="267"/>
        </pc:sldMkLst>
        <pc:graphicFrameChg chg="mod">
          <ac:chgData name="达 周" userId="d3c3af45359772bc" providerId="LiveId" clId="{A6C430E5-E1FD-4EF5-B3FE-7330205ED2A6}" dt="2020-02-08T10:46:48.460" v="260" actId="1076"/>
          <ac:graphicFrameMkLst>
            <pc:docMk/>
            <pc:sldMk cId="0" sldId="267"/>
            <ac:graphicFrameMk id="14338" creationId="{E264F836-F98F-4A0B-9FC5-A43CF81E4509}"/>
          </ac:graphicFrameMkLst>
        </pc:graphicFrameChg>
        <pc:graphicFrameChg chg="del">
          <ac:chgData name="达 周" userId="d3c3af45359772bc" providerId="LiveId" clId="{A6C430E5-E1FD-4EF5-B3FE-7330205ED2A6}" dt="2020-02-08T10:46:46.438" v="259" actId="478"/>
          <ac:graphicFrameMkLst>
            <pc:docMk/>
            <pc:sldMk cId="0" sldId="267"/>
            <ac:graphicFrameMk id="14339" creationId="{038FAA99-1932-4173-A09E-F7694A151349}"/>
          </ac:graphicFrameMkLst>
        </pc:graphicFrameChg>
      </pc:sldChg>
      <pc:sldChg chg="add del">
        <pc:chgData name="达 周" userId="d3c3af45359772bc" providerId="LiveId" clId="{A6C430E5-E1FD-4EF5-B3FE-7330205ED2A6}" dt="2020-02-08T10:47:26.052" v="263" actId="47"/>
        <pc:sldMkLst>
          <pc:docMk/>
          <pc:sldMk cId="0" sldId="268"/>
        </pc:sldMkLst>
      </pc:sldChg>
      <pc:sldChg chg="delSp modSp add mod modAnim">
        <pc:chgData name="达 周" userId="d3c3af45359772bc" providerId="LiveId" clId="{A6C430E5-E1FD-4EF5-B3FE-7330205ED2A6}" dt="2020-02-24T11:32:22.915" v="752" actId="1076"/>
        <pc:sldMkLst>
          <pc:docMk/>
          <pc:sldMk cId="0" sldId="269"/>
        </pc:sldMkLst>
        <pc:spChg chg="mod">
          <ac:chgData name="达 周" userId="d3c3af45359772bc" providerId="LiveId" clId="{A6C430E5-E1FD-4EF5-B3FE-7330205ED2A6}" dt="2020-02-08T10:47:11.187" v="262" actId="1076"/>
          <ac:spMkLst>
            <pc:docMk/>
            <pc:sldMk cId="0" sldId="269"/>
            <ac:spMk id="15366" creationId="{FC7CCD23-2D49-4866-A2AD-71B63F3D000E}"/>
          </ac:spMkLst>
        </pc:spChg>
        <pc:spChg chg="mod">
          <ac:chgData name="达 周" userId="d3c3af45359772bc" providerId="LiveId" clId="{A6C430E5-E1FD-4EF5-B3FE-7330205ED2A6}" dt="2020-02-08T10:47:11.187" v="262" actId="1076"/>
          <ac:spMkLst>
            <pc:docMk/>
            <pc:sldMk cId="0" sldId="269"/>
            <ac:spMk id="15367" creationId="{6198A057-4D87-4A44-B897-DE5B42F9BE3E}"/>
          </ac:spMkLst>
        </pc:spChg>
        <pc:grpChg chg="del">
          <ac:chgData name="达 周" userId="d3c3af45359772bc" providerId="LiveId" clId="{A6C430E5-E1FD-4EF5-B3FE-7330205ED2A6}" dt="2020-02-08T10:47:04.821" v="261" actId="478"/>
          <ac:grpSpMkLst>
            <pc:docMk/>
            <pc:sldMk cId="0" sldId="269"/>
            <ac:grpSpMk id="2" creationId="{1DF58FA4-46F3-4A13-9419-7D710C0B026E}"/>
          </ac:grpSpMkLst>
        </pc:grpChg>
        <pc:graphicFrameChg chg="mod">
          <ac:chgData name="达 周" userId="d3c3af45359772bc" providerId="LiveId" clId="{A6C430E5-E1FD-4EF5-B3FE-7330205ED2A6}" dt="2020-02-24T11:31:42.529" v="743"/>
          <ac:graphicFrameMkLst>
            <pc:docMk/>
            <pc:sldMk cId="0" sldId="269"/>
            <ac:graphicFrameMk id="15362" creationId="{80CB52B1-8B06-4725-B51B-83E57C66BE38}"/>
          </ac:graphicFrameMkLst>
        </pc:graphicFrameChg>
        <pc:graphicFrameChg chg="mod">
          <ac:chgData name="达 周" userId="d3c3af45359772bc" providerId="LiveId" clId="{A6C430E5-E1FD-4EF5-B3FE-7330205ED2A6}" dt="2020-02-24T11:32:22.915" v="752" actId="1076"/>
          <ac:graphicFrameMkLst>
            <pc:docMk/>
            <pc:sldMk cId="0" sldId="269"/>
            <ac:graphicFrameMk id="15363" creationId="{B2392F47-0FF6-4FE3-8136-FD52452F4CBF}"/>
          </ac:graphicFrameMkLst>
        </pc:graphicFrameChg>
      </pc:sldChg>
      <pc:sldChg chg="add del">
        <pc:chgData name="达 周" userId="d3c3af45359772bc" providerId="LiveId" clId="{A6C430E5-E1FD-4EF5-B3FE-7330205ED2A6}" dt="2020-02-08T10:47:28.931" v="264" actId="47"/>
        <pc:sldMkLst>
          <pc:docMk/>
          <pc:sldMk cId="0" sldId="270"/>
        </pc:sldMkLst>
      </pc:sldChg>
      <pc:sldChg chg="add del">
        <pc:chgData name="达 周" userId="d3c3af45359772bc" providerId="LiveId" clId="{A6C430E5-E1FD-4EF5-B3FE-7330205ED2A6}" dt="2020-02-08T10:47:30.576" v="265" actId="47"/>
        <pc:sldMkLst>
          <pc:docMk/>
          <pc:sldMk cId="0" sldId="271"/>
        </pc:sldMkLst>
      </pc:sldChg>
      <pc:sldChg chg="delSp modSp add mod">
        <pc:chgData name="达 周" userId="d3c3af45359772bc" providerId="LiveId" clId="{A6C430E5-E1FD-4EF5-B3FE-7330205ED2A6}" dt="2020-02-24T11:32:47.304" v="758" actId="1076"/>
        <pc:sldMkLst>
          <pc:docMk/>
          <pc:sldMk cId="0" sldId="272"/>
        </pc:sldMkLst>
        <pc:grpChg chg="mod">
          <ac:chgData name="达 周" userId="d3c3af45359772bc" providerId="LiveId" clId="{A6C430E5-E1FD-4EF5-B3FE-7330205ED2A6}" dt="2020-02-08T10:47:36.487" v="266" actId="14100"/>
          <ac:grpSpMkLst>
            <pc:docMk/>
            <pc:sldMk cId="0" sldId="272"/>
            <ac:grpSpMk id="19463" creationId="{BC2E7C2C-FEFA-4AE6-AAAF-8ED1BA21EF34}"/>
          </ac:grpSpMkLst>
        </pc:grpChg>
        <pc:grpChg chg="del">
          <ac:chgData name="达 周" userId="d3c3af45359772bc" providerId="LiveId" clId="{A6C430E5-E1FD-4EF5-B3FE-7330205ED2A6}" dt="2020-02-08T10:47:42.506" v="268" actId="478"/>
          <ac:grpSpMkLst>
            <pc:docMk/>
            <pc:sldMk cId="0" sldId="272"/>
            <ac:grpSpMk id="19465" creationId="{841E08E4-0F3F-4808-8F9E-51A1196C8794}"/>
          </ac:grpSpMkLst>
        </pc:grpChg>
        <pc:grpChg chg="del">
          <ac:chgData name="达 周" userId="d3c3af45359772bc" providerId="LiveId" clId="{A6C430E5-E1FD-4EF5-B3FE-7330205ED2A6}" dt="2020-02-08T10:47:45.753" v="269" actId="478"/>
          <ac:grpSpMkLst>
            <pc:docMk/>
            <pc:sldMk cId="0" sldId="272"/>
            <ac:grpSpMk id="19466" creationId="{DB4030D4-DA6A-41A1-9BAD-EC080C89AE33}"/>
          </ac:grpSpMkLst>
        </pc:grpChg>
        <pc:graphicFrameChg chg="mod">
          <ac:chgData name="达 周" userId="d3c3af45359772bc" providerId="LiveId" clId="{A6C430E5-E1FD-4EF5-B3FE-7330205ED2A6}" dt="2020-02-24T11:32:47.304" v="758" actId="1076"/>
          <ac:graphicFrameMkLst>
            <pc:docMk/>
            <pc:sldMk cId="0" sldId="272"/>
            <ac:graphicFrameMk id="19458" creationId="{1742EB76-45C4-41EA-BE87-ED0BBF617BCD}"/>
          </ac:graphicFrameMkLst>
        </pc:graphicFrameChg>
        <pc:graphicFrameChg chg="mod">
          <ac:chgData name="达 周" userId="d3c3af45359772bc" providerId="LiveId" clId="{A6C430E5-E1FD-4EF5-B3FE-7330205ED2A6}" dt="2020-02-24T11:32:37.895" v="754"/>
          <ac:graphicFrameMkLst>
            <pc:docMk/>
            <pc:sldMk cId="0" sldId="272"/>
            <ac:graphicFrameMk id="19462" creationId="{4FF9362E-8793-4B73-B67F-AE55F8DBFA50}"/>
          </ac:graphicFrameMkLst>
        </pc:graphicFrameChg>
      </pc:sldChg>
      <pc:sldChg chg="modSp add">
        <pc:chgData name="达 周" userId="d3c3af45359772bc" providerId="LiveId" clId="{A6C430E5-E1FD-4EF5-B3FE-7330205ED2A6}" dt="2020-02-24T11:33:28.815" v="766"/>
        <pc:sldMkLst>
          <pc:docMk/>
          <pc:sldMk cId="0" sldId="273"/>
        </pc:sldMkLst>
        <pc:grpChg chg="mod">
          <ac:chgData name="达 周" userId="d3c3af45359772bc" providerId="LiveId" clId="{A6C430E5-E1FD-4EF5-B3FE-7330205ED2A6}" dt="2020-02-24T11:33:23.163" v="763"/>
          <ac:grpSpMkLst>
            <pc:docMk/>
            <pc:sldMk cId="0" sldId="273"/>
            <ac:grpSpMk id="2" creationId="{09931B02-90D9-4B75-ADE7-E764EC5CC117}"/>
          </ac:grpSpMkLst>
        </pc:grpChg>
        <pc:grpChg chg="mod">
          <ac:chgData name="达 周" userId="d3c3af45359772bc" providerId="LiveId" clId="{A6C430E5-E1FD-4EF5-B3FE-7330205ED2A6}" dt="2020-02-24T11:33:26.085" v="765"/>
          <ac:grpSpMkLst>
            <pc:docMk/>
            <pc:sldMk cId="0" sldId="273"/>
            <ac:grpSpMk id="3" creationId="{F9E2568D-FFCE-42B9-8232-5F6239255B36}"/>
          </ac:grpSpMkLst>
        </pc:grpChg>
        <pc:graphicFrameChg chg="mod">
          <ac:chgData name="达 周" userId="d3c3af45359772bc" providerId="LiveId" clId="{A6C430E5-E1FD-4EF5-B3FE-7330205ED2A6}" dt="2020-02-24T11:33:28.815" v="766"/>
          <ac:graphicFrameMkLst>
            <pc:docMk/>
            <pc:sldMk cId="0" sldId="273"/>
            <ac:graphicFrameMk id="20482" creationId="{9512A7C5-8BAA-4EDD-B012-5477AEB432D1}"/>
          </ac:graphicFrameMkLst>
        </pc:graphicFrameChg>
        <pc:graphicFrameChg chg="mod">
          <ac:chgData name="达 周" userId="d3c3af45359772bc" providerId="LiveId" clId="{A6C430E5-E1FD-4EF5-B3FE-7330205ED2A6}" dt="2020-02-24T11:33:23.163" v="763"/>
          <ac:graphicFrameMkLst>
            <pc:docMk/>
            <pc:sldMk cId="0" sldId="273"/>
            <ac:graphicFrameMk id="20483" creationId="{8BB2A305-D324-4D62-AE3A-B8CCA359C58D}"/>
          </ac:graphicFrameMkLst>
        </pc:graphicFrameChg>
      </pc:sldChg>
      <pc:sldChg chg="modSp add">
        <pc:chgData name="达 周" userId="d3c3af45359772bc" providerId="LiveId" clId="{A6C430E5-E1FD-4EF5-B3FE-7330205ED2A6}" dt="2020-02-24T11:33:51.646" v="770"/>
        <pc:sldMkLst>
          <pc:docMk/>
          <pc:sldMk cId="0" sldId="274"/>
        </pc:sldMkLst>
        <pc:grpChg chg="mod">
          <ac:chgData name="达 周" userId="d3c3af45359772bc" providerId="LiveId" clId="{A6C430E5-E1FD-4EF5-B3FE-7330205ED2A6}" dt="2020-02-24T11:33:47.682" v="768"/>
          <ac:grpSpMkLst>
            <pc:docMk/>
            <pc:sldMk cId="0" sldId="274"/>
            <ac:grpSpMk id="2" creationId="{F5E826DF-7388-4D71-9510-A148FCFCB7C5}"/>
          </ac:grpSpMkLst>
        </pc:grpChg>
        <pc:grpChg chg="mod">
          <ac:chgData name="达 周" userId="d3c3af45359772bc" providerId="LiveId" clId="{A6C430E5-E1FD-4EF5-B3FE-7330205ED2A6}" dt="2020-02-24T11:33:51.646" v="770"/>
          <ac:grpSpMkLst>
            <pc:docMk/>
            <pc:sldMk cId="0" sldId="274"/>
            <ac:grpSpMk id="3" creationId="{DE9F64BF-C811-41FE-9882-3C8550DE2CEE}"/>
          </ac:grpSpMkLst>
        </pc:grpChg>
        <pc:graphicFrameChg chg="mod">
          <ac:chgData name="达 周" userId="d3c3af45359772bc" providerId="LiveId" clId="{A6C430E5-E1FD-4EF5-B3FE-7330205ED2A6}" dt="2020-02-24T11:33:51.646" v="770"/>
          <ac:graphicFrameMkLst>
            <pc:docMk/>
            <pc:sldMk cId="0" sldId="274"/>
            <ac:graphicFrameMk id="21506" creationId="{FB1A100D-6B42-4068-B858-BDA8C7AC6F86}"/>
          </ac:graphicFrameMkLst>
        </pc:graphicFrameChg>
        <pc:graphicFrameChg chg="mod">
          <ac:chgData name="达 周" userId="d3c3af45359772bc" providerId="LiveId" clId="{A6C430E5-E1FD-4EF5-B3FE-7330205ED2A6}" dt="2020-02-24T11:33:47.682" v="768"/>
          <ac:graphicFrameMkLst>
            <pc:docMk/>
            <pc:sldMk cId="0" sldId="274"/>
            <ac:graphicFrameMk id="21507" creationId="{3C5FFEB7-8B75-45EE-8786-0C20BCC19EEA}"/>
          </ac:graphicFrameMkLst>
        </pc:graphicFrameChg>
      </pc:sldChg>
      <pc:sldChg chg="modSp add mod">
        <pc:chgData name="达 周" userId="d3c3af45359772bc" providerId="LiveId" clId="{A6C430E5-E1FD-4EF5-B3FE-7330205ED2A6}" dt="2020-02-24T11:34:18.158" v="776" actId="1076"/>
        <pc:sldMkLst>
          <pc:docMk/>
          <pc:sldMk cId="0" sldId="275"/>
        </pc:sldMkLst>
        <pc:graphicFrameChg chg="mod">
          <ac:chgData name="达 周" userId="d3c3af45359772bc" providerId="LiveId" clId="{A6C430E5-E1FD-4EF5-B3FE-7330205ED2A6}" dt="2020-02-24T11:34:05.606" v="772"/>
          <ac:graphicFrameMkLst>
            <pc:docMk/>
            <pc:sldMk cId="0" sldId="275"/>
            <ac:graphicFrameMk id="22530" creationId="{1770A2B4-2E03-465A-A41B-3ED124B80DE4}"/>
          </ac:graphicFrameMkLst>
        </pc:graphicFrameChg>
        <pc:graphicFrameChg chg="mod">
          <ac:chgData name="达 周" userId="d3c3af45359772bc" providerId="LiveId" clId="{A6C430E5-E1FD-4EF5-B3FE-7330205ED2A6}" dt="2020-02-24T11:34:18.158" v="776" actId="1076"/>
          <ac:graphicFrameMkLst>
            <pc:docMk/>
            <pc:sldMk cId="0" sldId="275"/>
            <ac:graphicFrameMk id="22531" creationId="{400E6997-B7A6-4F77-9142-5FD3B45751AA}"/>
          </ac:graphicFrameMkLst>
        </pc:graphicFrameChg>
      </pc:sldChg>
      <pc:sldChg chg="addSp delSp modSp add mod">
        <pc:chgData name="达 周" userId="d3c3af45359772bc" providerId="LiveId" clId="{A6C430E5-E1FD-4EF5-B3FE-7330205ED2A6}" dt="2020-02-24T11:35:28.182" v="791" actId="1076"/>
        <pc:sldMkLst>
          <pc:docMk/>
          <pc:sldMk cId="0" sldId="276"/>
        </pc:sldMkLst>
        <pc:spChg chg="del">
          <ac:chgData name="达 周" userId="d3c3af45359772bc" providerId="LiveId" clId="{A6C430E5-E1FD-4EF5-B3FE-7330205ED2A6}" dt="2020-02-08T10:48:30.104" v="273" actId="478"/>
          <ac:spMkLst>
            <pc:docMk/>
            <pc:sldMk cId="0" sldId="276"/>
            <ac:spMk id="23560" creationId="{E853E782-9BCE-4943-822A-03869A9766EF}"/>
          </ac:spMkLst>
        </pc:spChg>
        <pc:spChg chg="del">
          <ac:chgData name="达 周" userId="d3c3af45359772bc" providerId="LiveId" clId="{A6C430E5-E1FD-4EF5-B3FE-7330205ED2A6}" dt="2020-02-08T10:48:30.104" v="273" actId="478"/>
          <ac:spMkLst>
            <pc:docMk/>
            <pc:sldMk cId="0" sldId="276"/>
            <ac:spMk id="23563" creationId="{B29ADA26-1188-427F-B1B2-989D78B6AF1A}"/>
          </ac:spMkLst>
        </pc:spChg>
        <pc:grpChg chg="mod">
          <ac:chgData name="达 周" userId="d3c3af45359772bc" providerId="LiveId" clId="{A6C430E5-E1FD-4EF5-B3FE-7330205ED2A6}" dt="2020-02-08T10:48:23.755" v="271" actId="14100"/>
          <ac:grpSpMkLst>
            <pc:docMk/>
            <pc:sldMk cId="0" sldId="276"/>
            <ac:grpSpMk id="23559" creationId="{85A0B240-B543-4AB6-98C7-0936F8DC5721}"/>
          </ac:grpSpMkLst>
        </pc:grpChg>
        <pc:grpChg chg="del">
          <ac:chgData name="达 周" userId="d3c3af45359772bc" providerId="LiveId" clId="{A6C430E5-E1FD-4EF5-B3FE-7330205ED2A6}" dt="2020-02-08T10:48:30.104" v="273" actId="478"/>
          <ac:grpSpMkLst>
            <pc:docMk/>
            <pc:sldMk cId="0" sldId="276"/>
            <ac:grpSpMk id="23561" creationId="{65E48DCF-ACA4-43A9-97B3-80E59EEF2376}"/>
          </ac:grpSpMkLst>
        </pc:grpChg>
        <pc:grpChg chg="del">
          <ac:chgData name="达 周" userId="d3c3af45359772bc" providerId="LiveId" clId="{A6C430E5-E1FD-4EF5-B3FE-7330205ED2A6}" dt="2020-02-08T10:48:30.104" v="273" actId="478"/>
          <ac:grpSpMkLst>
            <pc:docMk/>
            <pc:sldMk cId="0" sldId="276"/>
            <ac:grpSpMk id="23562" creationId="{FB447E8C-9DB7-49C4-BFEF-0E7C49D0C648}"/>
          </ac:grpSpMkLst>
        </pc:grpChg>
        <pc:graphicFrameChg chg="add del mod">
          <ac:chgData name="达 周" userId="d3c3af45359772bc" providerId="LiveId" clId="{A6C430E5-E1FD-4EF5-B3FE-7330205ED2A6}" dt="2020-02-24T11:35:26.417" v="790" actId="478"/>
          <ac:graphicFrameMkLst>
            <pc:docMk/>
            <pc:sldMk cId="0" sldId="276"/>
            <ac:graphicFrameMk id="6" creationId="{D43F03D6-4639-46A3-9B61-A0A1E6215352}"/>
          </ac:graphicFrameMkLst>
        </pc:graphicFrameChg>
        <pc:graphicFrameChg chg="mod">
          <ac:chgData name="达 周" userId="d3c3af45359772bc" providerId="LiveId" clId="{A6C430E5-E1FD-4EF5-B3FE-7330205ED2A6}" dt="2020-02-24T11:35:28.182" v="791" actId="1076"/>
          <ac:graphicFrameMkLst>
            <pc:docMk/>
            <pc:sldMk cId="0" sldId="276"/>
            <ac:graphicFrameMk id="23554" creationId="{85F7EBEE-DBB5-4FF9-9AB1-1279FAE7385E}"/>
          </ac:graphicFrameMkLst>
        </pc:graphicFrameChg>
        <pc:graphicFrameChg chg="mod">
          <ac:chgData name="达 周" userId="d3c3af45359772bc" providerId="LiveId" clId="{A6C430E5-E1FD-4EF5-B3FE-7330205ED2A6}" dt="2020-02-24T11:34:29.192" v="778"/>
          <ac:graphicFrameMkLst>
            <pc:docMk/>
            <pc:sldMk cId="0" sldId="276"/>
            <ac:graphicFrameMk id="23558" creationId="{FB35CCA5-DD59-487F-A8FB-EDE6F40C6FB4}"/>
          </ac:graphicFrameMkLst>
        </pc:graphicFrameChg>
      </pc:sldChg>
      <pc:sldChg chg="add del">
        <pc:chgData name="达 周" userId="d3c3af45359772bc" providerId="LiveId" clId="{A6C430E5-E1FD-4EF5-B3FE-7330205ED2A6}" dt="2020-02-24T11:34:50.562" v="784" actId="47"/>
        <pc:sldMkLst>
          <pc:docMk/>
          <pc:sldMk cId="0" sldId="277"/>
        </pc:sldMkLst>
      </pc:sldChg>
      <pc:sldChg chg="add del">
        <pc:chgData name="达 周" userId="d3c3af45359772bc" providerId="LiveId" clId="{A6C430E5-E1FD-4EF5-B3FE-7330205ED2A6}" dt="2020-02-24T11:34:51.369" v="785" actId="47"/>
        <pc:sldMkLst>
          <pc:docMk/>
          <pc:sldMk cId="0" sldId="278"/>
        </pc:sldMkLst>
      </pc:sldChg>
      <pc:sldChg chg="add del">
        <pc:chgData name="达 周" userId="d3c3af45359772bc" providerId="LiveId" clId="{A6C430E5-E1FD-4EF5-B3FE-7330205ED2A6}" dt="2020-02-24T11:35:29.798" v="792" actId="47"/>
        <pc:sldMkLst>
          <pc:docMk/>
          <pc:sldMk cId="0" sldId="279"/>
        </pc:sldMkLst>
      </pc:sldChg>
      <pc:sldChg chg="add">
        <pc:chgData name="达 周" userId="d3c3af45359772bc" providerId="LiveId" clId="{A6C430E5-E1FD-4EF5-B3FE-7330205ED2A6}" dt="2020-02-02T12:55:00.289" v="72"/>
        <pc:sldMkLst>
          <pc:docMk/>
          <pc:sldMk cId="0" sldId="280"/>
        </pc:sldMkLst>
      </pc:sldChg>
      <pc:sldChg chg="modSp add mod">
        <pc:chgData name="达 周" userId="d3c3af45359772bc" providerId="LiveId" clId="{A6C430E5-E1FD-4EF5-B3FE-7330205ED2A6}" dt="2020-02-24T11:36:10.797" v="794" actId="1076"/>
        <pc:sldMkLst>
          <pc:docMk/>
          <pc:sldMk cId="0" sldId="281"/>
        </pc:sldMkLst>
        <pc:graphicFrameChg chg="mod">
          <ac:chgData name="达 周" userId="d3c3af45359772bc" providerId="LiveId" clId="{A6C430E5-E1FD-4EF5-B3FE-7330205ED2A6}" dt="2020-02-24T11:36:10.797" v="794" actId="1076"/>
          <ac:graphicFrameMkLst>
            <pc:docMk/>
            <pc:sldMk cId="0" sldId="281"/>
            <ac:graphicFrameMk id="28674" creationId="{8AD0247F-2C85-40F6-8E8A-F6F512AA8B40}"/>
          </ac:graphicFrameMkLst>
        </pc:graphicFrameChg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83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84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85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86"/>
        </pc:sldMkLst>
      </pc:sldChg>
      <pc:sldChg chg="modSp add mod">
        <pc:chgData name="达 周" userId="d3c3af45359772bc" providerId="LiveId" clId="{A6C430E5-E1FD-4EF5-B3FE-7330205ED2A6}" dt="2020-02-24T11:36:33.081" v="796" actId="1076"/>
        <pc:sldMkLst>
          <pc:docMk/>
          <pc:sldMk cId="0" sldId="287"/>
        </pc:sldMkLst>
        <pc:graphicFrameChg chg="mod">
          <ac:chgData name="达 周" userId="d3c3af45359772bc" providerId="LiveId" clId="{A6C430E5-E1FD-4EF5-B3FE-7330205ED2A6}" dt="2020-02-24T11:36:33.081" v="796" actId="1076"/>
          <ac:graphicFrameMkLst>
            <pc:docMk/>
            <pc:sldMk cId="0" sldId="287"/>
            <ac:graphicFrameMk id="34818" creationId="{72CE91DF-0A26-4AB7-9319-11A7C7D7D553}"/>
          </ac:graphicFrameMkLst>
        </pc:graphicFrameChg>
      </pc:sldChg>
      <pc:sldChg chg="modSp add mod">
        <pc:chgData name="达 周" userId="d3c3af45359772bc" providerId="LiveId" clId="{A6C430E5-E1FD-4EF5-B3FE-7330205ED2A6}" dt="2020-02-24T11:36:41.369" v="797" actId="1076"/>
        <pc:sldMkLst>
          <pc:docMk/>
          <pc:sldMk cId="0" sldId="288"/>
        </pc:sldMkLst>
        <pc:graphicFrameChg chg="mod">
          <ac:chgData name="达 周" userId="d3c3af45359772bc" providerId="LiveId" clId="{A6C430E5-E1FD-4EF5-B3FE-7330205ED2A6}" dt="2020-02-24T11:36:41.369" v="797" actId="1076"/>
          <ac:graphicFrameMkLst>
            <pc:docMk/>
            <pc:sldMk cId="0" sldId="288"/>
            <ac:graphicFrameMk id="35842" creationId="{C2BE5E1B-7B03-480F-8C6A-D073BD44A8D8}"/>
          </ac:graphicFrameMkLst>
        </pc:graphicFrameChg>
      </pc:sldChg>
      <pc:sldChg chg="modSp add mod">
        <pc:chgData name="达 周" userId="d3c3af45359772bc" providerId="LiveId" clId="{A6C430E5-E1FD-4EF5-B3FE-7330205ED2A6}" dt="2020-02-24T11:37:21.384" v="802" actId="1076"/>
        <pc:sldMkLst>
          <pc:docMk/>
          <pc:sldMk cId="0" sldId="289"/>
        </pc:sldMkLst>
        <pc:spChg chg="mod">
          <ac:chgData name="达 周" userId="d3c3af45359772bc" providerId="LiveId" clId="{A6C430E5-E1FD-4EF5-B3FE-7330205ED2A6}" dt="2020-02-24T11:37:19.457" v="801" actId="1076"/>
          <ac:spMkLst>
            <pc:docMk/>
            <pc:sldMk cId="0" sldId="289"/>
            <ac:spMk id="36871" creationId="{7D0DED23-6256-4093-90C1-1C9741662FD0}"/>
          </ac:spMkLst>
        </pc:spChg>
        <pc:graphicFrameChg chg="mod">
          <ac:chgData name="达 周" userId="d3c3af45359772bc" providerId="LiveId" clId="{A6C430E5-E1FD-4EF5-B3FE-7330205ED2A6}" dt="2020-02-24T11:37:21.384" v="802" actId="1076"/>
          <ac:graphicFrameMkLst>
            <pc:docMk/>
            <pc:sldMk cId="0" sldId="289"/>
            <ac:graphicFrameMk id="36866" creationId="{1A0B5585-FA4C-4B54-811D-9B1215D0FA98}"/>
          </ac:graphicFrameMkLst>
        </pc:graphicFrameChg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0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1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2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3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4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5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296"/>
        </pc:sldMkLst>
      </pc:sldChg>
      <pc:sldChg chg="add del">
        <pc:chgData name="达 周" userId="d3c3af45359772bc" providerId="LiveId" clId="{A6C430E5-E1FD-4EF5-B3FE-7330205ED2A6}" dt="2020-02-02T13:01:15.878" v="84" actId="47"/>
        <pc:sldMkLst>
          <pc:docMk/>
          <pc:sldMk cId="0" sldId="297"/>
        </pc:sldMkLst>
      </pc:sldChg>
      <pc:sldChg chg="modSp add">
        <pc:chgData name="达 周" userId="d3c3af45359772bc" providerId="LiveId" clId="{A6C430E5-E1FD-4EF5-B3FE-7330205ED2A6}" dt="2020-02-24T11:38:52.149" v="806"/>
        <pc:sldMkLst>
          <pc:docMk/>
          <pc:sldMk cId="0" sldId="298"/>
        </pc:sldMkLst>
        <pc:spChg chg="mod">
          <ac:chgData name="达 周" userId="d3c3af45359772bc" providerId="LiveId" clId="{A6C430E5-E1FD-4EF5-B3FE-7330205ED2A6}" dt="2020-02-24T11:38:30.902" v="803" actId="207"/>
          <ac:spMkLst>
            <pc:docMk/>
            <pc:sldMk cId="0" sldId="298"/>
            <ac:spMk id="46087" creationId="{4DBBA7C8-6AC0-4207-9259-9C4B36FEDCDA}"/>
          </ac:spMkLst>
        </pc:spChg>
        <pc:grpChg chg="mod">
          <ac:chgData name="达 周" userId="d3c3af45359772bc" providerId="LiveId" clId="{A6C430E5-E1FD-4EF5-B3FE-7330205ED2A6}" dt="2020-02-24T11:38:52.149" v="806"/>
          <ac:grpSpMkLst>
            <pc:docMk/>
            <pc:sldMk cId="0" sldId="298"/>
            <ac:grpSpMk id="2" creationId="{EFFA11E9-FC23-48C7-A7FC-63FD75B4C3B8}"/>
          </ac:grpSpMkLst>
        </pc:grpChg>
        <pc:graphicFrameChg chg="mod">
          <ac:chgData name="达 周" userId="d3c3af45359772bc" providerId="LiveId" clId="{A6C430E5-E1FD-4EF5-B3FE-7330205ED2A6}" dt="2020-02-24T11:38:52.149" v="806"/>
          <ac:graphicFrameMkLst>
            <pc:docMk/>
            <pc:sldMk cId="0" sldId="298"/>
            <ac:graphicFrameMk id="37891" creationId="{1FDC4A04-97C5-4F3A-9B31-18168B189B2D}"/>
          </ac:graphicFrameMkLst>
        </pc:graphicFrameChg>
      </pc:sldChg>
      <pc:sldChg chg="modSp add">
        <pc:chgData name="达 周" userId="d3c3af45359772bc" providerId="LiveId" clId="{A6C430E5-E1FD-4EF5-B3FE-7330205ED2A6}" dt="2020-02-24T11:38:57.533" v="808"/>
        <pc:sldMkLst>
          <pc:docMk/>
          <pc:sldMk cId="0" sldId="299"/>
        </pc:sldMkLst>
        <pc:spChg chg="mod">
          <ac:chgData name="达 周" userId="d3c3af45359772bc" providerId="LiveId" clId="{A6C430E5-E1FD-4EF5-B3FE-7330205ED2A6}" dt="2020-02-24T11:38:40.111" v="804" actId="207"/>
          <ac:spMkLst>
            <pc:docMk/>
            <pc:sldMk cId="0" sldId="299"/>
            <ac:spMk id="47109" creationId="{DF2BDAF0-97F7-4648-B6D7-3EE6CE8A76AE}"/>
          </ac:spMkLst>
        </pc:spChg>
        <pc:grpChg chg="mod">
          <ac:chgData name="达 周" userId="d3c3af45359772bc" providerId="LiveId" clId="{A6C430E5-E1FD-4EF5-B3FE-7330205ED2A6}" dt="2020-02-24T11:38:57.533" v="808"/>
          <ac:grpSpMkLst>
            <pc:docMk/>
            <pc:sldMk cId="0" sldId="299"/>
            <ac:grpSpMk id="2" creationId="{032D3072-FC8A-49EF-B5E0-E10EAC3EBFEA}"/>
          </ac:grpSpMkLst>
        </pc:grpChg>
        <pc:graphicFrameChg chg="mod">
          <ac:chgData name="达 周" userId="d3c3af45359772bc" providerId="LiveId" clId="{A6C430E5-E1FD-4EF5-B3FE-7330205ED2A6}" dt="2020-02-24T11:38:57.533" v="808"/>
          <ac:graphicFrameMkLst>
            <pc:docMk/>
            <pc:sldMk cId="0" sldId="299"/>
            <ac:graphicFrameMk id="38915" creationId="{541EEBCD-81A3-495F-AB7B-90122BE36E6A}"/>
          </ac:graphicFrameMkLst>
        </pc:graphicFrameChg>
      </pc:sldChg>
      <pc:sldChg chg="add del">
        <pc:chgData name="达 周" userId="d3c3af45359772bc" providerId="LiveId" clId="{A6C430E5-E1FD-4EF5-B3FE-7330205ED2A6}" dt="2020-02-02T13:01:32.671" v="85" actId="47"/>
        <pc:sldMkLst>
          <pc:docMk/>
          <pc:sldMk cId="0" sldId="300"/>
        </pc:sldMkLst>
      </pc:sldChg>
      <pc:sldChg chg="add del">
        <pc:chgData name="达 周" userId="d3c3af45359772bc" providerId="LiveId" clId="{A6C430E5-E1FD-4EF5-B3FE-7330205ED2A6}" dt="2020-02-02T13:01:33.402" v="86" actId="47"/>
        <pc:sldMkLst>
          <pc:docMk/>
          <pc:sldMk cId="0" sldId="301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302"/>
        </pc:sldMkLst>
      </pc:sldChg>
      <pc:sldChg chg="modSp add">
        <pc:chgData name="达 周" userId="d3c3af45359772bc" providerId="LiveId" clId="{A6C430E5-E1FD-4EF5-B3FE-7330205ED2A6}" dt="2020-02-02T13:01:45.148" v="88" actId="1076"/>
        <pc:sldMkLst>
          <pc:docMk/>
          <pc:sldMk cId="0" sldId="303"/>
        </pc:sldMkLst>
        <pc:graphicFrameChg chg="mod">
          <ac:chgData name="达 周" userId="d3c3af45359772bc" providerId="LiveId" clId="{A6C430E5-E1FD-4EF5-B3FE-7330205ED2A6}" dt="2020-02-02T13:01:45.148" v="88" actId="1076"/>
          <ac:graphicFrameMkLst>
            <pc:docMk/>
            <pc:sldMk cId="0" sldId="303"/>
            <ac:graphicFrameMk id="39940" creationId="{52E7C3F4-CCA8-4161-A67E-1DE1D7DE6AD8}"/>
          </ac:graphicFrameMkLst>
        </pc:graphicFrameChg>
        <pc:graphicFrameChg chg="mod">
          <ac:chgData name="达 周" userId="d3c3af45359772bc" providerId="LiveId" clId="{A6C430E5-E1FD-4EF5-B3FE-7330205ED2A6}" dt="2020-02-02T13:01:42.087" v="87" actId="1076"/>
          <ac:graphicFrameMkLst>
            <pc:docMk/>
            <pc:sldMk cId="0" sldId="303"/>
            <ac:graphicFrameMk id="39941" creationId="{1484AC48-A2E3-41F2-9DE0-BD089A63CE0C}"/>
          </ac:graphicFrameMkLst>
        </pc:graphicFrameChg>
      </pc:sldChg>
      <pc:sldChg chg="delSp add">
        <pc:chgData name="达 周" userId="d3c3af45359772bc" providerId="LiveId" clId="{A6C430E5-E1FD-4EF5-B3FE-7330205ED2A6}" dt="2020-02-02T12:48:08.845" v="67" actId="478"/>
        <pc:sldMkLst>
          <pc:docMk/>
          <pc:sldMk cId="0" sldId="304"/>
        </pc:sldMkLst>
        <pc:spChg chg="del">
          <ac:chgData name="达 周" userId="d3c3af45359772bc" providerId="LiveId" clId="{A6C430E5-E1FD-4EF5-B3FE-7330205ED2A6}" dt="2020-02-02T12:48:08.845" v="67" actId="478"/>
          <ac:spMkLst>
            <pc:docMk/>
            <pc:sldMk cId="0" sldId="304"/>
            <ac:spMk id="60421" creationId="{30FA14B7-D1DE-4B76-83A0-050AA9A15D6F}"/>
          </ac:spMkLst>
        </pc:spChg>
      </pc:sldChg>
      <pc:sldChg chg="delSp modSp add">
        <pc:chgData name="达 周" userId="d3c3af45359772bc" providerId="LiveId" clId="{A6C430E5-E1FD-4EF5-B3FE-7330205ED2A6}" dt="2020-02-08T10:38:32.558" v="168" actId="1076"/>
        <pc:sldMkLst>
          <pc:docMk/>
          <pc:sldMk cId="0" sldId="305"/>
        </pc:sldMkLst>
        <pc:spChg chg="mod">
          <ac:chgData name="达 周" userId="d3c3af45359772bc" providerId="LiveId" clId="{A6C430E5-E1FD-4EF5-B3FE-7330205ED2A6}" dt="2020-02-08T10:38:32.558" v="168" actId="1076"/>
          <ac:spMkLst>
            <pc:docMk/>
            <pc:sldMk cId="0" sldId="305"/>
            <ac:spMk id="61444" creationId="{C4EE340E-0FAC-4CA0-ACE6-61DDAE88AFF5}"/>
          </ac:spMkLst>
        </pc:spChg>
        <pc:spChg chg="del">
          <ac:chgData name="达 周" userId="d3c3af45359772bc" providerId="LiveId" clId="{A6C430E5-E1FD-4EF5-B3FE-7330205ED2A6}" dt="2020-02-02T12:48:17.883" v="68" actId="478"/>
          <ac:spMkLst>
            <pc:docMk/>
            <pc:sldMk cId="0" sldId="305"/>
            <ac:spMk id="61445" creationId="{3279E40E-4010-4B07-8C0D-D89E1EC4EBC2}"/>
          </ac:spMkLst>
        </pc:spChg>
      </pc:sldChg>
      <pc:sldChg chg="delSp add">
        <pc:chgData name="达 周" userId="d3c3af45359772bc" providerId="LiveId" clId="{A6C430E5-E1FD-4EF5-B3FE-7330205ED2A6}" dt="2020-02-02T12:48:22.030" v="69" actId="478"/>
        <pc:sldMkLst>
          <pc:docMk/>
          <pc:sldMk cId="0" sldId="306"/>
        </pc:sldMkLst>
        <pc:spChg chg="del">
          <ac:chgData name="达 周" userId="d3c3af45359772bc" providerId="LiveId" clId="{A6C430E5-E1FD-4EF5-B3FE-7330205ED2A6}" dt="2020-02-02T12:48:22.030" v="69" actId="478"/>
          <ac:spMkLst>
            <pc:docMk/>
            <pc:sldMk cId="0" sldId="306"/>
            <ac:spMk id="62468" creationId="{B0258669-DB66-4CAA-BC6F-1545C91A5580}"/>
          </ac:spMkLst>
        </pc:spChg>
      </pc:sldChg>
      <pc:sldChg chg="delSp add">
        <pc:chgData name="达 周" userId="d3c3af45359772bc" providerId="LiveId" clId="{A6C430E5-E1FD-4EF5-B3FE-7330205ED2A6}" dt="2020-02-02T12:48:26.245" v="70" actId="478"/>
        <pc:sldMkLst>
          <pc:docMk/>
          <pc:sldMk cId="0" sldId="307"/>
        </pc:sldMkLst>
        <pc:spChg chg="del">
          <ac:chgData name="达 周" userId="d3c3af45359772bc" providerId="LiveId" clId="{A6C430E5-E1FD-4EF5-B3FE-7330205ED2A6}" dt="2020-02-02T12:48:26.245" v="70" actId="478"/>
          <ac:spMkLst>
            <pc:docMk/>
            <pc:sldMk cId="0" sldId="307"/>
            <ac:spMk id="63492" creationId="{E3346D00-41C7-418B-823C-6C10D3CFE79C}"/>
          </ac:spMkLst>
        </pc:spChg>
      </pc:sldChg>
      <pc:sldChg chg="delSp modSp add">
        <pc:chgData name="达 周" userId="d3c3af45359772bc" providerId="LiveId" clId="{A6C430E5-E1FD-4EF5-B3FE-7330205ED2A6}" dt="2020-02-24T10:32:42.548" v="409" actId="478"/>
        <pc:sldMkLst>
          <pc:docMk/>
          <pc:sldMk cId="0" sldId="308"/>
        </pc:sldMkLst>
        <pc:spChg chg="mod">
          <ac:chgData name="达 周" userId="d3c3af45359772bc" providerId="LiveId" clId="{A6C430E5-E1FD-4EF5-B3FE-7330205ED2A6}" dt="2020-02-08T10:38:57.543" v="174"/>
          <ac:spMkLst>
            <pc:docMk/>
            <pc:sldMk cId="0" sldId="308"/>
            <ac:spMk id="5" creationId="{8E401D0C-B1F2-4BEB-B444-F69FBD815EF7}"/>
          </ac:spMkLst>
        </pc:spChg>
        <pc:spChg chg="mod">
          <ac:chgData name="达 周" userId="d3c3af45359772bc" providerId="LiveId" clId="{A6C430E5-E1FD-4EF5-B3FE-7330205ED2A6}" dt="2020-02-08T10:39:04.795" v="175" actId="1076"/>
          <ac:spMkLst>
            <pc:docMk/>
            <pc:sldMk cId="0" sldId="308"/>
            <ac:spMk id="64517" creationId="{4B7E2269-5B45-4A74-8AB8-AC5895DFD555}"/>
          </ac:spMkLst>
        </pc:spChg>
        <pc:spChg chg="del">
          <ac:chgData name="达 周" userId="d3c3af45359772bc" providerId="LiveId" clId="{A6C430E5-E1FD-4EF5-B3FE-7330205ED2A6}" dt="2020-02-24T10:32:42.548" v="409" actId="478"/>
          <ac:spMkLst>
            <pc:docMk/>
            <pc:sldMk cId="0" sldId="308"/>
            <ac:spMk id="64518" creationId="{36CDDBFB-B075-48F1-BA8D-EA04C2D586D3}"/>
          </ac:spMkLst>
        </pc:spChg>
      </pc:sldChg>
      <pc:sldChg chg="addSp modSp add mod">
        <pc:chgData name="达 周" userId="d3c3af45359772bc" providerId="LiveId" clId="{A6C430E5-E1FD-4EF5-B3FE-7330205ED2A6}" dt="2020-02-26T03:51:56.343" v="1682"/>
        <pc:sldMkLst>
          <pc:docMk/>
          <pc:sldMk cId="0" sldId="309"/>
        </pc:sldMkLst>
        <pc:spChg chg="add mod">
          <ac:chgData name="达 周" userId="d3c3af45359772bc" providerId="LiveId" clId="{A6C430E5-E1FD-4EF5-B3FE-7330205ED2A6}" dt="2020-02-26T03:51:56.343" v="1682"/>
          <ac:spMkLst>
            <pc:docMk/>
            <pc:sldMk cId="0" sldId="309"/>
            <ac:spMk id="2" creationId="{ED5B8D8D-3328-44D1-A23E-D75F2ADB8BBA}"/>
          </ac:spMkLst>
        </pc:spChg>
        <pc:spChg chg="add mod">
          <ac:chgData name="达 周" userId="d3c3af45359772bc" providerId="LiveId" clId="{A6C430E5-E1FD-4EF5-B3FE-7330205ED2A6}" dt="2020-02-08T10:42:48.767" v="246" actId="20577"/>
          <ac:spMkLst>
            <pc:docMk/>
            <pc:sldMk cId="0" sldId="309"/>
            <ac:spMk id="12" creationId="{83D6E966-036E-43F6-928B-412947E10A67}"/>
          </ac:spMkLst>
        </pc:spChg>
        <pc:spChg chg="mod">
          <ac:chgData name="达 周" userId="d3c3af45359772bc" providerId="LiveId" clId="{A6C430E5-E1FD-4EF5-B3FE-7330205ED2A6}" dt="2020-02-08T10:42:38.705" v="242" actId="20577"/>
          <ac:spMkLst>
            <pc:docMk/>
            <pc:sldMk cId="0" sldId="309"/>
            <ac:spMk id="5125" creationId="{E6275034-35E7-4D87-B4E3-79B8DB15120C}"/>
          </ac:spMkLst>
        </pc:spChg>
        <pc:spChg chg="mod">
          <ac:chgData name="达 周" userId="d3c3af45359772bc" providerId="LiveId" clId="{A6C430E5-E1FD-4EF5-B3FE-7330205ED2A6}" dt="2020-02-08T10:40:25.661" v="181" actId="20577"/>
          <ac:spMkLst>
            <pc:docMk/>
            <pc:sldMk cId="0" sldId="309"/>
            <ac:spMk id="5129" creationId="{BB3FC19C-E551-4370-9121-0E6DCE9F372B}"/>
          </ac:spMkLst>
        </pc:spChg>
        <pc:grpChg chg="mod">
          <ac:chgData name="达 周" userId="d3c3af45359772bc" providerId="LiveId" clId="{A6C430E5-E1FD-4EF5-B3FE-7330205ED2A6}" dt="2020-02-08T10:41:38.642" v="236"/>
          <ac:grpSpMkLst>
            <pc:docMk/>
            <pc:sldMk cId="0" sldId="309"/>
            <ac:grpSpMk id="5128" creationId="{ABFD31A4-FFD4-4F2E-AE30-A1BFCE69933C}"/>
          </ac:grpSpMkLst>
        </pc:grpChg>
        <pc:graphicFrameChg chg="mod">
          <ac:chgData name="达 周" userId="d3c3af45359772bc" providerId="LiveId" clId="{A6C430E5-E1FD-4EF5-B3FE-7330205ED2A6}" dt="2020-02-08T10:42:01.500" v="237" actId="1076"/>
          <ac:graphicFrameMkLst>
            <pc:docMk/>
            <pc:sldMk cId="0" sldId="309"/>
            <ac:graphicFrameMk id="5123" creationId="{122B6D07-6F76-4DEC-A665-CFC829EF08C7}"/>
          </ac:graphicFrameMkLst>
        </pc:graphicFrameChg>
        <pc:graphicFrameChg chg="mod">
          <ac:chgData name="达 周" userId="d3c3af45359772bc" providerId="LiveId" clId="{A6C430E5-E1FD-4EF5-B3FE-7330205ED2A6}" dt="2020-02-08T10:42:09.310" v="238" actId="1076"/>
          <ac:graphicFrameMkLst>
            <pc:docMk/>
            <pc:sldMk cId="0" sldId="309"/>
            <ac:graphicFrameMk id="5124" creationId="{BDD853DF-57A2-4220-A028-DAAEA58E7DB4}"/>
          </ac:graphicFrameMkLst>
        </pc:graphicFrameChg>
      </pc:sldChg>
      <pc:sldChg chg="add del">
        <pc:chgData name="达 周" userId="d3c3af45359772bc" providerId="LiveId" clId="{A6C430E5-E1FD-4EF5-B3FE-7330205ED2A6}" dt="2020-02-08T10:56:10.206" v="292" actId="47"/>
        <pc:sldMkLst>
          <pc:docMk/>
          <pc:sldMk cId="0" sldId="310"/>
        </pc:sldMkLst>
      </pc:sldChg>
      <pc:sldChg chg="addSp modSp add mod">
        <pc:chgData name="达 周" userId="d3c3af45359772bc" providerId="LiveId" clId="{A6C430E5-E1FD-4EF5-B3FE-7330205ED2A6}" dt="2020-02-24T11:45:18.650" v="840" actId="1076"/>
        <pc:sldMkLst>
          <pc:docMk/>
          <pc:sldMk cId="0" sldId="311"/>
        </pc:sldMkLst>
        <pc:spChg chg="add mod">
          <ac:chgData name="达 周" userId="d3c3af45359772bc" providerId="LiveId" clId="{A6C430E5-E1FD-4EF5-B3FE-7330205ED2A6}" dt="2020-02-24T11:45:18.650" v="840" actId="1076"/>
          <ac:spMkLst>
            <pc:docMk/>
            <pc:sldMk cId="0" sldId="311"/>
            <ac:spMk id="2" creationId="{98AE6DA7-1793-4CE6-B7CA-12A6838F8932}"/>
          </ac:spMkLst>
        </pc:spChg>
        <pc:graphicFrameChg chg="mod">
          <ac:chgData name="达 周" userId="d3c3af45359772bc" providerId="LiveId" clId="{A6C430E5-E1FD-4EF5-B3FE-7330205ED2A6}" dt="2020-02-24T11:45:18.650" v="840" actId="1076"/>
          <ac:graphicFrameMkLst>
            <pc:docMk/>
            <pc:sldMk cId="0" sldId="311"/>
            <ac:graphicFrameMk id="49154" creationId="{2E9C68E5-201F-4725-B1A1-C3516CDE33F2}"/>
          </ac:graphicFrameMkLst>
        </pc:graphicFrameChg>
        <pc:graphicFrameChg chg="mod">
          <ac:chgData name="达 周" userId="d3c3af45359772bc" providerId="LiveId" clId="{A6C430E5-E1FD-4EF5-B3FE-7330205ED2A6}" dt="2020-02-24T11:45:18.650" v="840" actId="1076"/>
          <ac:graphicFrameMkLst>
            <pc:docMk/>
            <pc:sldMk cId="0" sldId="311"/>
            <ac:graphicFrameMk id="49155" creationId="{4C8AF7F5-410B-45FA-9F5B-3C59EBB74B07}"/>
          </ac:graphicFrameMkLst>
        </pc:graphicFrameChg>
      </pc:sldChg>
      <pc:sldChg chg="addSp modSp add mod">
        <pc:chgData name="达 周" userId="d3c3af45359772bc" providerId="LiveId" clId="{A6C430E5-E1FD-4EF5-B3FE-7330205ED2A6}" dt="2020-02-24T11:41:27.684" v="832" actId="1076"/>
        <pc:sldMkLst>
          <pc:docMk/>
          <pc:sldMk cId="0" sldId="312"/>
        </pc:sldMkLst>
        <pc:spChg chg="add mod">
          <ac:chgData name="达 周" userId="d3c3af45359772bc" providerId="LiveId" clId="{A6C430E5-E1FD-4EF5-B3FE-7330205ED2A6}" dt="2020-02-24T11:41:27.684" v="832" actId="1076"/>
          <ac:spMkLst>
            <pc:docMk/>
            <pc:sldMk cId="0" sldId="312"/>
            <ac:spMk id="5" creationId="{556660A6-3CFD-41B7-9580-1C5D260A5BA5}"/>
          </ac:spMkLst>
        </pc:spChg>
        <pc:graphicFrameChg chg="mod">
          <ac:chgData name="达 周" userId="d3c3af45359772bc" providerId="LiveId" clId="{A6C430E5-E1FD-4EF5-B3FE-7330205ED2A6}" dt="2020-02-24T11:41:15.199" v="829" actId="1076"/>
          <ac:graphicFrameMkLst>
            <pc:docMk/>
            <pc:sldMk cId="0" sldId="312"/>
            <ac:graphicFrameMk id="50178" creationId="{254813EE-634F-4A96-8403-ABAF705D7BD1}"/>
          </ac:graphicFrameMkLst>
        </pc:graphicFrameChg>
        <pc:graphicFrameChg chg="mod">
          <ac:chgData name="达 周" userId="d3c3af45359772bc" providerId="LiveId" clId="{A6C430E5-E1FD-4EF5-B3FE-7330205ED2A6}" dt="2020-02-24T11:41:10.955" v="827" actId="1076"/>
          <ac:graphicFrameMkLst>
            <pc:docMk/>
            <pc:sldMk cId="0" sldId="312"/>
            <ac:graphicFrameMk id="50179" creationId="{B1F34379-5772-4C5B-8291-34AE7EBBF07C}"/>
          </ac:graphicFrameMkLst>
        </pc:graphicFrameChg>
      </pc:sldChg>
      <pc:sldChg chg="addSp modSp add mod">
        <pc:chgData name="达 周" userId="d3c3af45359772bc" providerId="LiveId" clId="{A6C430E5-E1FD-4EF5-B3FE-7330205ED2A6}" dt="2020-02-24T11:45:01.131" v="838" actId="1076"/>
        <pc:sldMkLst>
          <pc:docMk/>
          <pc:sldMk cId="0" sldId="313"/>
        </pc:sldMkLst>
        <pc:spChg chg="add">
          <ac:chgData name="达 周" userId="d3c3af45359772bc" providerId="LiveId" clId="{A6C430E5-E1FD-4EF5-B3FE-7330205ED2A6}" dt="2020-02-24T11:44:58.311" v="837"/>
          <ac:spMkLst>
            <pc:docMk/>
            <pc:sldMk cId="0" sldId="313"/>
            <ac:spMk id="5" creationId="{EDB6CE1D-0E36-44D2-8DC9-E7952FFC5F12}"/>
          </ac:spMkLst>
        </pc:spChg>
        <pc:graphicFrameChg chg="mod">
          <ac:chgData name="达 周" userId="d3c3af45359772bc" providerId="LiveId" clId="{A6C430E5-E1FD-4EF5-B3FE-7330205ED2A6}" dt="2020-02-24T11:44:42.448" v="834"/>
          <ac:graphicFrameMkLst>
            <pc:docMk/>
            <pc:sldMk cId="0" sldId="313"/>
            <ac:graphicFrameMk id="51202" creationId="{C4B9EDD2-B364-4DEB-B295-97C8BA1625AB}"/>
          </ac:graphicFrameMkLst>
        </pc:graphicFrameChg>
        <pc:graphicFrameChg chg="mod">
          <ac:chgData name="达 周" userId="d3c3af45359772bc" providerId="LiveId" clId="{A6C430E5-E1FD-4EF5-B3FE-7330205ED2A6}" dt="2020-02-24T11:45:01.131" v="838" actId="1076"/>
          <ac:graphicFrameMkLst>
            <pc:docMk/>
            <pc:sldMk cId="0" sldId="313"/>
            <ac:graphicFrameMk id="51203" creationId="{09B5C273-EB65-4735-8063-321AB0C9F46C}"/>
          </ac:graphicFrameMkLst>
        </pc:graphicFrameChg>
      </pc:sldChg>
      <pc:sldChg chg="delSp modSp add mod">
        <pc:chgData name="达 周" userId="d3c3af45359772bc" providerId="LiveId" clId="{A6C430E5-E1FD-4EF5-B3FE-7330205ED2A6}" dt="2020-02-24T11:48:00.769" v="853" actId="1076"/>
        <pc:sldMkLst>
          <pc:docMk/>
          <pc:sldMk cId="0" sldId="314"/>
        </pc:sldMkLst>
        <pc:grpChg chg="mod">
          <ac:chgData name="达 周" userId="d3c3af45359772bc" providerId="LiveId" clId="{A6C430E5-E1FD-4EF5-B3FE-7330205ED2A6}" dt="2020-02-24T11:47:51.427" v="850"/>
          <ac:grpSpMkLst>
            <pc:docMk/>
            <pc:sldMk cId="0" sldId="314"/>
            <ac:grpSpMk id="53255" creationId="{269BE87E-AAD5-4919-8DC9-2853007E83EB}"/>
          </ac:grpSpMkLst>
        </pc:grpChg>
        <pc:graphicFrameChg chg="del">
          <ac:chgData name="达 周" userId="d3c3af45359772bc" providerId="LiveId" clId="{A6C430E5-E1FD-4EF5-B3FE-7330205ED2A6}" dt="2020-02-24T11:47:40.943" v="848" actId="478"/>
          <ac:graphicFrameMkLst>
            <pc:docMk/>
            <pc:sldMk cId="0" sldId="314"/>
            <ac:graphicFrameMk id="53250" creationId="{A728D16D-58CC-4719-A9AB-9FA343078823}"/>
          </ac:graphicFrameMkLst>
        </pc:graphicFrameChg>
        <pc:graphicFrameChg chg="mod">
          <ac:chgData name="达 周" userId="d3c3af45359772bc" providerId="LiveId" clId="{A6C430E5-E1FD-4EF5-B3FE-7330205ED2A6}" dt="2020-02-24T11:48:00.769" v="853" actId="1076"/>
          <ac:graphicFrameMkLst>
            <pc:docMk/>
            <pc:sldMk cId="0" sldId="314"/>
            <ac:graphicFrameMk id="53251" creationId="{C14EBA6E-6949-4B6A-ACF0-679D4A6F7689}"/>
          </ac:graphicFrameMkLst>
        </pc:graphicFrameChg>
        <pc:graphicFrameChg chg="mod">
          <ac:chgData name="达 周" userId="d3c3af45359772bc" providerId="LiveId" clId="{A6C430E5-E1FD-4EF5-B3FE-7330205ED2A6}" dt="2020-02-24T11:47:51.427" v="850"/>
          <ac:graphicFrameMkLst>
            <pc:docMk/>
            <pc:sldMk cId="0" sldId="314"/>
            <ac:graphicFrameMk id="53252" creationId="{4F4888C9-95B8-4F26-A289-1113898C31D9}"/>
          </ac:graphicFrameMkLst>
        </pc:graphicFrameChg>
      </pc:sldChg>
      <pc:sldChg chg="modSp add mod">
        <pc:chgData name="达 周" userId="d3c3af45359772bc" providerId="LiveId" clId="{A6C430E5-E1FD-4EF5-B3FE-7330205ED2A6}" dt="2020-02-24T11:47:02.686" v="847" actId="1076"/>
        <pc:sldMkLst>
          <pc:docMk/>
          <pc:sldMk cId="0" sldId="315"/>
        </pc:sldMkLst>
        <pc:graphicFrameChg chg="mod">
          <ac:chgData name="达 周" userId="d3c3af45359772bc" providerId="LiveId" clId="{A6C430E5-E1FD-4EF5-B3FE-7330205ED2A6}" dt="2020-02-24T11:47:02.686" v="847" actId="1076"/>
          <ac:graphicFrameMkLst>
            <pc:docMk/>
            <pc:sldMk cId="0" sldId="315"/>
            <ac:graphicFrameMk id="52227" creationId="{40120547-9641-42F2-9303-5747E56D9695}"/>
          </ac:graphicFrameMkLst>
        </pc:graphicFrameChg>
      </pc:sldChg>
      <pc:sldChg chg="modSp add mod">
        <pc:chgData name="达 周" userId="d3c3af45359772bc" providerId="LiveId" clId="{A6C430E5-E1FD-4EF5-B3FE-7330205ED2A6}" dt="2020-02-24T11:48:14.056" v="857" actId="1076"/>
        <pc:sldMkLst>
          <pc:docMk/>
          <pc:sldMk cId="0" sldId="316"/>
        </pc:sldMkLst>
        <pc:graphicFrameChg chg="mod">
          <ac:chgData name="达 周" userId="d3c3af45359772bc" providerId="LiveId" clId="{A6C430E5-E1FD-4EF5-B3FE-7330205ED2A6}" dt="2020-02-24T11:48:14.056" v="857" actId="1076"/>
          <ac:graphicFrameMkLst>
            <pc:docMk/>
            <pc:sldMk cId="0" sldId="316"/>
            <ac:graphicFrameMk id="54274" creationId="{29F882F7-E407-4C82-9A0F-B3335240F6A7}"/>
          </ac:graphicFrameMkLst>
        </pc:graphicFrameChg>
      </pc:sldChg>
      <pc:sldChg chg="modSp add mod">
        <pc:chgData name="达 周" userId="d3c3af45359772bc" providerId="LiveId" clId="{A6C430E5-E1FD-4EF5-B3FE-7330205ED2A6}" dt="2020-02-24T11:48:51.091" v="868" actId="14100"/>
        <pc:sldMkLst>
          <pc:docMk/>
          <pc:sldMk cId="0" sldId="317"/>
        </pc:sldMkLst>
        <pc:grpChg chg="mod">
          <ac:chgData name="达 周" userId="d3c3af45359772bc" providerId="LiveId" clId="{A6C430E5-E1FD-4EF5-B3FE-7330205ED2A6}" dt="2020-02-24T11:48:51.091" v="868" actId="14100"/>
          <ac:grpSpMkLst>
            <pc:docMk/>
            <pc:sldMk cId="0" sldId="317"/>
            <ac:grpSpMk id="55302" creationId="{A8018871-ECB1-4543-8DAD-1FC86E856560}"/>
          </ac:grpSpMkLst>
        </pc:grpChg>
        <pc:graphicFrameChg chg="mod">
          <ac:chgData name="达 周" userId="d3c3af45359772bc" providerId="LiveId" clId="{A6C430E5-E1FD-4EF5-B3FE-7330205ED2A6}" dt="2020-02-24T11:48:29.701" v="861" actId="1076"/>
          <ac:graphicFrameMkLst>
            <pc:docMk/>
            <pc:sldMk cId="0" sldId="317"/>
            <ac:graphicFrameMk id="55298" creationId="{3A590112-5FBD-4714-9932-F174F5573680}"/>
          </ac:graphicFrameMkLst>
        </pc:graphicFrameChg>
        <pc:graphicFrameChg chg="mod">
          <ac:chgData name="达 周" userId="d3c3af45359772bc" providerId="LiveId" clId="{A6C430E5-E1FD-4EF5-B3FE-7330205ED2A6}" dt="2020-02-24T11:48:51.091" v="868" actId="14100"/>
          <ac:graphicFrameMkLst>
            <pc:docMk/>
            <pc:sldMk cId="0" sldId="317"/>
            <ac:graphicFrameMk id="55299" creationId="{051395CC-6019-4AC0-870B-950A0B6A6254}"/>
          </ac:graphicFrameMkLst>
        </pc:graphicFrameChg>
      </pc:sldChg>
      <pc:sldChg chg="modSp add mod">
        <pc:chgData name="达 周" userId="d3c3af45359772bc" providerId="LiveId" clId="{A6C430E5-E1FD-4EF5-B3FE-7330205ED2A6}" dt="2020-02-24T11:48:58.472" v="869" actId="1076"/>
        <pc:sldMkLst>
          <pc:docMk/>
          <pc:sldMk cId="0" sldId="318"/>
        </pc:sldMkLst>
        <pc:graphicFrameChg chg="mod">
          <ac:chgData name="达 周" userId="d3c3af45359772bc" providerId="LiveId" clId="{A6C430E5-E1FD-4EF5-B3FE-7330205ED2A6}" dt="2020-02-24T11:48:58.472" v="869" actId="1076"/>
          <ac:graphicFrameMkLst>
            <pc:docMk/>
            <pc:sldMk cId="0" sldId="318"/>
            <ac:graphicFrameMk id="56322" creationId="{8BA375D8-4F2D-41EF-BB89-053671BFCC4F}"/>
          </ac:graphicFrameMkLst>
        </pc:graphicFrameChg>
      </pc:sldChg>
      <pc:sldChg chg="modSp add mod">
        <pc:chgData name="达 周" userId="d3c3af45359772bc" providerId="LiveId" clId="{A6C430E5-E1FD-4EF5-B3FE-7330205ED2A6}" dt="2020-02-24T11:57:21.029" v="881" actId="207"/>
        <pc:sldMkLst>
          <pc:docMk/>
          <pc:sldMk cId="0" sldId="319"/>
        </pc:sldMkLst>
        <pc:spChg chg="mod">
          <ac:chgData name="达 周" userId="d3c3af45359772bc" providerId="LiveId" clId="{A6C430E5-E1FD-4EF5-B3FE-7330205ED2A6}" dt="2020-02-24T11:57:12.073" v="880" actId="207"/>
          <ac:spMkLst>
            <pc:docMk/>
            <pc:sldMk cId="0" sldId="319"/>
            <ac:spMk id="57349" creationId="{87130E88-FA45-4541-9B76-C7120CD44394}"/>
          </ac:spMkLst>
        </pc:spChg>
        <pc:spChg chg="mod">
          <ac:chgData name="达 周" userId="d3c3af45359772bc" providerId="LiveId" clId="{A6C430E5-E1FD-4EF5-B3FE-7330205ED2A6}" dt="2020-02-24T11:57:21.029" v="881" actId="207"/>
          <ac:spMkLst>
            <pc:docMk/>
            <pc:sldMk cId="0" sldId="319"/>
            <ac:spMk id="57351" creationId="{079E2083-81ED-44D4-BBC4-9AF375AFC333}"/>
          </ac:spMkLst>
        </pc:spChg>
        <pc:graphicFrameChg chg="mod">
          <ac:chgData name="达 周" userId="d3c3af45359772bc" providerId="LiveId" clId="{A6C430E5-E1FD-4EF5-B3FE-7330205ED2A6}" dt="2020-02-24T11:56:55.236" v="878"/>
          <ac:graphicFrameMkLst>
            <pc:docMk/>
            <pc:sldMk cId="0" sldId="319"/>
            <ac:graphicFrameMk id="57346" creationId="{20B3ED32-FB7C-4D51-9CFE-38764E7B34D2}"/>
          </ac:graphicFrameMkLst>
        </pc:graphicFrameChg>
        <pc:graphicFrameChg chg="mod">
          <ac:chgData name="达 周" userId="d3c3af45359772bc" providerId="LiveId" clId="{A6C430E5-E1FD-4EF5-B3FE-7330205ED2A6}" dt="2020-02-24T11:56:41.459" v="876" actId="1076"/>
          <ac:graphicFrameMkLst>
            <pc:docMk/>
            <pc:sldMk cId="0" sldId="319"/>
            <ac:graphicFrameMk id="67592" creationId="{0BB30CFC-0B71-4175-9485-AC8A20D2153F}"/>
          </ac:graphicFrameMkLst>
        </pc:graphicFrameChg>
        <pc:graphicFrameChg chg="mod">
          <ac:chgData name="达 周" userId="d3c3af45359772bc" providerId="LiveId" clId="{A6C430E5-E1FD-4EF5-B3FE-7330205ED2A6}" dt="2020-02-24T11:56:39.608" v="875" actId="1076"/>
          <ac:graphicFrameMkLst>
            <pc:docMk/>
            <pc:sldMk cId="0" sldId="319"/>
            <ac:graphicFrameMk id="67594" creationId="{C880C5CB-A05B-48D8-AE81-41772E3D610B}"/>
          </ac:graphicFrameMkLst>
        </pc:graphicFrameChg>
      </pc:sldChg>
      <pc:sldChg chg="addSp delSp modSp add del">
        <pc:chgData name="达 周" userId="d3c3af45359772bc" providerId="LiveId" clId="{A6C430E5-E1FD-4EF5-B3FE-7330205ED2A6}" dt="2020-02-24T11:57:49.182" v="883" actId="47"/>
        <pc:sldMkLst>
          <pc:docMk/>
          <pc:sldMk cId="0" sldId="320"/>
        </pc:sldMkLst>
        <pc:spChg chg="add del mod">
          <ac:chgData name="达 周" userId="d3c3af45359772bc" providerId="LiveId" clId="{A6C430E5-E1FD-4EF5-B3FE-7330205ED2A6}" dt="2020-02-24T11:57:36.719" v="882" actId="478"/>
          <ac:spMkLst>
            <pc:docMk/>
            <pc:sldMk cId="0" sldId="320"/>
            <ac:spMk id="12" creationId="{A34A4B1C-B55A-4476-BB5C-A74208C1E487}"/>
          </ac:spMkLst>
        </pc:spChg>
        <pc:grpChg chg="del mod">
          <ac:chgData name="达 周" userId="d3c3af45359772bc" providerId="LiveId" clId="{A6C430E5-E1FD-4EF5-B3FE-7330205ED2A6}" dt="2020-02-02T13:35:37.983" v="147" actId="478"/>
          <ac:grpSpMkLst>
            <pc:docMk/>
            <pc:sldMk cId="0" sldId="320"/>
            <ac:grpSpMk id="58373" creationId="{B8ECFF4B-FAC3-4501-89BA-B2D965FDA93C}"/>
          </ac:grpSpMkLst>
        </pc:grpChg>
        <pc:grpChg chg="mod">
          <ac:chgData name="达 周" userId="d3c3af45359772bc" providerId="LiveId" clId="{A6C430E5-E1FD-4EF5-B3FE-7330205ED2A6}" dt="2020-02-02T13:02:55.547" v="92" actId="14100"/>
          <ac:grpSpMkLst>
            <pc:docMk/>
            <pc:sldMk cId="0" sldId="320"/>
            <ac:grpSpMk id="58376" creationId="{86261031-8579-4258-94C3-28D85D0A1159}"/>
          </ac:grpSpMkLst>
        </pc:grpChg>
        <pc:graphicFrameChg chg="mod">
          <ac:chgData name="达 周" userId="d3c3af45359772bc" providerId="LiveId" clId="{A6C430E5-E1FD-4EF5-B3FE-7330205ED2A6}" dt="2020-02-02T13:02:58.970" v="93" actId="1076"/>
          <ac:graphicFrameMkLst>
            <pc:docMk/>
            <pc:sldMk cId="0" sldId="320"/>
            <ac:graphicFrameMk id="58372" creationId="{D92CC74C-4F51-42A5-9A14-64B0E2AB9961}"/>
          </ac:graphicFrameMkLst>
        </pc:graphicFrameChg>
        <pc:graphicFrameChg chg="mod">
          <ac:chgData name="达 周" userId="d3c3af45359772bc" providerId="LiveId" clId="{A6C430E5-E1FD-4EF5-B3FE-7330205ED2A6}" dt="2020-02-02T13:24:59.763" v="124"/>
          <ac:graphicFrameMkLst>
            <pc:docMk/>
            <pc:sldMk cId="0" sldId="320"/>
            <ac:graphicFrameMk id="68618" creationId="{6703AC24-0749-476E-ADB7-E4A59770E6EB}"/>
          </ac:graphicFrameMkLst>
        </pc:graphicFrameChg>
        <pc:graphicFrameChg chg="mod">
          <ac:chgData name="达 周" userId="d3c3af45359772bc" providerId="LiveId" clId="{A6C430E5-E1FD-4EF5-B3FE-7330205ED2A6}" dt="2020-02-02T13:25:13.067" v="126"/>
          <ac:graphicFrameMkLst>
            <pc:docMk/>
            <pc:sldMk cId="0" sldId="320"/>
            <ac:graphicFrameMk id="68620" creationId="{A7D5CE58-169A-4253-B589-1F266A6571A6}"/>
          </ac:graphicFrameMkLst>
        </pc:graphicFrameChg>
      </pc:sldChg>
      <pc:sldChg chg="delSp modSp add mod">
        <pc:chgData name="达 周" userId="d3c3af45359772bc" providerId="LiveId" clId="{A6C430E5-E1FD-4EF5-B3FE-7330205ED2A6}" dt="2020-02-24T11:58:28.069" v="893" actId="1076"/>
        <pc:sldMkLst>
          <pc:docMk/>
          <pc:sldMk cId="0" sldId="321"/>
        </pc:sldMkLst>
        <pc:spChg chg="mod">
          <ac:chgData name="达 周" userId="d3c3af45359772bc" providerId="LiveId" clId="{A6C430E5-E1FD-4EF5-B3FE-7330205ED2A6}" dt="2020-02-24T11:57:58.583" v="884" actId="207"/>
          <ac:spMkLst>
            <pc:docMk/>
            <pc:sldMk cId="0" sldId="321"/>
            <ac:spMk id="59399" creationId="{0F2EAB1C-2700-41E1-ACE8-1487C4A7E21F}"/>
          </ac:spMkLst>
        </pc:spChg>
        <pc:spChg chg="mod">
          <ac:chgData name="达 周" userId="d3c3af45359772bc" providerId="LiveId" clId="{A6C430E5-E1FD-4EF5-B3FE-7330205ED2A6}" dt="2020-02-24T11:58:01.344" v="885" actId="207"/>
          <ac:spMkLst>
            <pc:docMk/>
            <pc:sldMk cId="0" sldId="321"/>
            <ac:spMk id="59405" creationId="{EA776CED-853F-42E0-89C3-E5FCBC8EA60E}"/>
          </ac:spMkLst>
        </pc:spChg>
        <pc:spChg chg="del">
          <ac:chgData name="达 周" userId="d3c3af45359772bc" providerId="LiveId" clId="{A6C430E5-E1FD-4EF5-B3FE-7330205ED2A6}" dt="2020-02-02T13:26:00.472" v="133" actId="478"/>
          <ac:spMkLst>
            <pc:docMk/>
            <pc:sldMk cId="0" sldId="321"/>
            <ac:spMk id="59406" creationId="{B160A1A2-92AB-413D-9994-6A7F4FBB38CE}"/>
          </ac:spMkLst>
        </pc:spChg>
        <pc:grpChg chg="mod">
          <ac:chgData name="达 周" userId="d3c3af45359772bc" providerId="LiveId" clId="{A6C430E5-E1FD-4EF5-B3FE-7330205ED2A6}" dt="2020-02-24T11:58:28.069" v="893" actId="1076"/>
          <ac:grpSpMkLst>
            <pc:docMk/>
            <pc:sldMk cId="0" sldId="321"/>
            <ac:grpSpMk id="59402" creationId="{ACB3FACB-FB6A-42C9-A29F-DE8A146CF987}"/>
          </ac:grpSpMkLst>
        </pc:grpChg>
        <pc:grpChg chg="mod">
          <ac:chgData name="达 周" userId="d3c3af45359772bc" providerId="LiveId" clId="{A6C430E5-E1FD-4EF5-B3FE-7330205ED2A6}" dt="2020-02-02T13:37:46.813" v="150" actId="14100"/>
          <ac:grpSpMkLst>
            <pc:docMk/>
            <pc:sldMk cId="0" sldId="321"/>
            <ac:grpSpMk id="59404" creationId="{1E9FA163-9FC3-4DF5-9390-A1BD8887514B}"/>
          </ac:grpSpMkLst>
        </pc:grpChg>
        <pc:graphicFrameChg chg="mod">
          <ac:chgData name="达 周" userId="d3c3af45359772bc" providerId="LiveId" clId="{A6C430E5-E1FD-4EF5-B3FE-7330205ED2A6}" dt="2020-02-24T11:58:09.035" v="887" actId="1076"/>
          <ac:graphicFrameMkLst>
            <pc:docMk/>
            <pc:sldMk cId="0" sldId="321"/>
            <ac:graphicFrameMk id="59394" creationId="{D6A2AF44-C36A-4C07-9D9D-2EFB68D7E9EA}"/>
          </ac:graphicFrameMkLst>
        </pc:graphicFrameChg>
        <pc:graphicFrameChg chg="mod">
          <ac:chgData name="达 周" userId="d3c3af45359772bc" providerId="LiveId" clId="{A6C430E5-E1FD-4EF5-B3FE-7330205ED2A6}" dt="2020-02-02T13:37:49.135" v="151" actId="1076"/>
          <ac:graphicFrameMkLst>
            <pc:docMk/>
            <pc:sldMk cId="0" sldId="321"/>
            <ac:graphicFrameMk id="59395" creationId="{11789A65-4C7B-4BA9-A299-D4B4550406F1}"/>
          </ac:graphicFrameMkLst>
        </pc:graphicFrameChg>
        <pc:graphicFrameChg chg="mod">
          <ac:chgData name="达 周" userId="d3c3af45359772bc" providerId="LiveId" clId="{A6C430E5-E1FD-4EF5-B3FE-7330205ED2A6}" dt="2020-02-02T13:25:48.825" v="130"/>
          <ac:graphicFrameMkLst>
            <pc:docMk/>
            <pc:sldMk cId="0" sldId="321"/>
            <ac:graphicFrameMk id="59396" creationId="{73541617-D7A3-4A06-8553-2A3F6D6C8026}"/>
          </ac:graphicFrameMkLst>
        </pc:graphicFrameChg>
        <pc:graphicFrameChg chg="mod">
          <ac:chgData name="达 周" userId="d3c3af45359772bc" providerId="LiveId" clId="{A6C430E5-E1FD-4EF5-B3FE-7330205ED2A6}" dt="2020-02-24T11:58:20.121" v="890" actId="1076"/>
          <ac:graphicFrameMkLst>
            <pc:docMk/>
            <pc:sldMk cId="0" sldId="321"/>
            <ac:graphicFrameMk id="59397" creationId="{5B7763FB-818B-4F89-8FCD-D8DEA0DA2158}"/>
          </ac:graphicFrameMkLst>
        </pc:graphicFrameChg>
      </pc:sldChg>
      <pc:sldChg chg="addSp delSp modSp add mod">
        <pc:chgData name="达 周" userId="d3c3af45359772bc" providerId="LiveId" clId="{A6C430E5-E1FD-4EF5-B3FE-7330205ED2A6}" dt="2020-02-24T11:59:50.079" v="914" actId="1076"/>
        <pc:sldMkLst>
          <pc:docMk/>
          <pc:sldMk cId="0" sldId="322"/>
        </pc:sldMkLst>
        <pc:spChg chg="mod">
          <ac:chgData name="达 周" userId="d3c3af45359772bc" providerId="LiveId" clId="{A6C430E5-E1FD-4EF5-B3FE-7330205ED2A6}" dt="2020-02-24T11:59:45.480" v="913" actId="20577"/>
          <ac:spMkLst>
            <pc:docMk/>
            <pc:sldMk cId="0" sldId="322"/>
            <ac:spMk id="61446" creationId="{C119716B-3A80-4EF4-A79E-1B1E0D5502A5}"/>
          </ac:spMkLst>
        </pc:spChg>
        <pc:spChg chg="mod">
          <ac:chgData name="达 周" userId="d3c3af45359772bc" providerId="LiveId" clId="{A6C430E5-E1FD-4EF5-B3FE-7330205ED2A6}" dt="2020-02-24T11:59:05.050" v="899"/>
          <ac:spMkLst>
            <pc:docMk/>
            <pc:sldMk cId="0" sldId="322"/>
            <ac:spMk id="61447" creationId="{7E3DA1A7-D354-48CC-B540-585624F745A6}"/>
          </ac:spMkLst>
        </pc:spChg>
        <pc:grpChg chg="add del mod">
          <ac:chgData name="达 周" userId="d3c3af45359772bc" providerId="LiveId" clId="{A6C430E5-E1FD-4EF5-B3FE-7330205ED2A6}" dt="2020-02-24T11:59:50.079" v="914" actId="1076"/>
          <ac:grpSpMkLst>
            <pc:docMk/>
            <pc:sldMk cId="0" sldId="322"/>
            <ac:grpSpMk id="61444" creationId="{538B44CE-DBBB-42BA-8333-2F10BE4F7348}"/>
          </ac:grpSpMkLst>
        </pc:grpChg>
        <pc:graphicFrameChg chg="mod">
          <ac:chgData name="达 周" userId="d3c3af45359772bc" providerId="LiveId" clId="{A6C430E5-E1FD-4EF5-B3FE-7330205ED2A6}" dt="2020-02-24T11:58:51.942" v="895" actId="1076"/>
          <ac:graphicFrameMkLst>
            <pc:docMk/>
            <pc:sldMk cId="0" sldId="322"/>
            <ac:graphicFrameMk id="61442" creationId="{4E3A1BB3-AF02-4450-80CD-73BCAA70672F}"/>
          </ac:graphicFrameMkLst>
        </pc:graphicFrameChg>
        <pc:graphicFrameChg chg="del">
          <ac:chgData name="达 周" userId="d3c3af45359772bc" providerId="LiveId" clId="{A6C430E5-E1FD-4EF5-B3FE-7330205ED2A6}" dt="2020-02-24T11:59:11.258" v="902" actId="478"/>
          <ac:graphicFrameMkLst>
            <pc:docMk/>
            <pc:sldMk cId="0" sldId="322"/>
            <ac:graphicFrameMk id="61443" creationId="{6DFA73E7-DA1F-4028-AF96-B10E5E58E01D}"/>
          </ac:graphicFrameMkLst>
        </pc:graphicFrameChg>
      </pc:sldChg>
      <pc:sldChg chg="modSp add del">
        <pc:chgData name="达 周" userId="d3c3af45359772bc" providerId="LiveId" clId="{A6C430E5-E1FD-4EF5-B3FE-7330205ED2A6}" dt="2020-02-02T13:27:46.328" v="143" actId="47"/>
        <pc:sldMkLst>
          <pc:docMk/>
          <pc:sldMk cId="0" sldId="323"/>
        </pc:sldMkLst>
        <pc:graphicFrameChg chg="mod">
          <ac:chgData name="达 周" userId="d3c3af45359772bc" providerId="LiveId" clId="{A6C430E5-E1FD-4EF5-B3FE-7330205ED2A6}" dt="2020-02-02T13:04:44.977" v="106" actId="14100"/>
          <ac:graphicFrameMkLst>
            <pc:docMk/>
            <pc:sldMk cId="0" sldId="323"/>
            <ac:graphicFrameMk id="62467" creationId="{F79322F0-5B3B-4E97-AB6D-B2375AECD377}"/>
          </ac:graphicFrameMkLst>
        </pc:graphicFrameChg>
        <pc:graphicFrameChg chg="mod">
          <ac:chgData name="达 周" userId="d3c3af45359772bc" providerId="LiveId" clId="{A6C430E5-E1FD-4EF5-B3FE-7330205ED2A6}" dt="2020-02-02T13:04:53.375" v="108" actId="1076"/>
          <ac:graphicFrameMkLst>
            <pc:docMk/>
            <pc:sldMk cId="0" sldId="323"/>
            <ac:graphicFrameMk id="62468" creationId="{1D4D2327-FE8E-4870-865A-8E15413BF979}"/>
          </ac:graphicFrameMkLst>
        </pc:graphicFrameChg>
      </pc:sldChg>
      <pc:sldChg chg="add del">
        <pc:chgData name="达 周" userId="d3c3af45359772bc" providerId="LiveId" clId="{A6C430E5-E1FD-4EF5-B3FE-7330205ED2A6}" dt="2020-02-02T13:27:46.932" v="144" actId="47"/>
        <pc:sldMkLst>
          <pc:docMk/>
          <pc:sldMk cId="0" sldId="324"/>
        </pc:sldMkLst>
      </pc:sldChg>
      <pc:sldChg chg="modSp add del">
        <pc:chgData name="达 周" userId="d3c3af45359772bc" providerId="LiveId" clId="{A6C430E5-E1FD-4EF5-B3FE-7330205ED2A6}" dt="2020-02-02T13:27:48.538" v="145" actId="47"/>
        <pc:sldMkLst>
          <pc:docMk/>
          <pc:sldMk cId="0" sldId="325"/>
        </pc:sldMkLst>
        <pc:graphicFrameChg chg="mod">
          <ac:chgData name="达 周" userId="d3c3af45359772bc" providerId="LiveId" clId="{A6C430E5-E1FD-4EF5-B3FE-7330205ED2A6}" dt="2020-02-02T13:03:43.515" v="95" actId="1076"/>
          <ac:graphicFrameMkLst>
            <pc:docMk/>
            <pc:sldMk cId="0" sldId="325"/>
            <ac:graphicFrameMk id="64515" creationId="{FA922DA3-87AE-43DD-BF91-F26B7B9D7064}"/>
          </ac:graphicFrameMkLst>
        </pc:graphicFrameChg>
        <pc:graphicFrameChg chg="mod">
          <ac:chgData name="达 周" userId="d3c3af45359772bc" providerId="LiveId" clId="{A6C430E5-E1FD-4EF5-B3FE-7330205ED2A6}" dt="2020-02-02T13:03:51.041" v="96" actId="1076"/>
          <ac:graphicFrameMkLst>
            <pc:docMk/>
            <pc:sldMk cId="0" sldId="325"/>
            <ac:graphicFrameMk id="64518" creationId="{54E37C70-D9FF-4873-8C4F-BE2E5A816385}"/>
          </ac:graphicFrameMkLst>
        </pc:graphicFrameChg>
      </pc:sldChg>
      <pc:sldChg chg="modSp add del">
        <pc:chgData name="达 周" userId="d3c3af45359772bc" providerId="LiveId" clId="{A6C430E5-E1FD-4EF5-B3FE-7330205ED2A6}" dt="2020-02-02T13:27:55.497" v="146" actId="47"/>
        <pc:sldMkLst>
          <pc:docMk/>
          <pc:sldMk cId="0" sldId="326"/>
        </pc:sldMkLst>
        <pc:graphicFrameChg chg="mod">
          <ac:chgData name="达 周" userId="d3c3af45359772bc" providerId="LiveId" clId="{A6C430E5-E1FD-4EF5-B3FE-7330205ED2A6}" dt="2020-02-02T13:06:01.840" v="110" actId="1076"/>
          <ac:graphicFrameMkLst>
            <pc:docMk/>
            <pc:sldMk cId="0" sldId="326"/>
            <ac:graphicFrameMk id="65538" creationId="{517E4739-C798-48A2-B3E9-DF23A31CF886}"/>
          </ac:graphicFrameMkLst>
        </pc:graphicFrameChg>
      </pc:sldChg>
      <pc:sldChg chg="add del">
        <pc:chgData name="达 周" userId="d3c3af45359772bc" providerId="LiveId" clId="{A6C430E5-E1FD-4EF5-B3FE-7330205ED2A6}" dt="2020-02-02T13:26:48.606" v="139" actId="47"/>
        <pc:sldMkLst>
          <pc:docMk/>
          <pc:sldMk cId="0" sldId="327"/>
        </pc:sldMkLst>
      </pc:sldChg>
      <pc:sldChg chg="modSp add">
        <pc:chgData name="达 周" userId="d3c3af45359772bc" providerId="LiveId" clId="{A6C430E5-E1FD-4EF5-B3FE-7330205ED2A6}" dt="2020-02-24T10:42:52.890" v="584" actId="1076"/>
        <pc:sldMkLst>
          <pc:docMk/>
          <pc:sldMk cId="0" sldId="328"/>
        </pc:sldMkLst>
        <pc:spChg chg="mod">
          <ac:chgData name="达 周" userId="d3c3af45359772bc" providerId="LiveId" clId="{A6C430E5-E1FD-4EF5-B3FE-7330205ED2A6}" dt="2020-02-24T10:42:52.890" v="584" actId="1076"/>
          <ac:spMkLst>
            <pc:docMk/>
            <pc:sldMk cId="0" sldId="328"/>
            <ac:spMk id="6148" creationId="{B048E4B7-1A7F-4B04-AE46-0D7A515A2860}"/>
          </ac:spMkLst>
        </pc:spChg>
        <pc:graphicFrameChg chg="mod">
          <ac:chgData name="达 周" userId="d3c3af45359772bc" providerId="LiveId" clId="{A6C430E5-E1FD-4EF5-B3FE-7330205ED2A6}" dt="2020-02-24T10:42:52.890" v="584" actId="1076"/>
          <ac:graphicFrameMkLst>
            <pc:docMk/>
            <pc:sldMk cId="0" sldId="328"/>
            <ac:graphicFrameMk id="6146" creationId="{4F275DCE-8E7D-4AC6-A6D1-E0F436516022}"/>
          </ac:graphicFrameMkLst>
        </pc:graphicFrameChg>
        <pc:graphicFrameChg chg="mod">
          <ac:chgData name="达 周" userId="d3c3af45359772bc" providerId="LiveId" clId="{A6C430E5-E1FD-4EF5-B3FE-7330205ED2A6}" dt="2020-02-24T10:42:52.890" v="584" actId="1076"/>
          <ac:graphicFrameMkLst>
            <pc:docMk/>
            <pc:sldMk cId="0" sldId="328"/>
            <ac:graphicFrameMk id="6147" creationId="{615284F1-F65D-419F-AB7D-0918C86E810D}"/>
          </ac:graphicFrameMkLst>
        </pc:graphicFrameChg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329"/>
        </pc:sldMkLst>
      </pc:sldChg>
      <pc:sldChg chg="modSp add mod">
        <pc:chgData name="达 周" userId="d3c3af45359772bc" providerId="LiveId" clId="{A6C430E5-E1FD-4EF5-B3FE-7330205ED2A6}" dt="2020-02-24T12:14:07.819" v="1046" actId="14100"/>
        <pc:sldMkLst>
          <pc:docMk/>
          <pc:sldMk cId="0" sldId="330"/>
        </pc:sldMkLst>
        <pc:spChg chg="mod">
          <ac:chgData name="达 周" userId="d3c3af45359772bc" providerId="LiveId" clId="{A6C430E5-E1FD-4EF5-B3FE-7330205ED2A6}" dt="2020-02-24T11:39:35.082" v="810" actId="1076"/>
          <ac:spMkLst>
            <pc:docMk/>
            <pc:sldMk cId="0" sldId="330"/>
            <ac:spMk id="43012" creationId="{0D550DBD-1E61-4F9E-A46A-69637DD56E1C}"/>
          </ac:spMkLst>
        </pc:spChg>
        <pc:graphicFrameChg chg="mod">
          <ac:chgData name="达 周" userId="d3c3af45359772bc" providerId="LiveId" clId="{A6C430E5-E1FD-4EF5-B3FE-7330205ED2A6}" dt="2020-02-24T12:14:07.819" v="1046" actId="14100"/>
          <ac:graphicFrameMkLst>
            <pc:docMk/>
            <pc:sldMk cId="0" sldId="330"/>
            <ac:graphicFrameMk id="43010" creationId="{740E4A8E-5DBA-437C-95E4-40A4330778EB}"/>
          </ac:graphicFrameMkLst>
        </pc:graphicFrameChg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331"/>
        </pc:sldMkLst>
      </pc:sldChg>
      <pc:sldChg chg="add">
        <pc:chgData name="达 周" userId="d3c3af45359772bc" providerId="LiveId" clId="{A6C430E5-E1FD-4EF5-B3FE-7330205ED2A6}" dt="2020-02-02T12:59:41.351" v="81"/>
        <pc:sldMkLst>
          <pc:docMk/>
          <pc:sldMk cId="0" sldId="332"/>
        </pc:sldMkLst>
      </pc:sldChg>
      <pc:sldChg chg="addSp delSp modSp add">
        <pc:chgData name="达 周" userId="d3c3af45359772bc" providerId="LiveId" clId="{A6C430E5-E1FD-4EF5-B3FE-7330205ED2A6}" dt="2020-02-08T10:56:27.652" v="296"/>
        <pc:sldMkLst>
          <pc:docMk/>
          <pc:sldMk cId="0" sldId="333"/>
        </pc:sldMkLst>
        <pc:spChg chg="add del mod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7" creationId="{09B4B13B-254A-4893-ADA2-041F9D749987}"/>
          </ac:spMkLst>
        </pc:spChg>
        <pc:spChg chg="add del mod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9" creationId="{FE0254F8-C8F4-4C5B-B459-CC3540D47BB7}"/>
          </ac:spMkLst>
        </pc:spChg>
        <pc:spChg chg="del topLvl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11" creationId="{96F55268-B6DC-4195-9019-9CE9CDA508BD}"/>
          </ac:spMkLst>
        </pc:spChg>
        <pc:spChg chg="add del mod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13" creationId="{55269A3A-A5AB-45C8-9C56-C86D29A66687}"/>
          </ac:spMkLst>
        </pc:spChg>
        <pc:spChg chg="add del mod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14" creationId="{37AEDEF4-C6A0-4D42-9AFE-99AF61BA45BA}"/>
          </ac:spMkLst>
        </pc:spChg>
        <pc:spChg chg="add del mod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19" creationId="{31D0AB03-87EF-40EA-88E3-F1EADBA73622}"/>
          </ac:spMkLst>
        </pc:spChg>
        <pc:spChg chg="mod">
          <ac:chgData name="达 周" userId="d3c3af45359772bc" providerId="LiveId" clId="{A6C430E5-E1FD-4EF5-B3FE-7330205ED2A6}" dt="2020-02-08T10:56:27.652" v="296"/>
          <ac:spMkLst>
            <pc:docMk/>
            <pc:sldMk cId="0" sldId="333"/>
            <ac:spMk id="46084" creationId="{54EEA077-871A-4B57-80A8-9E5B77D3885A}"/>
          </ac:spMkLst>
        </pc:spChg>
        <pc:spChg chg="del">
          <ac:chgData name="达 周" userId="d3c3af45359772bc" providerId="LiveId" clId="{A6C430E5-E1FD-4EF5-B3FE-7330205ED2A6}" dt="2020-02-08T10:55:59.730" v="291" actId="478"/>
          <ac:spMkLst>
            <pc:docMk/>
            <pc:sldMk cId="0" sldId="333"/>
            <ac:spMk id="46085" creationId="{52F4C8B5-DFBF-4C25-B397-C8F04C1462F0}"/>
          </ac:spMkLst>
        </pc:spChg>
        <pc:spChg chg="del">
          <ac:chgData name="达 周" userId="d3c3af45359772bc" providerId="LiveId" clId="{A6C430E5-E1FD-4EF5-B3FE-7330205ED2A6}" dt="2020-02-08T10:52:58.108" v="281" actId="478"/>
          <ac:spMkLst>
            <pc:docMk/>
            <pc:sldMk cId="0" sldId="333"/>
            <ac:spMk id="46086" creationId="{30135DED-9B97-4A02-B1F8-8054E46D887E}"/>
          </ac:spMkLst>
        </pc:spChg>
        <pc:grpChg chg="add del mod">
          <ac:chgData name="达 周" userId="d3c3af45359772bc" providerId="LiveId" clId="{A6C430E5-E1FD-4EF5-B3FE-7330205ED2A6}" dt="2020-02-08T10:54:41.860" v="290" actId="478"/>
          <ac:grpSpMkLst>
            <pc:docMk/>
            <pc:sldMk cId="0" sldId="333"/>
            <ac:grpSpMk id="10" creationId="{02705B93-0D4C-416D-A057-A10BBB94564C}"/>
          </ac:grpSpMkLst>
        </pc:grpChg>
        <pc:grpChg chg="add del mod">
          <ac:chgData name="达 周" userId="d3c3af45359772bc" providerId="LiveId" clId="{A6C430E5-E1FD-4EF5-B3FE-7330205ED2A6}" dt="2020-02-08T10:55:59.730" v="291" actId="478"/>
          <ac:grpSpMkLst>
            <pc:docMk/>
            <pc:sldMk cId="0" sldId="333"/>
            <ac:grpSpMk id="15" creationId="{7C199055-AB83-430C-99CC-8D9FC02B89F8}"/>
          </ac:grpSpMkLst>
        </pc:grpChg>
        <pc:grpChg chg="add del mod">
          <ac:chgData name="达 周" userId="d3c3af45359772bc" providerId="LiveId" clId="{A6C430E5-E1FD-4EF5-B3FE-7330205ED2A6}" dt="2020-02-08T10:55:59.730" v="291" actId="478"/>
          <ac:grpSpMkLst>
            <pc:docMk/>
            <pc:sldMk cId="0" sldId="333"/>
            <ac:grpSpMk id="20" creationId="{770C69D7-381D-4E8D-8F5F-E869E42CEAA0}"/>
          </ac:grpSpMkLst>
        </pc:grpChg>
        <pc:graphicFrameChg chg="add del mod">
          <ac:chgData name="达 周" userId="d3c3af45359772bc" providerId="LiveId" clId="{A6C430E5-E1FD-4EF5-B3FE-7330205ED2A6}" dt="2020-02-08T10:54:35.076" v="289" actId="478"/>
          <ac:graphicFrameMkLst>
            <pc:docMk/>
            <pc:sldMk cId="0" sldId="333"/>
            <ac:graphicFrameMk id="8" creationId="{2B130BE6-E4F0-49B1-BA0F-D014686ADE7D}"/>
          </ac:graphicFrameMkLst>
        </pc:graphicFrameChg>
        <pc:graphicFrameChg chg="del topLvl">
          <ac:chgData name="达 周" userId="d3c3af45359772bc" providerId="LiveId" clId="{A6C430E5-E1FD-4EF5-B3FE-7330205ED2A6}" dt="2020-02-08T10:54:41.860" v="290" actId="478"/>
          <ac:graphicFrameMkLst>
            <pc:docMk/>
            <pc:sldMk cId="0" sldId="333"/>
            <ac:graphicFrameMk id="12" creationId="{F65681FD-58E2-4487-8191-2D991C67BC80}"/>
          </ac:graphicFrameMkLst>
        </pc:graphicFrameChg>
        <pc:graphicFrameChg chg="del mod">
          <ac:chgData name="达 周" userId="d3c3af45359772bc" providerId="LiveId" clId="{A6C430E5-E1FD-4EF5-B3FE-7330205ED2A6}" dt="2020-02-08T10:52:54.841" v="280" actId="478"/>
          <ac:graphicFrameMkLst>
            <pc:docMk/>
            <pc:sldMk cId="0" sldId="333"/>
            <ac:graphicFrameMk id="46082" creationId="{9F62EBE4-34F4-4C1F-99C0-1FE0F933904F}"/>
          </ac:graphicFrameMkLst>
        </pc:graphicFrameChg>
        <pc:graphicFrameChg chg="del">
          <ac:chgData name="达 周" userId="d3c3af45359772bc" providerId="LiveId" clId="{A6C430E5-E1FD-4EF5-B3FE-7330205ED2A6}" dt="2020-02-08T10:52:58.108" v="281" actId="478"/>
          <ac:graphicFrameMkLst>
            <pc:docMk/>
            <pc:sldMk cId="0" sldId="333"/>
            <ac:graphicFrameMk id="46083" creationId="{84649ED8-C5D3-4322-8969-6545C3FACF76}"/>
          </ac:graphicFrameMkLst>
        </pc:graphicFrameChg>
      </pc:sldChg>
      <pc:sldChg chg="addSp modSp add">
        <pc:chgData name="达 周" userId="d3c3af45359772bc" providerId="LiveId" clId="{A6C430E5-E1FD-4EF5-B3FE-7330205ED2A6}" dt="2020-02-08T11:30:07.611" v="405" actId="1076"/>
        <pc:sldMkLst>
          <pc:docMk/>
          <pc:sldMk cId="890213024" sldId="334"/>
        </pc:sldMkLst>
        <pc:spChg chg="add mod">
          <ac:chgData name="达 周" userId="d3c3af45359772bc" providerId="LiveId" clId="{A6C430E5-E1FD-4EF5-B3FE-7330205ED2A6}" dt="2020-02-08T11:30:07.611" v="405" actId="1076"/>
          <ac:spMkLst>
            <pc:docMk/>
            <pc:sldMk cId="890213024" sldId="334"/>
            <ac:spMk id="2" creationId="{7478270B-7056-4DE0-A14E-90B16B7B9C47}"/>
          </ac:spMkLst>
        </pc:spChg>
        <pc:spChg chg="del">
          <ac:chgData name="达 周" userId="d3c3af45359772bc" providerId="LiveId" clId="{A6C430E5-E1FD-4EF5-B3FE-7330205ED2A6}" dt="2020-02-08T10:53:14.001" v="285"/>
          <ac:spMkLst>
            <pc:docMk/>
            <pc:sldMk cId="890213024" sldId="334"/>
            <ac:spMk id="47111" creationId="{C78CB8EE-A0A6-4D78-81EB-A549C3C8A124}"/>
          </ac:spMkLst>
        </pc:spChg>
        <pc:spChg chg="del">
          <ac:chgData name="达 周" userId="d3c3af45359772bc" providerId="LiveId" clId="{A6C430E5-E1FD-4EF5-B3FE-7330205ED2A6}" dt="2020-02-08T10:53:14.001" v="285"/>
          <ac:spMkLst>
            <pc:docMk/>
            <pc:sldMk cId="890213024" sldId="334"/>
            <ac:spMk id="47112" creationId="{E3CEA2A8-9098-4B36-AC9F-689C6A69CBCD}"/>
          </ac:spMkLst>
        </pc:spChg>
        <pc:spChg chg="del">
          <ac:chgData name="达 周" userId="d3c3af45359772bc" providerId="LiveId" clId="{A6C430E5-E1FD-4EF5-B3FE-7330205ED2A6}" dt="2020-02-08T10:53:14.001" v="285"/>
          <ac:spMkLst>
            <pc:docMk/>
            <pc:sldMk cId="890213024" sldId="334"/>
            <ac:spMk id="47114" creationId="{899B8856-B5A9-408D-B7CB-D86D0C58B3FF}"/>
          </ac:spMkLst>
        </pc:spChg>
        <pc:spChg chg="del">
          <ac:chgData name="达 周" userId="d3c3af45359772bc" providerId="LiveId" clId="{A6C430E5-E1FD-4EF5-B3FE-7330205ED2A6}" dt="2020-02-08T10:53:14.001" v="285"/>
          <ac:spMkLst>
            <pc:docMk/>
            <pc:sldMk cId="890213024" sldId="334"/>
            <ac:spMk id="47115" creationId="{5B457BF6-157F-43A1-9401-594B50BF6755}"/>
          </ac:spMkLst>
        </pc:spChg>
        <pc:spChg chg="del">
          <ac:chgData name="达 周" userId="d3c3af45359772bc" providerId="LiveId" clId="{A6C430E5-E1FD-4EF5-B3FE-7330205ED2A6}" dt="2020-02-08T10:53:14.001" v="285"/>
          <ac:spMkLst>
            <pc:docMk/>
            <pc:sldMk cId="890213024" sldId="334"/>
            <ac:spMk id="47117" creationId="{26EB4965-2806-4020-8411-957075A4CF7B}"/>
          </ac:spMkLst>
        </pc:spChg>
        <pc:grpChg chg="del">
          <ac:chgData name="达 周" userId="d3c3af45359772bc" providerId="LiveId" clId="{A6C430E5-E1FD-4EF5-B3FE-7330205ED2A6}" dt="2020-02-08T10:53:14.001" v="285"/>
          <ac:grpSpMkLst>
            <pc:docMk/>
            <pc:sldMk cId="890213024" sldId="334"/>
            <ac:grpSpMk id="47113" creationId="{4A8FC7E4-A9A3-47AC-89CE-1777EEBF8BF8}"/>
          </ac:grpSpMkLst>
        </pc:grpChg>
        <pc:grpChg chg="del">
          <ac:chgData name="达 周" userId="d3c3af45359772bc" providerId="LiveId" clId="{A6C430E5-E1FD-4EF5-B3FE-7330205ED2A6}" dt="2020-02-08T10:53:14.001" v="285"/>
          <ac:grpSpMkLst>
            <pc:docMk/>
            <pc:sldMk cId="890213024" sldId="334"/>
            <ac:grpSpMk id="47116" creationId="{088EC770-3600-41B4-BDBA-5F1BF26CC7FA}"/>
          </ac:grpSpMkLst>
        </pc:grpChg>
        <pc:grpChg chg="del">
          <ac:chgData name="达 周" userId="d3c3af45359772bc" providerId="LiveId" clId="{A6C430E5-E1FD-4EF5-B3FE-7330205ED2A6}" dt="2020-02-08T10:53:14.001" v="285"/>
          <ac:grpSpMkLst>
            <pc:docMk/>
            <pc:sldMk cId="890213024" sldId="334"/>
            <ac:grpSpMk id="47118" creationId="{700BA7D3-ED71-47AC-B40C-B465E675F158}"/>
          </ac:grpSpMkLst>
        </pc:grpChg>
        <pc:graphicFrameChg chg="del">
          <ac:chgData name="达 周" userId="d3c3af45359772bc" providerId="LiveId" clId="{A6C430E5-E1FD-4EF5-B3FE-7330205ED2A6}" dt="2020-02-08T10:53:14.001" v="285"/>
          <ac:graphicFrameMkLst>
            <pc:docMk/>
            <pc:sldMk cId="890213024" sldId="334"/>
            <ac:graphicFrameMk id="47106" creationId="{CFBA24E5-4920-40BF-B98B-188CD85D3873}"/>
          </ac:graphicFrameMkLst>
        </pc:graphicFrameChg>
      </pc:sldChg>
      <pc:sldChg chg="addSp modSp add mod">
        <pc:chgData name="达 周" userId="d3c3af45359772bc" providerId="LiveId" clId="{A6C430E5-E1FD-4EF5-B3FE-7330205ED2A6}" dt="2020-02-24T10:43:11.427" v="585" actId="113"/>
        <pc:sldMkLst>
          <pc:docMk/>
          <pc:sldMk cId="2851835211" sldId="335"/>
        </pc:sldMkLst>
        <pc:spChg chg="mod">
          <ac:chgData name="达 周" userId="d3c3af45359772bc" providerId="LiveId" clId="{A6C430E5-E1FD-4EF5-B3FE-7330205ED2A6}" dt="2020-02-24T10:43:11.427" v="585" actId="113"/>
          <ac:spMkLst>
            <pc:docMk/>
            <pc:sldMk cId="2851835211" sldId="335"/>
            <ac:spMk id="2" creationId="{9D1FB4F8-4AB6-4CE8-B6F7-D72A62665902}"/>
          </ac:spMkLst>
        </pc:spChg>
        <pc:spChg chg="add mod">
          <ac:chgData name="达 周" userId="d3c3af45359772bc" providerId="LiveId" clId="{A6C430E5-E1FD-4EF5-B3FE-7330205ED2A6}" dt="2020-02-24T10:42:26.808" v="583" actId="108"/>
          <ac:spMkLst>
            <pc:docMk/>
            <pc:sldMk cId="2851835211" sldId="335"/>
            <ac:spMk id="3" creationId="{1C6E2B55-3E74-414F-A07F-12FEE488AF30}"/>
          </ac:spMkLst>
        </pc:spChg>
      </pc:sldChg>
      <pc:sldChg chg="add del">
        <pc:chgData name="达 周" userId="d3c3af45359772bc" providerId="LiveId" clId="{A6C430E5-E1FD-4EF5-B3FE-7330205ED2A6}" dt="2020-02-02T13:12:13.743" v="116" actId="47"/>
        <pc:sldMkLst>
          <pc:docMk/>
          <pc:sldMk cId="3147463875" sldId="335"/>
        </pc:sldMkLst>
      </pc:sldChg>
      <pc:sldChg chg="modSp add del mod">
        <pc:chgData name="达 周" userId="d3c3af45359772bc" providerId="LiveId" clId="{A6C430E5-E1FD-4EF5-B3FE-7330205ED2A6}" dt="2020-02-24T10:37:06.509" v="502" actId="47"/>
        <pc:sldMkLst>
          <pc:docMk/>
          <pc:sldMk cId="3471196877" sldId="335"/>
        </pc:sldMkLst>
        <pc:spChg chg="mod">
          <ac:chgData name="达 周" userId="d3c3af45359772bc" providerId="LiveId" clId="{A6C430E5-E1FD-4EF5-B3FE-7330205ED2A6}" dt="2020-02-24T10:36:40.784" v="501" actId="20577"/>
          <ac:spMkLst>
            <pc:docMk/>
            <pc:sldMk cId="3471196877" sldId="335"/>
            <ac:spMk id="2" creationId="{B79A485A-887C-4497-AD0A-13C4CE6FAE83}"/>
          </ac:spMkLst>
        </pc:spChg>
      </pc:sldChg>
      <pc:sldChg chg="delSp modSp add del">
        <pc:chgData name="达 周" userId="d3c3af45359772bc" providerId="LiveId" clId="{A6C430E5-E1FD-4EF5-B3FE-7330205ED2A6}" dt="2020-02-08T11:25:00.282" v="337" actId="47"/>
        <pc:sldMkLst>
          <pc:docMk/>
          <pc:sldMk cId="0" sldId="336"/>
        </pc:sldMkLst>
        <pc:spChg chg="mod">
          <ac:chgData name="达 周" userId="d3c3af45359772bc" providerId="LiveId" clId="{A6C430E5-E1FD-4EF5-B3FE-7330205ED2A6}" dt="2020-02-02T13:12:10.663" v="113" actId="27636"/>
          <ac:spMkLst>
            <pc:docMk/>
            <pc:sldMk cId="0" sldId="336"/>
            <ac:spMk id="65538" creationId="{6679D657-7782-4F3D-BE57-949F2181CBF4}"/>
          </ac:spMkLst>
        </pc:spChg>
        <pc:spChg chg="del">
          <ac:chgData name="达 周" userId="d3c3af45359772bc" providerId="LiveId" clId="{A6C430E5-E1FD-4EF5-B3FE-7330205ED2A6}" dt="2020-02-02T13:12:26.339" v="117" actId="478"/>
          <ac:spMkLst>
            <pc:docMk/>
            <pc:sldMk cId="0" sldId="336"/>
            <ac:spMk id="65554" creationId="{1BC2444F-D105-4D56-B7FB-23D97E3B14BF}"/>
          </ac:spMkLst>
        </pc:spChg>
      </pc:sldChg>
      <pc:sldChg chg="add del">
        <pc:chgData name="达 周" userId="d3c3af45359772bc" providerId="LiveId" clId="{A6C430E5-E1FD-4EF5-B3FE-7330205ED2A6}" dt="2020-02-24T10:44:45.328" v="588" actId="47"/>
        <pc:sldMkLst>
          <pc:docMk/>
          <pc:sldMk cId="235303543" sldId="336"/>
        </pc:sldMkLst>
      </pc:sldChg>
      <pc:sldChg chg="delSp modSp add del setBg">
        <pc:chgData name="达 周" userId="d3c3af45359772bc" providerId="LiveId" clId="{A6C430E5-E1FD-4EF5-B3FE-7330205ED2A6}" dt="2020-02-08T11:25:01.557" v="338" actId="47"/>
        <pc:sldMkLst>
          <pc:docMk/>
          <pc:sldMk cId="1067505477" sldId="337"/>
        </pc:sldMkLst>
        <pc:spChg chg="mod">
          <ac:chgData name="达 周" userId="d3c3af45359772bc" providerId="LiveId" clId="{A6C430E5-E1FD-4EF5-B3FE-7330205ED2A6}" dt="2020-02-24T10:46:15.429" v="597" actId="20577"/>
          <ac:spMkLst>
            <pc:docMk/>
            <pc:sldMk cId="1067505477" sldId="337"/>
            <ac:spMk id="2" creationId="{9D1FB4F8-4AB6-4CE8-B6F7-D72A62665902}"/>
          </ac:spMkLst>
        </pc:spChg>
        <pc:spChg chg="mod">
          <ac:chgData name="达 周" userId="d3c3af45359772bc" providerId="LiveId" clId="{A6C430E5-E1FD-4EF5-B3FE-7330205ED2A6}" dt="2020-02-24T11:28:59.066" v="727" actId="20577"/>
          <ac:spMkLst>
            <pc:docMk/>
            <pc:sldMk cId="1067505477" sldId="337"/>
            <ac:spMk id="3" creationId="{1C6E2B55-3E74-414F-A07F-12FEE488AF30}"/>
          </ac:spMkLst>
        </pc:spChg>
        <pc:spChg chg="mod">
          <ac:chgData name="达 周" userId="d3c3af45359772bc" providerId="LiveId" clId="{A6C430E5-E1FD-4EF5-B3FE-7330205ED2A6}" dt="2020-02-02T13:12:10.715" v="115" actId="27636"/>
          <ac:spMkLst>
            <pc:docMk/>
            <pc:sldMk cId="1067505477" sldId="337"/>
            <ac:spMk id="17419" creationId="{0EE4676D-2B6C-4C43-A739-81FBD83988AE}"/>
          </ac:spMkLst>
        </pc:spChg>
        <pc:spChg chg="mod">
          <ac:chgData name="达 周" userId="d3c3af45359772bc" providerId="LiveId" clId="{A6C430E5-E1FD-4EF5-B3FE-7330205ED2A6}" dt="2020-02-02T13:12:10.713" v="114" actId="27636"/>
          <ac:spMkLst>
            <pc:docMk/>
            <pc:sldMk cId="1067505477" sldId="337"/>
            <ac:spMk id="17420" creationId="{591008E1-B6D9-4B16-84CE-D947B4B995EC}"/>
          </ac:spMkLst>
        </pc:spChg>
        <pc:spChg chg="del">
          <ac:chgData name="达 周" userId="d3c3af45359772bc" providerId="LiveId" clId="{A6C430E5-E1FD-4EF5-B3FE-7330205ED2A6}" dt="2020-02-02T13:12:30.469" v="118" actId="478"/>
          <ac:spMkLst>
            <pc:docMk/>
            <pc:sldMk cId="1067505477" sldId="337"/>
            <ac:spMk id="66577" creationId="{953FA4CE-6788-401F-8962-4284415933C9}"/>
          </ac:spMkLst>
        </pc:spChg>
        <pc:graphicFrameChg chg="add mod">
          <ac:chgData name="达 周" userId="d3c3af45359772bc" providerId="LiveId" clId="{A6C430E5-E1FD-4EF5-B3FE-7330205ED2A6}" dt="2020-02-24T11:28:05.395" v="693" actId="1076"/>
          <ac:graphicFrameMkLst>
            <pc:docMk/>
            <pc:sldMk cId="1067505477" sldId="337"/>
            <ac:graphicFrameMk id="4" creationId="{9E3C00C5-1B3D-4F5D-999A-A2AD448960FA}"/>
          </ac:graphicFrameMkLst>
        </pc:graphicFrameChg>
        <pc:graphicFrameChg chg="add mod">
          <ac:chgData name="达 周" userId="d3c3af45359772bc" providerId="LiveId" clId="{A6C430E5-E1FD-4EF5-B3FE-7330205ED2A6}" dt="2020-02-24T11:29:13.912" v="732" actId="1076"/>
          <ac:graphicFrameMkLst>
            <pc:docMk/>
            <pc:sldMk cId="1067505477" sldId="337"/>
            <ac:graphicFrameMk id="5" creationId="{5EF64D22-04B5-491D-8466-A20B9B304800}"/>
          </ac:graphicFrameMkLst>
        </pc:graphicFrameChg>
      </pc:sldChg>
      <pc:sldChg chg="add del">
        <pc:chgData name="达 周" userId="d3c3af45359772bc" providerId="LiveId" clId="{A6C430E5-E1FD-4EF5-B3FE-7330205ED2A6}" dt="2020-02-02T13:04:21.796" v="100" actId="47"/>
        <pc:sldMkLst>
          <pc:docMk/>
          <pc:sldMk cId="0" sldId="338"/>
        </pc:sldMkLst>
      </pc:sldChg>
      <pc:sldChg chg="add del">
        <pc:chgData name="达 周" userId="d3c3af45359772bc" providerId="LiveId" clId="{A6C430E5-E1FD-4EF5-B3FE-7330205ED2A6}" dt="2020-02-08T11:04:32.893" v="298" actId="47"/>
        <pc:sldMkLst>
          <pc:docMk/>
          <pc:sldMk cId="95268492" sldId="338"/>
        </pc:sldMkLst>
      </pc:sldChg>
      <pc:sldChg chg="addSp modSp add del">
        <pc:chgData name="达 周" userId="d3c3af45359772bc" providerId="LiveId" clId="{A6C430E5-E1FD-4EF5-B3FE-7330205ED2A6}" dt="2020-02-08T11:24:58.027" v="336" actId="47"/>
        <pc:sldMkLst>
          <pc:docMk/>
          <pc:sldMk cId="690279469" sldId="338"/>
        </pc:sldMkLst>
        <pc:spChg chg="add mod">
          <ac:chgData name="达 周" userId="d3c3af45359772bc" providerId="LiveId" clId="{A6C430E5-E1FD-4EF5-B3FE-7330205ED2A6}" dt="2020-02-08T11:11:40.857" v="330"/>
          <ac:spMkLst>
            <pc:docMk/>
            <pc:sldMk cId="690279469" sldId="338"/>
            <ac:spMk id="2" creationId="{3864B0EA-6C92-487F-AC47-6987C9D9F6A3}"/>
          </ac:spMkLst>
        </pc:spChg>
      </pc:sldChg>
      <pc:sldChg chg="addSp delSp modSp add del mod">
        <pc:chgData name="达 周" userId="d3c3af45359772bc" providerId="LiveId" clId="{A6C430E5-E1FD-4EF5-B3FE-7330205ED2A6}" dt="2020-02-24T11:30:17.975" v="737" actId="47"/>
        <pc:sldMkLst>
          <pc:docMk/>
          <pc:sldMk cId="1431035693" sldId="338"/>
        </pc:sldMkLst>
        <pc:spChg chg="del mod">
          <ac:chgData name="达 周" userId="d3c3af45359772bc" providerId="LiveId" clId="{A6C430E5-E1FD-4EF5-B3FE-7330205ED2A6}" dt="2020-02-24T11:30:16.549" v="736" actId="478"/>
          <ac:spMkLst>
            <pc:docMk/>
            <pc:sldMk cId="1431035693" sldId="338"/>
            <ac:spMk id="2" creationId="{3D82471D-034C-4E33-BE59-B39D953626D5}"/>
          </ac:spMkLst>
        </pc:spChg>
        <pc:spChg chg="add mod">
          <ac:chgData name="达 周" userId="d3c3af45359772bc" providerId="LiveId" clId="{A6C430E5-E1FD-4EF5-B3FE-7330205ED2A6}" dt="2020-02-24T11:30:16.549" v="736" actId="478"/>
          <ac:spMkLst>
            <pc:docMk/>
            <pc:sldMk cId="1431035693" sldId="338"/>
            <ac:spMk id="4" creationId="{B4DD51BB-D534-4FBF-AE26-9210EF85AF80}"/>
          </ac:spMkLst>
        </pc:spChg>
      </pc:sldChg>
      <pc:sldChg chg="add del">
        <pc:chgData name="达 周" userId="d3c3af45359772bc" providerId="LiveId" clId="{A6C430E5-E1FD-4EF5-B3FE-7330205ED2A6}" dt="2020-02-24T12:19:10.641" v="1051" actId="47"/>
        <pc:sldMkLst>
          <pc:docMk/>
          <pc:sldMk cId="2228269972" sldId="338"/>
        </pc:sldMkLst>
      </pc:sldChg>
      <pc:sldChg chg="addSp delSp modSp add del mod ord">
        <pc:chgData name="达 周" userId="d3c3af45359772bc" providerId="LiveId" clId="{A6C430E5-E1FD-4EF5-B3FE-7330205ED2A6}" dt="2020-02-24T12:18:27.962" v="1047" actId="2696"/>
        <pc:sldMkLst>
          <pc:docMk/>
          <pc:sldMk cId="3629169985" sldId="338"/>
        </pc:sldMkLst>
        <pc:spChg chg="add mod">
          <ac:chgData name="达 周" userId="d3c3af45359772bc" providerId="LiveId" clId="{A6C430E5-E1FD-4EF5-B3FE-7330205ED2A6}" dt="2020-02-24T12:11:19.429" v="1029" actId="20577"/>
          <ac:spMkLst>
            <pc:docMk/>
            <pc:sldMk cId="3629169985" sldId="338"/>
            <ac:spMk id="2" creationId="{79F828F9-7393-411B-8896-9B7C1897393F}"/>
          </ac:spMkLst>
        </pc:spChg>
        <pc:spChg chg="add del mod">
          <ac:chgData name="达 周" userId="d3c3af45359772bc" providerId="LiveId" clId="{A6C430E5-E1FD-4EF5-B3FE-7330205ED2A6}" dt="2020-02-24T12:11:54.723" v="1033" actId="478"/>
          <ac:spMkLst>
            <pc:docMk/>
            <pc:sldMk cId="3629169985" sldId="338"/>
            <ac:spMk id="3" creationId="{2E3AADEF-5CDF-48DD-874B-CFF61A06EECF}"/>
          </ac:spMkLst>
        </pc:spChg>
        <pc:spChg chg="add mod">
          <ac:chgData name="达 周" userId="d3c3af45359772bc" providerId="LiveId" clId="{A6C430E5-E1FD-4EF5-B3FE-7330205ED2A6}" dt="2020-02-24T12:12:37.010" v="1045" actId="255"/>
          <ac:spMkLst>
            <pc:docMk/>
            <pc:sldMk cId="3629169985" sldId="338"/>
            <ac:spMk id="5" creationId="{0A381FE5-511D-4BE0-96D9-54BFF628DCF9}"/>
          </ac:spMkLst>
        </pc:spChg>
        <pc:graphicFrameChg chg="add del mod">
          <ac:chgData name="达 周" userId="d3c3af45359772bc" providerId="LiveId" clId="{A6C430E5-E1FD-4EF5-B3FE-7330205ED2A6}" dt="2020-02-24T12:11:54.723" v="1033" actId="478"/>
          <ac:graphicFrameMkLst>
            <pc:docMk/>
            <pc:sldMk cId="3629169985" sldId="338"/>
            <ac:graphicFrameMk id="4" creationId="{A0011500-AEAD-4C8A-84A0-4BBD5F215986}"/>
          </ac:graphicFrameMkLst>
        </pc:graphicFrameChg>
      </pc:sldChg>
      <pc:sldChg chg="addSp delSp modSp add mod">
        <pc:chgData name="达 周" userId="d3c3af45359772bc" providerId="LiveId" clId="{A6C430E5-E1FD-4EF5-B3FE-7330205ED2A6}" dt="2020-02-24T12:24:17.329" v="1126" actId="207"/>
        <pc:sldMkLst>
          <pc:docMk/>
          <pc:sldMk cId="2029896684" sldId="339"/>
        </pc:sldMkLst>
        <pc:spChg chg="mod">
          <ac:chgData name="达 周" userId="d3c3af45359772bc" providerId="LiveId" clId="{A6C430E5-E1FD-4EF5-B3FE-7330205ED2A6}" dt="2020-02-24T12:24:17.329" v="1126" actId="207"/>
          <ac:spMkLst>
            <pc:docMk/>
            <pc:sldMk cId="2029896684" sldId="339"/>
            <ac:spMk id="2" creationId="{79F828F9-7393-411B-8896-9B7C1897393F}"/>
          </ac:spMkLst>
        </pc:spChg>
        <pc:spChg chg="del">
          <ac:chgData name="达 周" userId="d3c3af45359772bc" providerId="LiveId" clId="{A6C430E5-E1FD-4EF5-B3FE-7330205ED2A6}" dt="2020-02-24T12:18:58.886" v="1050" actId="478"/>
          <ac:spMkLst>
            <pc:docMk/>
            <pc:sldMk cId="2029896684" sldId="339"/>
            <ac:spMk id="5" creationId="{0A381FE5-511D-4BE0-96D9-54BFF628DCF9}"/>
          </ac:spMkLst>
        </pc:spChg>
        <pc:graphicFrameChg chg="add mod">
          <ac:chgData name="达 周" userId="d3c3af45359772bc" providerId="LiveId" clId="{A6C430E5-E1FD-4EF5-B3FE-7330205ED2A6}" dt="2020-02-24T12:23:05.344" v="1125" actId="1076"/>
          <ac:graphicFrameMkLst>
            <pc:docMk/>
            <pc:sldMk cId="2029896684" sldId="339"/>
            <ac:graphicFrameMk id="3" creationId="{B2792AC7-4C9F-4026-A14B-9CC36BBE1435}"/>
          </ac:graphicFrameMkLst>
        </pc:graphicFrameChg>
      </pc:sldChg>
      <pc:sldChg chg="addSp delSp modSp add mod">
        <pc:chgData name="达 周" userId="d3c3af45359772bc" providerId="LiveId" clId="{A6C430E5-E1FD-4EF5-B3FE-7330205ED2A6}" dt="2020-02-24T12:39:56.111" v="1371" actId="114"/>
        <pc:sldMkLst>
          <pc:docMk/>
          <pc:sldMk cId="4167360068" sldId="340"/>
        </pc:sldMkLst>
        <pc:spChg chg="add del mod">
          <ac:chgData name="达 周" userId="d3c3af45359772bc" providerId="LiveId" clId="{A6C430E5-E1FD-4EF5-B3FE-7330205ED2A6}" dt="2020-02-24T12:25:50.071" v="1132" actId="478"/>
          <ac:spMkLst>
            <pc:docMk/>
            <pc:sldMk cId="4167360068" sldId="340"/>
            <ac:spMk id="2" creationId="{90D6B0E8-B175-4814-87FB-44C8AAC62554}"/>
          </ac:spMkLst>
        </pc:spChg>
        <pc:spChg chg="add mod">
          <ac:chgData name="达 周" userId="d3c3af45359772bc" providerId="LiveId" clId="{A6C430E5-E1FD-4EF5-B3FE-7330205ED2A6}" dt="2020-02-24T12:39:56.111" v="1371" actId="114"/>
          <ac:spMkLst>
            <pc:docMk/>
            <pc:sldMk cId="4167360068" sldId="340"/>
            <ac:spMk id="4" creationId="{41AA3EDC-DB40-4453-9CD8-B70ADC8F679D}"/>
          </ac:spMkLst>
        </pc:spChg>
        <pc:graphicFrameChg chg="add del mod">
          <ac:chgData name="达 周" userId="d3c3af45359772bc" providerId="LiveId" clId="{A6C430E5-E1FD-4EF5-B3FE-7330205ED2A6}" dt="2020-02-24T12:25:50.071" v="1132" actId="478"/>
          <ac:graphicFrameMkLst>
            <pc:docMk/>
            <pc:sldMk cId="4167360068" sldId="340"/>
            <ac:graphicFrameMk id="3" creationId="{D64B52F1-A849-46BD-AFB8-F70F0C3986E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7220A-EE6E-4802-9A8B-0B5464BB4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F1399E-0792-4ED4-945F-568E87F33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68164-207A-4565-93D9-7D90F25E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76929-FDF1-490F-9FD0-A78400F5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E30B2-AC6A-4E30-ABE1-94B0A10C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69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58828-2151-4857-A792-4AB741B2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6C9A-0DF3-4CEE-B44C-1C600175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AAD9F-10CD-4398-B765-C7720AB4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2E026A-B10F-47C8-AE17-5EB3DDCE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DE16-6067-46B9-B8BD-4F235A2E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94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774DF-6A57-489E-AB39-F7E13142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08DBBC-399A-48C9-8C13-A77718FB3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A550C-AAC6-49DD-9AB9-20E4E2B00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E3B07-BB49-41BB-9873-078263E1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AFD6B-784E-4F93-AF48-10D90876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01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49F44-3F89-46B4-A5FD-5832C0D2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DB58D-5787-4CA8-BAEB-2A6E065D6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4B86DC-752E-4B7D-91A1-631FF0623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34A842-2D4F-4DDC-B20C-DC40C305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6CABB-3035-419C-949D-12E2826C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9E726C-6A18-4FDA-8B47-AB1BA97E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88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A30EF-9C60-4613-8120-2D18F319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1EF0FD-5B9C-4A03-AE60-B2353D017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C072B6-66E3-45FA-9476-4710BA17A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5B2B3B-5817-4043-A2AF-C99A5D98C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6EF0B6-CDA6-4EF4-867C-810869EE5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C11636-50D8-4D70-880C-ED897DDC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EC2C8D-95E3-461D-BEA3-61FF1570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2B5BC4-097E-47A9-92EC-8158AAF7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79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5992B-323E-48E4-AC6F-42FFAF41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A56218-C9E5-449C-A085-60D8CC90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D70B76-F8E7-4B17-AA18-7AB69570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A97598-B4BE-4D75-A361-139B46F7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04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228C3F-D2CD-40A5-85A3-13E70270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CD350B-777E-42F4-8C81-45B972F9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B7AB0A-CE11-4F29-83A5-557B2300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80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BA25-6ACC-4D4C-BF75-BECE45B8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C9CC7-F29D-47F1-83B4-A9D6BE93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98C2BD-6D3B-4055-9742-E9CD09694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F258D-CCF6-4A58-9AED-0DDD5B1E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4D37EB-B5EE-437E-8C59-2E4317E5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2D7A51-7FBF-40DC-BF46-1A2BFA06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EC352-BEB1-43F6-A262-98637572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1FE067-DD92-401F-82FD-9B0A70348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389631-CE65-4418-A8BE-F2985DA5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ABAB79-7476-4FEF-8A19-3F178B9B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B86D36-B586-4F91-ABE1-81947A7F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4BF1B-10C4-40C2-84B0-B958FE4F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42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3A644-98E9-4DD1-A9F2-95D47A46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D9D694-12CF-427E-9083-8AD444B3C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547EB-E61F-4E76-95AE-35BA6A9E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4FEB3-2BD4-4E08-A346-2475C379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F29BC-DF06-4E9A-B4AF-6E8F09DD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72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C2CD81-3A30-439B-A750-BFF5FAFF1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B86AA2-27F3-42C5-892A-C6E1BA46B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765E0-FCD1-44E8-98BB-C7F764DB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12C5E6-5643-4EA8-BFCA-59875177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768DC-795C-4C94-99F8-DD018461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48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1A6D5A-BDA8-4850-AD78-5F085AF5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A69081-BB9C-44A5-BC88-C4656540D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E9F9F-80D7-4338-86F2-095BDD950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51661-9CFE-4F0E-8B12-3ED2ADBEF26F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B0EDD-3682-4BE6-8B5C-8C8F2245F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749C-8AE2-459A-9513-597F3F830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7E11C-042F-4ABC-AD74-4B5F9F9F5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9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emf"/><Relationship Id="rId10" Type="http://schemas.openxmlformats.org/officeDocument/2006/relationships/image" Target="../media/image24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3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2.emf"/><Relationship Id="rId4" Type="http://schemas.openxmlformats.org/officeDocument/2006/relationships/oleObject" Target="../embeddings/oleObject4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4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oleObject" Target="../embeddings/oleObject5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8.e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72.emf"/><Relationship Id="rId4" Type="http://schemas.openxmlformats.org/officeDocument/2006/relationships/oleObject" Target="../embeddings/oleObject65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7" Type="http://schemas.openxmlformats.org/officeDocument/2006/relationships/image" Target="../media/image78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7.emf"/><Relationship Id="rId4" Type="http://schemas.openxmlformats.org/officeDocument/2006/relationships/oleObject" Target="../embeddings/oleObject7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emf"/><Relationship Id="rId4" Type="http://schemas.openxmlformats.org/officeDocument/2006/relationships/oleObject" Target="../embeddings/oleObject7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wmf"/><Relationship Id="rId4" Type="http://schemas.openxmlformats.org/officeDocument/2006/relationships/oleObject" Target="../embeddings/oleObject76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78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80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2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84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8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90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2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C1446-BAD2-4B4B-BB1A-A7CF72630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Fourier series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B950A0-077F-4F72-91FE-5032ACE54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0638"/>
            <a:ext cx="9144000" cy="1655762"/>
          </a:xfrm>
        </p:spPr>
        <p:txBody>
          <a:bodyPr/>
          <a:lstStyle/>
          <a:p>
            <a:r>
              <a:rPr lang="en-US" altLang="zh-CN" dirty="0"/>
              <a:t>Da Zhou </a:t>
            </a:r>
            <a:r>
              <a:rPr lang="zh-CN" altLang="en-US" dirty="0"/>
              <a:t>（周达）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51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32" descr="Fourier">
            <a:extLst>
              <a:ext uri="{FF2B5EF4-FFF2-40B4-BE49-F238E27FC236}">
                <a16:creationId xmlns:a16="http://schemas.microsoft.com/office/drawing/2014/main" id="{C0F583DE-A1B2-4610-BF27-3841D36DA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381125"/>
            <a:ext cx="2805112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19F766BA-FB13-49A0-911C-767F14F37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852988"/>
            <a:ext cx="2873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" panose="02020603050405020304" pitchFamily="18" charset="0"/>
              </a:rPr>
              <a:t>Joseph Fourier 1768-1830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91B0C72-5902-41A3-AAAE-F383E440C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685503"/>
              </p:ext>
            </p:extLst>
          </p:nvPr>
        </p:nvGraphicFramePr>
        <p:xfrm>
          <a:off x="5896771" y="3771106"/>
          <a:ext cx="4011612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635000" progId="Equation.DSMT4">
                  <p:embed/>
                </p:oleObj>
              </mc:Choice>
              <mc:Fallback>
                <p:oleObj name="Equation" r:id="rId3" imgW="1981200" imgH="6350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091B0C72-5902-41A3-AAAE-F383E440C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771" y="3771106"/>
                        <a:ext cx="4011612" cy="133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2B32604-CD99-4C85-906A-E38CCC537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662483"/>
              </p:ext>
            </p:extLst>
          </p:nvPr>
        </p:nvGraphicFramePr>
        <p:xfrm>
          <a:off x="5337175" y="2505868"/>
          <a:ext cx="3916363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800" imgH="635000" progId="Equation.DSMT4">
                  <p:embed/>
                </p:oleObj>
              </mc:Choice>
              <mc:Fallback>
                <p:oleObj name="Equation" r:id="rId5" imgW="2209800" imgH="63500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62B32604-CD99-4C85-906A-E38CCC537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2505868"/>
                        <a:ext cx="3916363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8F47AF25-33E8-44CA-AD98-7CE925C30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214915"/>
              </p:ext>
            </p:extLst>
          </p:nvPr>
        </p:nvGraphicFramePr>
        <p:xfrm>
          <a:off x="4439446" y="1288653"/>
          <a:ext cx="70469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6900" imgH="444500" progId="Equation.DSMT4">
                  <p:embed/>
                </p:oleObj>
              </mc:Choice>
              <mc:Fallback>
                <p:oleObj name="Equation" r:id="rId7" imgW="3136900" imgH="4445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8F47AF25-33E8-44CA-AD98-7CE925C304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446" y="1288653"/>
                        <a:ext cx="7046912" cy="1000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256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>
            <a:extLst>
              <a:ext uri="{FF2B5EF4-FFF2-40B4-BE49-F238E27FC236}">
                <a16:creationId xmlns:a16="http://schemas.microsoft.com/office/drawing/2014/main" id="{7892A8DB-FD5D-48FA-B326-B0111B80A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ED6668F0-7620-47F4-8928-DD80EE58C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322447"/>
              </p:ext>
            </p:extLst>
          </p:nvPr>
        </p:nvGraphicFramePr>
        <p:xfrm>
          <a:off x="2400300" y="1626393"/>
          <a:ext cx="7391400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351556" imgH="2609576" progId="Visio.Drawing.11">
                  <p:embed/>
                </p:oleObj>
              </mc:Choice>
              <mc:Fallback>
                <p:oleObj name="Visio" r:id="rId2" imgW="5351556" imgH="2609576" progId="Visio.Drawing.11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ED6668F0-7620-47F4-8928-DD80EE58C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1626393"/>
                        <a:ext cx="7391400" cy="360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33196CCA-F4E1-498B-B7C3-F0918B26D375}"/>
              </a:ext>
            </a:extLst>
          </p:cNvPr>
          <p:cNvSpPr txBox="1">
            <a:spLocks noChangeArrowheads="1"/>
          </p:cNvSpPr>
          <p:nvPr/>
        </p:nvSpPr>
        <p:spPr>
          <a:xfrm>
            <a:off x="981075" y="2667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Periodic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>
            <a:extLst>
              <a:ext uri="{FF2B5EF4-FFF2-40B4-BE49-F238E27FC236}">
                <a16:creationId xmlns:a16="http://schemas.microsoft.com/office/drawing/2014/main" id="{9D7F127D-FA31-4F84-9576-4BDDD13F2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1075" y="2667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Periodic Function</a:t>
            </a:r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915235D5-F591-4CDC-832D-ABE31FED1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2A43F2EB-E4CB-4FE3-BD9D-169F1535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3" name="Rectangle 12">
            <a:extLst>
              <a:ext uri="{FF2B5EF4-FFF2-40B4-BE49-F238E27FC236}">
                <a16:creationId xmlns:a16="http://schemas.microsoft.com/office/drawing/2014/main" id="{77A268B5-89C3-46D2-AD92-B3B68A94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1034" name="Group 15">
            <a:extLst>
              <a:ext uri="{FF2B5EF4-FFF2-40B4-BE49-F238E27FC236}">
                <a16:creationId xmlns:a16="http://schemas.microsoft.com/office/drawing/2014/main" id="{2F88E5EA-584D-40AB-90E1-8B11D147CCB6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600200"/>
            <a:ext cx="5410200" cy="566738"/>
            <a:chOff x="768" y="1131"/>
            <a:chExt cx="3408" cy="357"/>
          </a:xfrm>
        </p:grpSpPr>
        <p:sp>
          <p:nvSpPr>
            <p:cNvPr id="1044" name="Text Box 10">
              <a:extLst>
                <a:ext uri="{FF2B5EF4-FFF2-40B4-BE49-F238E27FC236}">
                  <a16:creationId xmlns:a16="http://schemas.microsoft.com/office/drawing/2014/main" id="{1F8B6F2C-E129-480D-8AC4-717629B41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152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</a:rPr>
                <a:t>A function</a:t>
              </a:r>
            </a:p>
          </p:txBody>
        </p:sp>
        <p:graphicFrame>
          <p:nvGraphicFramePr>
            <p:cNvPr id="1029" name="Object 11">
              <a:extLst>
                <a:ext uri="{FF2B5EF4-FFF2-40B4-BE49-F238E27FC236}">
                  <a16:creationId xmlns:a16="http://schemas.microsoft.com/office/drawing/2014/main" id="{6CE4F774-B260-4C0F-B307-CCCB3BD85E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131"/>
            <a:ext cx="576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2603" imgH="215713" progId="Equation.3">
                    <p:embed/>
                  </p:oleObj>
                </mc:Choice>
                <mc:Fallback>
                  <p:oleObj name="Equation" r:id="rId2" imgW="342603" imgH="215713" progId="Equation.3">
                    <p:embed/>
                    <p:pic>
                      <p:nvPicPr>
                        <p:cNvPr id="1029" name="Object 11">
                          <a:extLst>
                            <a:ext uri="{FF2B5EF4-FFF2-40B4-BE49-F238E27FC236}">
                              <a16:creationId xmlns:a16="http://schemas.microsoft.com/office/drawing/2014/main" id="{6CE4F774-B260-4C0F-B307-CCCB3BD85E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131"/>
                          <a:ext cx="576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" name="Text Box 13">
              <a:extLst>
                <a:ext uri="{FF2B5EF4-FFF2-40B4-BE49-F238E27FC236}">
                  <a16:creationId xmlns:a16="http://schemas.microsoft.com/office/drawing/2014/main" id="{1787EFDE-F66F-4196-88E7-E438525F0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152"/>
              <a:ext cx="12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is periodic</a:t>
              </a:r>
            </a:p>
          </p:txBody>
        </p:sp>
      </p:grpSp>
      <p:sp>
        <p:nvSpPr>
          <p:cNvPr id="1035" name="Rectangle 17">
            <a:extLst>
              <a:ext uri="{FF2B5EF4-FFF2-40B4-BE49-F238E27FC236}">
                <a16:creationId xmlns:a16="http://schemas.microsoft.com/office/drawing/2014/main" id="{1B2EDEA6-431B-4EC0-8221-4823A90FB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1036" name="Group 18">
            <a:extLst>
              <a:ext uri="{FF2B5EF4-FFF2-40B4-BE49-F238E27FC236}">
                <a16:creationId xmlns:a16="http://schemas.microsoft.com/office/drawing/2014/main" id="{93291E03-6C56-40E9-8591-E02C52F6F15B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209800"/>
            <a:ext cx="4800600" cy="609600"/>
            <a:chOff x="816" y="1440"/>
            <a:chExt cx="3024" cy="384"/>
          </a:xfrm>
        </p:grpSpPr>
        <p:sp>
          <p:nvSpPr>
            <p:cNvPr id="1043" name="Text Box 14">
              <a:extLst>
                <a:ext uri="{FF2B5EF4-FFF2-40B4-BE49-F238E27FC236}">
                  <a16:creationId xmlns:a16="http://schemas.microsoft.com/office/drawing/2014/main" id="{0DFD0731-CD99-42AD-AD31-2E5C77CF2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488"/>
              <a:ext cx="27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</a:rPr>
                <a:t>if it is defined for all real </a:t>
              </a:r>
            </a:p>
          </p:txBody>
        </p:sp>
        <p:graphicFrame>
          <p:nvGraphicFramePr>
            <p:cNvPr id="1028" name="Object 16">
              <a:extLst>
                <a:ext uri="{FF2B5EF4-FFF2-40B4-BE49-F238E27FC236}">
                  <a16:creationId xmlns:a16="http://schemas.microsoft.com/office/drawing/2014/main" id="{B8EB23AD-39B8-4CBD-B9A6-F18EF61E15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0" y="1440"/>
            <a:ext cx="30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579" imgH="177646" progId="Equation.3">
                    <p:embed/>
                  </p:oleObj>
                </mc:Choice>
                <mc:Fallback>
                  <p:oleObj name="Equation" r:id="rId4" imgW="139579" imgH="177646" progId="Equation.3">
                    <p:embed/>
                    <p:pic>
                      <p:nvPicPr>
                        <p:cNvPr id="1028" name="Object 16">
                          <a:extLst>
                            <a:ext uri="{FF2B5EF4-FFF2-40B4-BE49-F238E27FC236}">
                              <a16:creationId xmlns:a16="http://schemas.microsoft.com/office/drawing/2014/main" id="{B8EB23AD-39B8-4CBD-B9A6-F18EF61E15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1440"/>
                          <a:ext cx="300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7" name="Text Box 19">
            <a:extLst>
              <a:ext uri="{FF2B5EF4-FFF2-40B4-BE49-F238E27FC236}">
                <a16:creationId xmlns:a16="http://schemas.microsoft.com/office/drawing/2014/main" id="{6F419A04-E8B0-4A50-9B6C-C70A60077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909888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and if there is some positive number,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38" name="Rectangle 21">
            <a:extLst>
              <a:ext uri="{FF2B5EF4-FFF2-40B4-BE49-F238E27FC236}">
                <a16:creationId xmlns:a16="http://schemas.microsoft.com/office/drawing/2014/main" id="{A5044E68-3FFD-4D1A-99FC-AA16FDC38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8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9" name="Rectangle 24">
            <a:extLst>
              <a:ext uri="{FF2B5EF4-FFF2-40B4-BE49-F238E27FC236}">
                <a16:creationId xmlns:a16="http://schemas.microsoft.com/office/drawing/2014/main" id="{4CFF2F9C-54AE-473F-8706-D52562583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1040" name="Group 25">
            <a:extLst>
              <a:ext uri="{FF2B5EF4-FFF2-40B4-BE49-F238E27FC236}">
                <a16:creationId xmlns:a16="http://schemas.microsoft.com/office/drawing/2014/main" id="{34588CDD-A209-4648-A17C-AF37A84F64A7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657601"/>
            <a:ext cx="6019800" cy="668338"/>
            <a:chOff x="624" y="2304"/>
            <a:chExt cx="3792" cy="421"/>
          </a:xfrm>
        </p:grpSpPr>
        <p:graphicFrame>
          <p:nvGraphicFramePr>
            <p:cNvPr id="1026" name="Object 20">
              <a:extLst>
                <a:ext uri="{FF2B5EF4-FFF2-40B4-BE49-F238E27FC236}">
                  <a16:creationId xmlns:a16="http://schemas.microsoft.com/office/drawing/2014/main" id="{6A104B2C-AFF7-426D-9DFC-FFC133330C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35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152268" progId="Equation.3">
                    <p:embed/>
                  </p:oleObj>
                </mc:Choice>
                <mc:Fallback>
                  <p:oleObj name="Equation" r:id="rId6" imgW="152268" imgH="152268" progId="Equation.3">
                    <p:embed/>
                    <p:pic>
                      <p:nvPicPr>
                        <p:cNvPr id="1026" name="Object 20">
                          <a:extLst>
                            <a:ext uri="{FF2B5EF4-FFF2-40B4-BE49-F238E27FC236}">
                              <a16:creationId xmlns:a16="http://schemas.microsoft.com/office/drawing/2014/main" id="{6A104B2C-AFF7-426D-9DFC-FFC133330C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352"/>
                          <a:ext cx="33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2" name="Text Box 22">
              <a:extLst>
                <a:ext uri="{FF2B5EF4-FFF2-40B4-BE49-F238E27FC236}">
                  <a16:creationId xmlns:a16="http://schemas.microsoft.com/office/drawing/2014/main" id="{A8B0F203-57C4-459B-9BD3-C9157FD7F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2361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</a:rPr>
                <a:t>such that</a:t>
              </a:r>
              <a:r>
                <a:rPr lang="en-US" altLang="zh-CN" dirty="0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1027" name="Object 23">
              <a:extLst>
                <a:ext uri="{FF2B5EF4-FFF2-40B4-BE49-F238E27FC236}">
                  <a16:creationId xmlns:a16="http://schemas.microsoft.com/office/drawing/2014/main" id="{9348F740-4F47-480E-8486-C523E9AE21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138634"/>
                </p:ext>
              </p:extLst>
            </p:nvPr>
          </p:nvGraphicFramePr>
          <p:xfrm>
            <a:off x="2352" y="2304"/>
            <a:ext cx="2064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40948" imgH="215806" progId="Equation.3">
                    <p:embed/>
                  </p:oleObj>
                </mc:Choice>
                <mc:Fallback>
                  <p:oleObj name="Equation" r:id="rId8" imgW="1040948" imgH="215806" progId="Equation.3">
                    <p:embed/>
                    <p:pic>
                      <p:nvPicPr>
                        <p:cNvPr id="1027" name="Object 23">
                          <a:extLst>
                            <a:ext uri="{FF2B5EF4-FFF2-40B4-BE49-F238E27FC236}">
                              <a16:creationId xmlns:a16="http://schemas.microsoft.com/office/drawing/2014/main" id="{9348F740-4F47-480E-8486-C523E9AE21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304"/>
                          <a:ext cx="2064" cy="4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1" name="Text Box 31">
            <a:extLst>
              <a:ext uri="{FF2B5EF4-FFF2-40B4-BE49-F238E27FC236}">
                <a16:creationId xmlns:a16="http://schemas.microsoft.com/office/drawing/2014/main" id="{A2C50C0C-3311-401C-829D-E717CEEE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151" y="3700463"/>
            <a:ext cx="423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0957D77-999E-4803-B0ED-622C951837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Light pulses</a:t>
            </a:r>
          </a:p>
        </p:txBody>
      </p:sp>
      <p:pic>
        <p:nvPicPr>
          <p:cNvPr id="60419" name="Picture 3" descr="forming_pulses2c">
            <a:extLst>
              <a:ext uri="{FF2B5EF4-FFF2-40B4-BE49-F238E27FC236}">
                <a16:creationId xmlns:a16="http://schemas.microsoft.com/office/drawing/2014/main" id="{07B3406F-2B4D-4DD5-99CB-A6E9746F3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435101"/>
            <a:ext cx="57610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Text Box 10">
            <a:extLst>
              <a:ext uri="{FF2B5EF4-FFF2-40B4-BE49-F238E27FC236}">
                <a16:creationId xmlns:a16="http://schemas.microsoft.com/office/drawing/2014/main" id="{F7A57035-010E-4592-A6AF-55058E855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551" y="5619750"/>
            <a:ext cx="440372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 plane wave with a single frequency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122A502-9617-4666-B0C2-07D496C14D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Light pulses</a:t>
            </a:r>
          </a:p>
        </p:txBody>
      </p:sp>
      <p:pic>
        <p:nvPicPr>
          <p:cNvPr id="61443" name="Picture 3" descr="forming_pulses2a">
            <a:extLst>
              <a:ext uri="{FF2B5EF4-FFF2-40B4-BE49-F238E27FC236}">
                <a16:creationId xmlns:a16="http://schemas.microsoft.com/office/drawing/2014/main" id="{01708B84-FF9A-4BAE-944C-44E210ED421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438276"/>
            <a:ext cx="57610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Text Box 10">
            <a:extLst>
              <a:ext uri="{FF2B5EF4-FFF2-40B4-BE49-F238E27FC236}">
                <a16:creationId xmlns:a16="http://schemas.microsoft.com/office/drawing/2014/main" id="{C4EE340E-0FAC-4CA0-ACE6-61DDAE88A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1" y="5591176"/>
            <a:ext cx="5862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Add a second plane wave at a different frequency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E638D7D-9220-4F2A-965F-2A56F7718B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Light pulses</a:t>
            </a:r>
          </a:p>
        </p:txBody>
      </p:sp>
      <p:pic>
        <p:nvPicPr>
          <p:cNvPr id="62467" name="Picture 3" descr="forming_pulses2b">
            <a:extLst>
              <a:ext uri="{FF2B5EF4-FFF2-40B4-BE49-F238E27FC236}">
                <a16:creationId xmlns:a16="http://schemas.microsoft.com/office/drawing/2014/main" id="{D8CF7989-7DE3-46F6-B548-9656F83B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435101"/>
            <a:ext cx="57610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5F45D58-DB3E-45CF-92A5-73819C1304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Light pulses</a:t>
            </a:r>
          </a:p>
        </p:txBody>
      </p:sp>
      <p:pic>
        <p:nvPicPr>
          <p:cNvPr id="63491" name="Picture 3" descr="forming_pulses">
            <a:extLst>
              <a:ext uri="{FF2B5EF4-FFF2-40B4-BE49-F238E27FC236}">
                <a16:creationId xmlns:a16="http://schemas.microsoft.com/office/drawing/2014/main" id="{46E5E13B-B5E9-4A73-AF9B-16F61E1F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438276"/>
            <a:ext cx="57610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6C78403-4315-408A-821D-1C836D915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Light pulses</a:t>
            </a:r>
          </a:p>
        </p:txBody>
      </p:sp>
      <p:pic>
        <p:nvPicPr>
          <p:cNvPr id="64515" name="Picture 4" descr="forming_pulses_ultimate">
            <a:extLst>
              <a:ext uri="{FF2B5EF4-FFF2-40B4-BE49-F238E27FC236}">
                <a16:creationId xmlns:a16="http://schemas.microsoft.com/office/drawing/2014/main" id="{55C5F543-626A-4092-9726-661EBB4DA00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9" y="1435101"/>
            <a:ext cx="57610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8E401D0C-B1F2-4BEB-B444-F69FBD815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5480051"/>
            <a:ext cx="7749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dirty="0">
                <a:latin typeface="Arial" charset="0"/>
              </a:rPr>
              <a:t>A large combination of plane waves can result in a short light puls</a:t>
            </a:r>
            <a:r>
              <a:rPr lang="en-US" altLang="zh-CN" sz="2000" dirty="0">
                <a:latin typeface="Arial" charset="0"/>
              </a:rPr>
              <a:t>e</a:t>
            </a:r>
            <a:endParaRPr lang="en-US" sz="2000" dirty="0">
              <a:latin typeface="Arial" charset="0"/>
            </a:endParaRPr>
          </a:p>
        </p:txBody>
      </p:sp>
      <p:sp>
        <p:nvSpPr>
          <p:cNvPr id="64517" name="Text Box 10">
            <a:extLst>
              <a:ext uri="{FF2B5EF4-FFF2-40B4-BE49-F238E27FC236}">
                <a16:creationId xmlns:a16="http://schemas.microsoft.com/office/drawing/2014/main" id="{4B7E2269-5B45-4A74-8AB8-AC5895DFD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6003925"/>
            <a:ext cx="7783513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Rounded MT Bold" panose="020F07040305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Note that this signal is periodic, as we used a discrete set of waves</a:t>
            </a:r>
            <a:endParaRPr lang="en-US" altLang="en-US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4">
            <a:extLst>
              <a:ext uri="{FF2B5EF4-FFF2-40B4-BE49-F238E27FC236}">
                <a16:creationId xmlns:a16="http://schemas.microsoft.com/office/drawing/2014/main" id="{E6275034-35E7-4D87-B4E3-79B8DB151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Fourier series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FBD78D6-9ECA-4191-9233-CBDE3CD5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BC96411C-12BA-4A62-8BDF-743BE624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5128" name="Group 12">
            <a:extLst>
              <a:ext uri="{FF2B5EF4-FFF2-40B4-BE49-F238E27FC236}">
                <a16:creationId xmlns:a16="http://schemas.microsoft.com/office/drawing/2014/main" id="{ABFD31A4-FFD4-4F2E-AE30-A1BFCE69933C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503362"/>
            <a:ext cx="7696200" cy="779463"/>
            <a:chOff x="480" y="947"/>
            <a:chExt cx="4848" cy="491"/>
          </a:xfrm>
        </p:grpSpPr>
        <p:graphicFrame>
          <p:nvGraphicFramePr>
            <p:cNvPr id="5123" name="Object 5">
              <a:extLst>
                <a:ext uri="{FF2B5EF4-FFF2-40B4-BE49-F238E27FC236}">
                  <a16:creationId xmlns:a16="http://schemas.microsoft.com/office/drawing/2014/main" id="{122B6D07-6F76-4DEC-A665-CFC829EF08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3320587"/>
                </p:ext>
              </p:extLst>
            </p:nvPr>
          </p:nvGraphicFramePr>
          <p:xfrm>
            <a:off x="480" y="947"/>
            <a:ext cx="747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0880" imgH="253800" progId="Equation.DSMT4">
                    <p:embed/>
                  </p:oleObj>
                </mc:Choice>
                <mc:Fallback>
                  <p:oleObj name="Equation" r:id="rId2" imgW="380880" imgH="253800" progId="Equation.DSMT4">
                    <p:embed/>
                    <p:pic>
                      <p:nvPicPr>
                        <p:cNvPr id="5123" name="Object 5">
                          <a:extLst>
                            <a:ext uri="{FF2B5EF4-FFF2-40B4-BE49-F238E27FC236}">
                              <a16:creationId xmlns:a16="http://schemas.microsoft.com/office/drawing/2014/main" id="{122B6D07-6F76-4DEC-A665-CFC829EF08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947"/>
                          <a:ext cx="747" cy="4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1" name="Text Box 7">
              <a:extLst>
                <a:ext uri="{FF2B5EF4-FFF2-40B4-BE49-F238E27FC236}">
                  <a16:creationId xmlns:a16="http://schemas.microsoft.com/office/drawing/2014/main" id="{5E3E56D9-95F6-45E3-9A2A-662E08FFB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008"/>
              <a:ext cx="37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</a:rPr>
                <a:t>be a periodic function with period</a:t>
              </a:r>
              <a:r>
                <a:rPr lang="en-US" altLang="zh-CN" dirty="0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5124" name="Object 9">
              <a:extLst>
                <a:ext uri="{FF2B5EF4-FFF2-40B4-BE49-F238E27FC236}">
                  <a16:creationId xmlns:a16="http://schemas.microsoft.com/office/drawing/2014/main" id="{BDD853DF-57A2-4220-A028-DAAEA58E7D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1204076"/>
                </p:ext>
              </p:extLst>
            </p:nvPr>
          </p:nvGraphicFramePr>
          <p:xfrm>
            <a:off x="4848" y="968"/>
            <a:ext cx="480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402" imgH="177646" progId="Equation.3">
                    <p:embed/>
                  </p:oleObj>
                </mc:Choice>
                <mc:Fallback>
                  <p:oleObj name="Equation" r:id="rId4" imgW="228402" imgH="177646" progId="Equation.3">
                    <p:embed/>
                    <p:pic>
                      <p:nvPicPr>
                        <p:cNvPr id="5124" name="Object 9">
                          <a:extLst>
                            <a:ext uri="{FF2B5EF4-FFF2-40B4-BE49-F238E27FC236}">
                              <a16:creationId xmlns:a16="http://schemas.microsoft.com/office/drawing/2014/main" id="{BDD853DF-57A2-4220-A028-DAAEA58E7D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968"/>
                          <a:ext cx="480" cy="3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9" name="Text Box 11">
            <a:extLst>
              <a:ext uri="{FF2B5EF4-FFF2-40B4-BE49-F238E27FC236}">
                <a16:creationId xmlns:a16="http://schemas.microsoft.com/office/drawing/2014/main" id="{BB3FC19C-E551-4370-9121-0E6DCE9F3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482850"/>
            <a:ext cx="6477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If the function can be represented by a trigonometric series as:</a:t>
            </a:r>
          </a:p>
        </p:txBody>
      </p:sp>
      <p:sp>
        <p:nvSpPr>
          <p:cNvPr id="5130" name="Rectangle 14">
            <a:extLst>
              <a:ext uri="{FF2B5EF4-FFF2-40B4-BE49-F238E27FC236}">
                <a16:creationId xmlns:a16="http://schemas.microsoft.com/office/drawing/2014/main" id="{7CE09135-13A6-4664-A506-80368B540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7181" name="Object 13">
            <a:extLst>
              <a:ext uri="{FF2B5EF4-FFF2-40B4-BE49-F238E27FC236}">
                <a16:creationId xmlns:a16="http://schemas.microsoft.com/office/drawing/2014/main" id="{7ACE2C1A-1552-41A9-902E-3ABB96E07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657600"/>
          <a:ext cx="74676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0300" imgH="431800" progId="Equation.3">
                  <p:embed/>
                </p:oleObj>
              </mc:Choice>
              <mc:Fallback>
                <p:oleObj name="Equation" r:id="rId6" imgW="2400300" imgH="431800" progId="Equation.3">
                  <p:embed/>
                  <p:pic>
                    <p:nvPicPr>
                      <p:cNvPr id="7181" name="Object 13">
                        <a:extLst>
                          <a:ext uri="{FF2B5EF4-FFF2-40B4-BE49-F238E27FC236}">
                            <a16:creationId xmlns:a16="http://schemas.microsoft.com/office/drawing/2014/main" id="{7ACE2C1A-1552-41A9-902E-3ABB96E07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657600"/>
                        <a:ext cx="7467600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83D6E966-036E-43F6-928B-412947E1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199" y="5174179"/>
            <a:ext cx="74009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then we the series is the Fourier series of 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B8D8D-3328-44D1-A23E-D75F2ADB8BBA}"/>
              </a:ext>
            </a:extLst>
          </p:cNvPr>
          <p:cNvSpPr txBox="1"/>
          <p:nvPr/>
        </p:nvSpPr>
        <p:spPr>
          <a:xfrm>
            <a:off x="542925" y="2771775"/>
            <a:ext cx="1390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注意：在同济版的教材里面，用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rgbClr val="FF0000"/>
                </a:solidFill>
              </a:rPr>
              <a:t>/2</a:t>
            </a:r>
            <a:r>
              <a:rPr lang="zh-CN" altLang="en-US" dirty="0">
                <a:solidFill>
                  <a:srgbClr val="FF0000"/>
                </a:solidFill>
              </a:rPr>
              <a:t>表示常数项，所以跟我们这里的表示略微不同，虽然没有本质区别，但计算时请大家务必留心！！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FB4F8-4AB6-4CE8-B6F7-D72A6266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Dirichlet condition </a:t>
            </a:r>
            <a:endParaRPr lang="zh-CN" alt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6E2B55-3E74-414F-A07F-12FEE488AF30}"/>
              </a:ext>
            </a:extLst>
          </p:cNvPr>
          <p:cNvSpPr/>
          <p:nvPr/>
        </p:nvSpPr>
        <p:spPr>
          <a:xfrm>
            <a:off x="1119187" y="2104162"/>
            <a:ext cx="99536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A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piecewise regular function 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that </a:t>
            </a:r>
          </a:p>
          <a:p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1. Has a finite number of finite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discontinuities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 and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2. Has a finite number of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extrema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in a period</a:t>
            </a:r>
          </a:p>
          <a:p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can be expanded in a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Fourier series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 which converges to the function at continuous points and the mean of the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positive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 and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negative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 limits at points of </a:t>
            </a: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discontinuity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zh-CN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35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4F275DCE-8E7D-4AC6-A6D1-E0F436516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76519"/>
              </p:ext>
            </p:extLst>
          </p:nvPr>
        </p:nvGraphicFramePr>
        <p:xfrm>
          <a:off x="2317750" y="1365250"/>
          <a:ext cx="74676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431800" progId="Equation.3">
                  <p:embed/>
                </p:oleObj>
              </mc:Choice>
              <mc:Fallback>
                <p:oleObj name="Equation" r:id="rId2" imgW="2400300" imgH="431800" progId="Equation.3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4F275DCE-8E7D-4AC6-A6D1-E0F436516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1365250"/>
                        <a:ext cx="7467600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5">
            <a:extLst>
              <a:ext uri="{FF2B5EF4-FFF2-40B4-BE49-F238E27FC236}">
                <a16:creationId xmlns:a16="http://schemas.microsoft.com/office/drawing/2014/main" id="{B048E4B7-1A7F-4B04-AE46-0D7A515A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2874963"/>
            <a:ext cx="812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What kind of trigonometric (series) functions are we talking about?</a:t>
            </a:r>
          </a:p>
        </p:txBody>
      </p:sp>
      <p:graphicFrame>
        <p:nvGraphicFramePr>
          <p:cNvPr id="6147" name="Object 6">
            <a:extLst>
              <a:ext uri="{FF2B5EF4-FFF2-40B4-BE49-F238E27FC236}">
                <a16:creationId xmlns:a16="http://schemas.microsoft.com/office/drawing/2014/main" id="{615284F1-F65D-419F-AB7D-0918C86E81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458906"/>
              </p:ext>
            </p:extLst>
          </p:nvPr>
        </p:nvGraphicFramePr>
        <p:xfrm>
          <a:off x="2319339" y="4214813"/>
          <a:ext cx="6562725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31640" progId="Equation.3">
                  <p:embed/>
                </p:oleObj>
              </mc:Choice>
              <mc:Fallback>
                <p:oleObj name="Equation" r:id="rId4" imgW="1828800" imgH="431640" progId="Equation.3">
                  <p:embed/>
                  <p:pic>
                    <p:nvPicPr>
                      <p:cNvPr id="6147" name="Object 6">
                        <a:extLst>
                          <a:ext uri="{FF2B5EF4-FFF2-40B4-BE49-F238E27FC236}">
                            <a16:creationId xmlns:a16="http://schemas.microsoft.com/office/drawing/2014/main" id="{615284F1-F65D-419F-AB7D-0918C86E8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9" y="4214813"/>
                        <a:ext cx="6562725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5">
            <a:extLst>
              <a:ext uri="{FF2B5EF4-FFF2-40B4-BE49-F238E27FC236}">
                <a16:creationId xmlns:a16="http://schemas.microsoft.com/office/drawing/2014/main" id="{0B2E1CDE-6D87-4417-91B0-E5550DA6D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688B32CE-C5DC-4CA2-B08D-608279EDEF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7275" y="762000"/>
          <a:ext cx="768985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736560" progId="Equation.3">
                  <p:embed/>
                </p:oleObj>
              </mc:Choice>
              <mc:Fallback>
                <p:oleObj name="Equation" r:id="rId2" imgW="2806560" imgH="736560" progId="Equation.3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688B32CE-C5DC-4CA2-B08D-608279EDE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762000"/>
                        <a:ext cx="7689850" cy="201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7">
            <a:extLst>
              <a:ext uri="{FF2B5EF4-FFF2-40B4-BE49-F238E27FC236}">
                <a16:creationId xmlns:a16="http://schemas.microsoft.com/office/drawing/2014/main" id="{98286D5B-17BD-4BB1-A1AE-2B1D379D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8" name="Rectangle 9">
            <a:extLst>
              <a:ext uri="{FF2B5EF4-FFF2-40B4-BE49-F238E27FC236}">
                <a16:creationId xmlns:a16="http://schemas.microsoft.com/office/drawing/2014/main" id="{77922112-AF7F-4581-A95D-E45C6568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8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746A074E-05A0-40D4-87F4-786B6570780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909888"/>
            <a:ext cx="5791200" cy="1154112"/>
            <a:chOff x="528" y="1833"/>
            <a:chExt cx="3648" cy="727"/>
          </a:xfrm>
        </p:grpSpPr>
        <p:graphicFrame>
          <p:nvGraphicFramePr>
            <p:cNvPr id="4" name="Object 6">
              <a:extLst>
                <a:ext uri="{FF2B5EF4-FFF2-40B4-BE49-F238E27FC236}">
                  <a16:creationId xmlns:a16="http://schemas.microsoft.com/office/drawing/2014/main" id="{708F8EE8-0222-4B45-9A5C-E5E96FF724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1833"/>
            <a:ext cx="2352" cy="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58900" imgH="419100" progId="Equation.3">
                    <p:embed/>
                  </p:oleObj>
                </mc:Choice>
                <mc:Fallback>
                  <p:oleObj name="Equation" r:id="rId4" imgW="1358900" imgH="419100" progId="Equation.3">
                    <p:embed/>
                    <p:pic>
                      <p:nvPicPr>
                        <p:cNvPr id="4" name="Object 6">
                          <a:extLst>
                            <a:ext uri="{FF2B5EF4-FFF2-40B4-BE49-F238E27FC236}">
                              <a16:creationId xmlns:a16="http://schemas.microsoft.com/office/drawing/2014/main" id="{708F8EE8-0222-4B45-9A5C-E5E96FF724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833"/>
                          <a:ext cx="2352" cy="7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Object 8">
              <a:extLst>
                <a:ext uri="{FF2B5EF4-FFF2-40B4-BE49-F238E27FC236}">
                  <a16:creationId xmlns:a16="http://schemas.microsoft.com/office/drawing/2014/main" id="{737A6478-327F-49E9-933C-E4B686B4F8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4" y="2020"/>
            <a:ext cx="91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8918" imgH="152334" progId="Equation.3">
                    <p:embed/>
                  </p:oleObj>
                </mc:Choice>
                <mc:Fallback>
                  <p:oleObj name="Equation" r:id="rId6" imgW="418918" imgH="152334" progId="Equation.3">
                    <p:embed/>
                    <p:pic>
                      <p:nvPicPr>
                        <p:cNvPr id="10245" name="Object 8">
                          <a:extLst>
                            <a:ext uri="{FF2B5EF4-FFF2-40B4-BE49-F238E27FC236}">
                              <a16:creationId xmlns:a16="http://schemas.microsoft.com/office/drawing/2014/main" id="{737A6478-327F-49E9-933C-E4B686B4F8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020"/>
                          <a:ext cx="912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0" name="Rectangle 12">
            <a:extLst>
              <a:ext uri="{FF2B5EF4-FFF2-40B4-BE49-F238E27FC236}">
                <a16:creationId xmlns:a16="http://schemas.microsoft.com/office/drawing/2014/main" id="{E7B22733-A1D0-4196-BE89-CCAF5F8DC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6CCD3C42-4430-46EF-8667-E5BE1AA16A3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267200"/>
            <a:ext cx="5791200" cy="1154112"/>
            <a:chOff x="528" y="2688"/>
            <a:chExt cx="3744" cy="777"/>
          </a:xfrm>
        </p:grpSpPr>
        <p:graphicFrame>
          <p:nvGraphicFramePr>
            <p:cNvPr id="10243" name="Object 11">
              <a:extLst>
                <a:ext uri="{FF2B5EF4-FFF2-40B4-BE49-F238E27FC236}">
                  <a16:creationId xmlns:a16="http://schemas.microsoft.com/office/drawing/2014/main" id="{2C4DB33A-4B35-479E-BDA0-B0E9302BC0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688"/>
            <a:ext cx="2544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71600" imgH="419100" progId="Equation.3">
                    <p:embed/>
                  </p:oleObj>
                </mc:Choice>
                <mc:Fallback>
                  <p:oleObj name="Equation" r:id="rId8" imgW="1371600" imgH="419100" progId="Equation.3">
                    <p:embed/>
                    <p:pic>
                      <p:nvPicPr>
                        <p:cNvPr id="10243" name="Object 11">
                          <a:extLst>
                            <a:ext uri="{FF2B5EF4-FFF2-40B4-BE49-F238E27FC236}">
                              <a16:creationId xmlns:a16="http://schemas.microsoft.com/office/drawing/2014/main" id="{2C4DB33A-4B35-479E-BDA0-B0E9302BC0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688"/>
                          <a:ext cx="2544" cy="7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52" name="Picture 13">
              <a:extLst>
                <a:ext uri="{FF2B5EF4-FFF2-40B4-BE49-F238E27FC236}">
                  <a16:creationId xmlns:a16="http://schemas.microsoft.com/office/drawing/2014/main" id="{6D12AAB8-18D4-4067-BE27-3A06677645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2951"/>
              <a:ext cx="960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5">
            <a:extLst>
              <a:ext uri="{FF2B5EF4-FFF2-40B4-BE49-F238E27FC236}">
                <a16:creationId xmlns:a16="http://schemas.microsoft.com/office/drawing/2014/main" id="{C5D6A855-FD81-4D52-9B01-93208EAE6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6DC0550F-E6F7-455E-BC73-A54553F7B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762000"/>
          <a:ext cx="769620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736560" progId="Equation.3">
                  <p:embed/>
                </p:oleObj>
              </mc:Choice>
              <mc:Fallback>
                <p:oleObj name="Equation" r:id="rId2" imgW="2781000" imgH="736560" progId="Equation.3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6DC0550F-E6F7-455E-BC73-A54553F7B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762000"/>
                        <a:ext cx="7696200" cy="203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7">
            <a:extLst>
              <a:ext uri="{FF2B5EF4-FFF2-40B4-BE49-F238E27FC236}">
                <a16:creationId xmlns:a16="http://schemas.microsoft.com/office/drawing/2014/main" id="{A6EE349C-BE0A-496D-A7B9-757712827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715DA053-2EAD-41C4-9912-C20B7F811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8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1825D8FD-E70B-4D14-8C90-D8FB5A32732F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19450"/>
            <a:ext cx="5237163" cy="1163638"/>
            <a:chOff x="528" y="2028"/>
            <a:chExt cx="3299" cy="733"/>
          </a:xfrm>
        </p:grpSpPr>
        <p:graphicFrame>
          <p:nvGraphicFramePr>
            <p:cNvPr id="12293" name="Object 6">
              <a:extLst>
                <a:ext uri="{FF2B5EF4-FFF2-40B4-BE49-F238E27FC236}">
                  <a16:creationId xmlns:a16="http://schemas.microsoft.com/office/drawing/2014/main" id="{361EC2EE-A884-4B60-8F14-012CF6CD28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028"/>
            <a:ext cx="2304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20227" imgH="418918" progId="Equation.3">
                    <p:embed/>
                  </p:oleObj>
                </mc:Choice>
                <mc:Fallback>
                  <p:oleObj name="Equation" r:id="rId4" imgW="1320227" imgH="418918" progId="Equation.3">
                    <p:embed/>
                    <p:pic>
                      <p:nvPicPr>
                        <p:cNvPr id="12293" name="Object 6">
                          <a:extLst>
                            <a:ext uri="{FF2B5EF4-FFF2-40B4-BE49-F238E27FC236}">
                              <a16:creationId xmlns:a16="http://schemas.microsoft.com/office/drawing/2014/main" id="{361EC2EE-A884-4B60-8F14-012CF6CD28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028"/>
                          <a:ext cx="2304" cy="7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4" name="Object 8">
              <a:extLst>
                <a:ext uri="{FF2B5EF4-FFF2-40B4-BE49-F238E27FC236}">
                  <a16:creationId xmlns:a16="http://schemas.microsoft.com/office/drawing/2014/main" id="{61268181-B277-476E-A1CA-1F7D323469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0406658"/>
                </p:ext>
              </p:extLst>
            </p:nvPr>
          </p:nvGraphicFramePr>
          <p:xfrm>
            <a:off x="2952" y="2228"/>
            <a:ext cx="87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8918" imgH="152334" progId="Equation.3">
                    <p:embed/>
                  </p:oleObj>
                </mc:Choice>
                <mc:Fallback>
                  <p:oleObj name="Equation" r:id="rId6" imgW="418918" imgH="152334" progId="Equation.3">
                    <p:embed/>
                    <p:pic>
                      <p:nvPicPr>
                        <p:cNvPr id="12294" name="Object 8">
                          <a:extLst>
                            <a:ext uri="{FF2B5EF4-FFF2-40B4-BE49-F238E27FC236}">
                              <a16:creationId xmlns:a16="http://schemas.microsoft.com/office/drawing/2014/main" id="{61268181-B277-476E-A1CA-1F7D323469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2" y="2228"/>
                          <a:ext cx="875" cy="3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9" name="Rectangle 12">
            <a:extLst>
              <a:ext uri="{FF2B5EF4-FFF2-40B4-BE49-F238E27FC236}">
                <a16:creationId xmlns:a16="http://schemas.microsoft.com/office/drawing/2014/main" id="{0071872A-B032-49CC-A47F-03A0F1C9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300" name="Rectangle 14">
            <a:extLst>
              <a:ext uri="{FF2B5EF4-FFF2-40B4-BE49-F238E27FC236}">
                <a16:creationId xmlns:a16="http://schemas.microsoft.com/office/drawing/2014/main" id="{46078D47-43F4-4778-B996-A43D0166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6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3CE522A0-4378-4ED4-9B0D-1D201FD0983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648200"/>
            <a:ext cx="5561013" cy="1220788"/>
            <a:chOff x="528" y="2928"/>
            <a:chExt cx="3503" cy="769"/>
          </a:xfrm>
        </p:grpSpPr>
        <p:graphicFrame>
          <p:nvGraphicFramePr>
            <p:cNvPr id="12291" name="Object 11">
              <a:extLst>
                <a:ext uri="{FF2B5EF4-FFF2-40B4-BE49-F238E27FC236}">
                  <a16:creationId xmlns:a16="http://schemas.microsoft.com/office/drawing/2014/main" id="{37604AFB-F138-41CE-8601-D0AF0D5D90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928"/>
            <a:ext cx="2448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33500" imgH="419100" progId="Equation.3">
                    <p:embed/>
                  </p:oleObj>
                </mc:Choice>
                <mc:Fallback>
                  <p:oleObj name="Equation" r:id="rId8" imgW="1333500" imgH="419100" progId="Equation.3">
                    <p:embed/>
                    <p:pic>
                      <p:nvPicPr>
                        <p:cNvPr id="12291" name="Object 11">
                          <a:extLst>
                            <a:ext uri="{FF2B5EF4-FFF2-40B4-BE49-F238E27FC236}">
                              <a16:creationId xmlns:a16="http://schemas.microsoft.com/office/drawing/2014/main" id="{37604AFB-F138-41CE-8601-D0AF0D5D90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928"/>
                          <a:ext cx="2448" cy="7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13">
              <a:extLst>
                <a:ext uri="{FF2B5EF4-FFF2-40B4-BE49-F238E27FC236}">
                  <a16:creationId xmlns:a16="http://schemas.microsoft.com/office/drawing/2014/main" id="{EC2DC6F7-A213-4FE4-8E52-B112BD1336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6176319"/>
                </p:ext>
              </p:extLst>
            </p:nvPr>
          </p:nvGraphicFramePr>
          <p:xfrm>
            <a:off x="3156" y="3177"/>
            <a:ext cx="87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19100" imgH="139700" progId="Equation.3">
                    <p:embed/>
                  </p:oleObj>
                </mc:Choice>
                <mc:Fallback>
                  <p:oleObj name="Equation" r:id="rId10" imgW="419100" imgH="139700" progId="Equation.3">
                    <p:embed/>
                    <p:pic>
                      <p:nvPicPr>
                        <p:cNvPr id="4" name="Object 13">
                          <a:extLst>
                            <a:ext uri="{FF2B5EF4-FFF2-40B4-BE49-F238E27FC236}">
                              <a16:creationId xmlns:a16="http://schemas.microsoft.com/office/drawing/2014/main" id="{EC2DC6F7-A213-4FE4-8E52-B112BD1336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6" y="3177"/>
                          <a:ext cx="875" cy="2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>
            <a:extLst>
              <a:ext uri="{FF2B5EF4-FFF2-40B4-BE49-F238E27FC236}">
                <a16:creationId xmlns:a16="http://schemas.microsoft.com/office/drawing/2014/main" id="{47563DC6-8E9E-47B5-8710-362486DFA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47DA4134-A9C1-43A1-A399-6B7B8E3C3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7275" y="609600"/>
          <a:ext cx="761365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736560" progId="Equation.3">
                  <p:embed/>
                </p:oleObj>
              </mc:Choice>
              <mc:Fallback>
                <p:oleObj name="Equation" r:id="rId2" imgW="2768400" imgH="736560" progId="Equation.3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47DA4134-A9C1-43A1-A399-6B7B8E3C39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609600"/>
                        <a:ext cx="7613650" cy="202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7">
            <a:extLst>
              <a:ext uri="{FF2B5EF4-FFF2-40B4-BE49-F238E27FC236}">
                <a16:creationId xmlns:a16="http://schemas.microsoft.com/office/drawing/2014/main" id="{378A8652-B46E-4792-94D8-FD4A8D626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031A92C7-E5DF-4E45-A94B-4278C2189B5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19451"/>
            <a:ext cx="6096000" cy="2024063"/>
            <a:chOff x="528" y="2028"/>
            <a:chExt cx="3840" cy="1275"/>
          </a:xfrm>
        </p:grpSpPr>
        <p:graphicFrame>
          <p:nvGraphicFramePr>
            <p:cNvPr id="11267" name="Object 6">
              <a:extLst>
                <a:ext uri="{FF2B5EF4-FFF2-40B4-BE49-F238E27FC236}">
                  <a16:creationId xmlns:a16="http://schemas.microsoft.com/office/drawing/2014/main" id="{183B1B1C-3AAA-4A26-AD20-14BF5860B5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028"/>
            <a:ext cx="2544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46200" imgH="419100" progId="Equation.3">
                    <p:embed/>
                  </p:oleObj>
                </mc:Choice>
                <mc:Fallback>
                  <p:oleObj name="Equation" r:id="rId4" imgW="1346200" imgH="419100" progId="Equation.3">
                    <p:embed/>
                    <p:pic>
                      <p:nvPicPr>
                        <p:cNvPr id="11267" name="Object 6">
                          <a:extLst>
                            <a:ext uri="{FF2B5EF4-FFF2-40B4-BE49-F238E27FC236}">
                              <a16:creationId xmlns:a16="http://schemas.microsoft.com/office/drawing/2014/main" id="{183B1B1C-3AAA-4A26-AD20-14BF5860B5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028"/>
                          <a:ext cx="2544" cy="7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1" name="Text Box 8">
              <a:extLst>
                <a:ext uri="{FF2B5EF4-FFF2-40B4-BE49-F238E27FC236}">
                  <a16:creationId xmlns:a16="http://schemas.microsoft.com/office/drawing/2014/main" id="{A492FCB3-2A06-4C72-B5AE-2E0C83D67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976"/>
              <a:ext cx="38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</a:rPr>
                <a:t>for all values of m</a:t>
              </a:r>
              <a:r>
                <a:rPr lang="en-US" altLang="zh-CN" sz="2800" b="1" i="1" dirty="0">
                  <a:solidFill>
                    <a:srgbClr val="008000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FB4F8-4AB6-4CE8-B6F7-D72A6266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CN" b="1" dirty="0"/>
              <a:t>Orthogonality of functions</a:t>
            </a:r>
            <a:endParaRPr lang="zh-CN" alt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6E2B55-3E74-414F-A07F-12FEE488AF30}"/>
              </a:ext>
            </a:extLst>
          </p:cNvPr>
          <p:cNvSpPr/>
          <p:nvPr/>
        </p:nvSpPr>
        <p:spPr>
          <a:xfrm>
            <a:off x="1119187" y="2104162"/>
            <a:ext cx="99536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The scalar product of two functions f(x) and g(x) deﬁned on the same interval [a, b] can be deﬁned by</a:t>
            </a:r>
          </a:p>
          <a:p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The functions f(x) and g(x) are said to be orthogonal on the interval [a, b] if</a:t>
            </a:r>
          </a:p>
          <a:p>
            <a:endParaRPr lang="en-US" altLang="zh-CN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E3C00C5-1B3D-4F5D-999A-A2AD448960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969797"/>
              </p:ext>
            </p:extLst>
          </p:nvPr>
        </p:nvGraphicFramePr>
        <p:xfrm>
          <a:off x="4429125" y="2934690"/>
          <a:ext cx="2276474" cy="82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330120" progId="Equation.DSMT4">
                  <p:embed/>
                </p:oleObj>
              </mc:Choice>
              <mc:Fallback>
                <p:oleObj name="Equation" r:id="rId2" imgW="9144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E3C00C5-1B3D-4F5D-999A-A2AD448960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29125" y="2934690"/>
                        <a:ext cx="2276474" cy="822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EF64D22-04B5-491D-8466-A20B9B304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728147"/>
              </p:ext>
            </p:extLst>
          </p:nvPr>
        </p:nvGraphicFramePr>
        <p:xfrm>
          <a:off x="4329113" y="4587278"/>
          <a:ext cx="2687637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330120" progId="Equation.DSMT4">
                  <p:embed/>
                </p:oleObj>
              </mc:Choice>
              <mc:Fallback>
                <p:oleObj name="Equation" r:id="rId4" imgW="107928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EF64D22-04B5-491D-8466-A20B9B3048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9113" y="4587278"/>
                        <a:ext cx="2687637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7505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>
            <a:extLst>
              <a:ext uri="{FF2B5EF4-FFF2-40B4-BE49-F238E27FC236}">
                <a16:creationId xmlns:a16="http://schemas.microsoft.com/office/drawing/2014/main" id="{BEDE6FDD-B4BE-4ABF-889D-5698486B2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13319" name="Group 7">
            <a:extLst>
              <a:ext uri="{FF2B5EF4-FFF2-40B4-BE49-F238E27FC236}">
                <a16:creationId xmlns:a16="http://schemas.microsoft.com/office/drawing/2014/main" id="{0C75F751-933F-4708-838B-3663CC75D856}"/>
              </a:ext>
            </a:extLst>
          </p:cNvPr>
          <p:cNvGrpSpPr>
            <a:grpSpLocks/>
          </p:cNvGrpSpPr>
          <p:nvPr/>
        </p:nvGrpSpPr>
        <p:grpSpPr bwMode="auto">
          <a:xfrm>
            <a:off x="3657601" y="320675"/>
            <a:ext cx="3733800" cy="1035050"/>
            <a:chOff x="528" y="58"/>
            <a:chExt cx="2352" cy="652"/>
          </a:xfrm>
        </p:grpSpPr>
        <p:sp>
          <p:nvSpPr>
            <p:cNvPr id="13326" name="Text Box 4">
              <a:extLst>
                <a:ext uri="{FF2B5EF4-FFF2-40B4-BE49-F238E27FC236}">
                  <a16:creationId xmlns:a16="http://schemas.microsoft.com/office/drawing/2014/main" id="{B7A0F60F-4A6B-4E92-8733-F946C7E1F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4"/>
              <a:ext cx="1872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4400" b="1" dirty="0">
                  <a:solidFill>
                    <a:srgbClr val="0000FF"/>
                  </a:solidFill>
                  <a:ea typeface="宋体" panose="02010600030101010101" pitchFamily="2" charset="-122"/>
                </a:rPr>
                <a:t>Determine</a:t>
              </a:r>
            </a:p>
          </p:txBody>
        </p:sp>
        <p:graphicFrame>
          <p:nvGraphicFramePr>
            <p:cNvPr id="13317" name="Object 5">
              <a:extLst>
                <a:ext uri="{FF2B5EF4-FFF2-40B4-BE49-F238E27FC236}">
                  <a16:creationId xmlns:a16="http://schemas.microsoft.com/office/drawing/2014/main" id="{38161B8C-BA4D-412B-958D-F1748FBB43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9395885"/>
                </p:ext>
              </p:extLst>
            </p:nvPr>
          </p:nvGraphicFramePr>
          <p:xfrm>
            <a:off x="2418" y="58"/>
            <a:ext cx="462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228600" progId="Equation.DSMT4">
                    <p:embed/>
                  </p:oleObj>
                </mc:Choice>
                <mc:Fallback>
                  <p:oleObj name="Equation" r:id="rId2" imgW="164880" imgH="228600" progId="Equation.DSMT4">
                    <p:embed/>
                    <p:pic>
                      <p:nvPicPr>
                        <p:cNvPr id="13317" name="Object 5">
                          <a:extLst>
                            <a:ext uri="{FF2B5EF4-FFF2-40B4-BE49-F238E27FC236}">
                              <a16:creationId xmlns:a16="http://schemas.microsoft.com/office/drawing/2014/main" id="{38161B8C-BA4D-412B-958D-F1748FBB43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8" y="58"/>
                          <a:ext cx="462" cy="6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1" name="Rectangle 10">
            <a:extLst>
              <a:ext uri="{FF2B5EF4-FFF2-40B4-BE49-F238E27FC236}">
                <a16:creationId xmlns:a16="http://schemas.microsoft.com/office/drawing/2014/main" id="{2FDD5427-AC45-4130-BD45-A0AC8CD48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6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322" name="Rectangle 13">
            <a:extLst>
              <a:ext uri="{FF2B5EF4-FFF2-40B4-BE49-F238E27FC236}">
                <a16:creationId xmlns:a16="http://schemas.microsoft.com/office/drawing/2014/main" id="{5776A174-A9CC-44CF-9612-85C71F866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6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324" name="Rectangle 16">
            <a:extLst>
              <a:ext uri="{FF2B5EF4-FFF2-40B4-BE49-F238E27FC236}">
                <a16:creationId xmlns:a16="http://schemas.microsoft.com/office/drawing/2014/main" id="{4470AF9D-05BB-432F-9D60-EBBDD449D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35000AA2-D527-436C-BD27-304A1836E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566311"/>
              </p:ext>
            </p:extLst>
          </p:nvPr>
        </p:nvGraphicFramePr>
        <p:xfrm>
          <a:off x="1581944" y="2323306"/>
          <a:ext cx="9028112" cy="299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800" imgH="914400" progId="Equation.DSMT4">
                  <p:embed/>
                </p:oleObj>
              </mc:Choice>
              <mc:Fallback>
                <p:oleObj name="Equation" r:id="rId4" imgW="2755800" imgH="914400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35000AA2-D527-436C-BD27-304A1836EE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944" y="2323306"/>
                        <a:ext cx="9028112" cy="299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5">
            <a:extLst>
              <a:ext uri="{FF2B5EF4-FFF2-40B4-BE49-F238E27FC236}">
                <a16:creationId xmlns:a16="http://schemas.microsoft.com/office/drawing/2014/main" id="{FC7CCD23-2D49-4866-A2AD-71B63F3D0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1" y="41015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80CB52B1-8B06-4725-B51B-83E57C66B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589582"/>
              </p:ext>
            </p:extLst>
          </p:nvPr>
        </p:nvGraphicFramePr>
        <p:xfrm>
          <a:off x="3333750" y="1876425"/>
          <a:ext cx="537368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342720" progId="Equation.DSMT4">
                  <p:embed/>
                </p:oleObj>
              </mc:Choice>
              <mc:Fallback>
                <p:oleObj name="Equation" r:id="rId2" imgW="1650960" imgH="342720" progId="Equation.DSMT4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80CB52B1-8B06-4725-B51B-83E57C66B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1876425"/>
                        <a:ext cx="5373688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7">
            <a:extLst>
              <a:ext uri="{FF2B5EF4-FFF2-40B4-BE49-F238E27FC236}">
                <a16:creationId xmlns:a16="http://schemas.microsoft.com/office/drawing/2014/main" id="{6198A057-4D87-4A44-B897-DE5B42F9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1" y="41015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5363" name="Object 6">
            <a:extLst>
              <a:ext uri="{FF2B5EF4-FFF2-40B4-BE49-F238E27FC236}">
                <a16:creationId xmlns:a16="http://schemas.microsoft.com/office/drawing/2014/main" id="{B2392F47-0FF6-4FE3-8136-FD52452F4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683805"/>
              </p:ext>
            </p:extLst>
          </p:nvPr>
        </p:nvGraphicFramePr>
        <p:xfrm>
          <a:off x="3949700" y="3509963"/>
          <a:ext cx="42926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393480" progId="Equation.DSMT4">
                  <p:embed/>
                </p:oleObj>
              </mc:Choice>
              <mc:Fallback>
                <p:oleObj name="Equation" r:id="rId4" imgW="1269720" imgH="393480" progId="Equation.DSMT4">
                  <p:embed/>
                  <p:pic>
                    <p:nvPicPr>
                      <p:cNvPr id="15363" name="Object 6">
                        <a:extLst>
                          <a:ext uri="{FF2B5EF4-FFF2-40B4-BE49-F238E27FC236}">
                            <a16:creationId xmlns:a16="http://schemas.microsoft.com/office/drawing/2014/main" id="{B2392F47-0FF6-4FE3-8136-FD52452F4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3509963"/>
                        <a:ext cx="4292600" cy="1330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63" name="Group 7">
            <a:extLst>
              <a:ext uri="{FF2B5EF4-FFF2-40B4-BE49-F238E27FC236}">
                <a16:creationId xmlns:a16="http://schemas.microsoft.com/office/drawing/2014/main" id="{BC2E7C2C-FEFA-4AE6-AAAF-8ED1BA21EF34}"/>
              </a:ext>
            </a:extLst>
          </p:cNvPr>
          <p:cNvGrpSpPr>
            <a:grpSpLocks/>
          </p:cNvGrpSpPr>
          <p:nvPr/>
        </p:nvGrpSpPr>
        <p:grpSpPr bwMode="auto">
          <a:xfrm>
            <a:off x="3657601" y="315913"/>
            <a:ext cx="3768725" cy="1042988"/>
            <a:chOff x="1344" y="199"/>
            <a:chExt cx="2374" cy="657"/>
          </a:xfrm>
        </p:grpSpPr>
        <p:sp>
          <p:nvSpPr>
            <p:cNvPr id="19472" name="Text Box 5">
              <a:extLst>
                <a:ext uri="{FF2B5EF4-FFF2-40B4-BE49-F238E27FC236}">
                  <a16:creationId xmlns:a16="http://schemas.microsoft.com/office/drawing/2014/main" id="{9751E12F-2E8C-4AEE-B339-58039F16D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88"/>
              <a:ext cx="1872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4400" b="1">
                  <a:solidFill>
                    <a:srgbClr val="0000FF"/>
                  </a:solidFill>
                  <a:ea typeface="宋体" panose="02010600030101010101" pitchFamily="2" charset="-122"/>
                </a:rPr>
                <a:t>Determine</a:t>
              </a:r>
            </a:p>
          </p:txBody>
        </p:sp>
        <p:graphicFrame>
          <p:nvGraphicFramePr>
            <p:cNvPr id="19462" name="Object 6">
              <a:extLst>
                <a:ext uri="{FF2B5EF4-FFF2-40B4-BE49-F238E27FC236}">
                  <a16:creationId xmlns:a16="http://schemas.microsoft.com/office/drawing/2014/main" id="{4FF9362E-8793-4B73-B67F-AE55F8DBFA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3998310"/>
                </p:ext>
              </p:extLst>
            </p:nvPr>
          </p:nvGraphicFramePr>
          <p:xfrm>
            <a:off x="3216" y="199"/>
            <a:ext cx="502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228600" progId="Equation.DSMT4">
                    <p:embed/>
                  </p:oleObj>
                </mc:Choice>
                <mc:Fallback>
                  <p:oleObj name="Equation" r:id="rId2" imgW="177480" imgH="228600" progId="Equation.DSMT4">
                    <p:embed/>
                    <p:pic>
                      <p:nvPicPr>
                        <p:cNvPr id="19462" name="Object 6">
                          <a:extLst>
                            <a:ext uri="{FF2B5EF4-FFF2-40B4-BE49-F238E27FC236}">
                              <a16:creationId xmlns:a16="http://schemas.microsoft.com/office/drawing/2014/main" id="{4FF9362E-8793-4B73-B67F-AE55F8DBFA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99"/>
                          <a:ext cx="502" cy="6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4" name="Rectangle 10">
            <a:extLst>
              <a:ext uri="{FF2B5EF4-FFF2-40B4-BE49-F238E27FC236}">
                <a16:creationId xmlns:a16="http://schemas.microsoft.com/office/drawing/2014/main" id="{DA72EA2B-C342-4482-A504-5847488FD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9467" name="Rectangle 19">
            <a:extLst>
              <a:ext uri="{FF2B5EF4-FFF2-40B4-BE49-F238E27FC236}">
                <a16:creationId xmlns:a16="http://schemas.microsoft.com/office/drawing/2014/main" id="{EF5F281B-573B-47F8-812E-9A5CCD513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9458" name="Object 18">
            <a:extLst>
              <a:ext uri="{FF2B5EF4-FFF2-40B4-BE49-F238E27FC236}">
                <a16:creationId xmlns:a16="http://schemas.microsoft.com/office/drawing/2014/main" id="{1742EB76-45C4-41EA-BE87-ED0BBF617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452748"/>
              </p:ext>
            </p:extLst>
          </p:nvPr>
        </p:nvGraphicFramePr>
        <p:xfrm>
          <a:off x="1584325" y="2234406"/>
          <a:ext cx="8928919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787320" progId="Equation.DSMT4">
                  <p:embed/>
                </p:oleObj>
              </mc:Choice>
              <mc:Fallback>
                <p:oleObj name="Equation" r:id="rId4" imgW="2946240" imgH="787320" progId="Equation.DSMT4">
                  <p:embed/>
                  <p:pic>
                    <p:nvPicPr>
                      <p:cNvPr id="19458" name="Object 18">
                        <a:extLst>
                          <a:ext uri="{FF2B5EF4-FFF2-40B4-BE49-F238E27FC236}">
                            <a16:creationId xmlns:a16="http://schemas.microsoft.com/office/drawing/2014/main" id="{1742EB76-45C4-41EA-BE87-ED0BBF617B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234406"/>
                        <a:ext cx="8928919" cy="2389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>
            <a:extLst>
              <a:ext uri="{FF2B5EF4-FFF2-40B4-BE49-F238E27FC236}">
                <a16:creationId xmlns:a16="http://schemas.microsoft.com/office/drawing/2014/main" id="{EBF5CFFA-DF3E-41E9-9B0C-9B71A739C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57200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Let us do the integration on the right-hand-side one term at a time.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AD6627C9-9361-485A-AB2F-D612A00A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09931B02-90D9-4B75-ADE7-E764EC5CC117}"/>
              </a:ext>
            </a:extLst>
          </p:cNvPr>
          <p:cNvGrpSpPr>
            <a:grpSpLocks/>
          </p:cNvGrpSpPr>
          <p:nvPr/>
        </p:nvGrpSpPr>
        <p:grpSpPr bwMode="auto">
          <a:xfrm>
            <a:off x="2038351" y="1676400"/>
            <a:ext cx="4178301" cy="1822450"/>
            <a:chOff x="324" y="1056"/>
            <a:chExt cx="2632" cy="1148"/>
          </a:xfrm>
        </p:grpSpPr>
        <p:sp>
          <p:nvSpPr>
            <p:cNvPr id="20490" name="Text Box 5">
              <a:extLst>
                <a:ext uri="{FF2B5EF4-FFF2-40B4-BE49-F238E27FC236}">
                  <a16:creationId xmlns:a16="http://schemas.microsoft.com/office/drawing/2014/main" id="{844D44CF-75F0-48AC-9621-070D1DAE3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056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First term,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0483" name="Object 6">
              <a:extLst>
                <a:ext uri="{FF2B5EF4-FFF2-40B4-BE49-F238E27FC236}">
                  <a16:creationId xmlns:a16="http://schemas.microsoft.com/office/drawing/2014/main" id="{8BB2A305-D324-4D62-AE3A-B8CCA359C5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4969097"/>
                </p:ext>
              </p:extLst>
            </p:nvPr>
          </p:nvGraphicFramePr>
          <p:xfrm>
            <a:off x="324" y="1473"/>
            <a:ext cx="2632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31560" imgH="342720" progId="Equation.DSMT4">
                    <p:embed/>
                  </p:oleObj>
                </mc:Choice>
                <mc:Fallback>
                  <p:oleObj name="Equation" r:id="rId2" imgW="1231560" imgH="342720" progId="Equation.DSMT4">
                    <p:embed/>
                    <p:pic>
                      <p:nvPicPr>
                        <p:cNvPr id="20483" name="Object 6">
                          <a:extLst>
                            <a:ext uri="{FF2B5EF4-FFF2-40B4-BE49-F238E27FC236}">
                              <a16:creationId xmlns:a16="http://schemas.microsoft.com/office/drawing/2014/main" id="{8BB2A305-D324-4D62-AE3A-B8CCA359C5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" y="1473"/>
                          <a:ext cx="2632" cy="7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7" name="Rectangle 10">
            <a:extLst>
              <a:ext uri="{FF2B5EF4-FFF2-40B4-BE49-F238E27FC236}">
                <a16:creationId xmlns:a16="http://schemas.microsoft.com/office/drawing/2014/main" id="{1EABCB4B-7B66-4C6C-97F7-7FBB2F01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F9E2568D-FFCE-42B9-8232-5F6239255B36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657600"/>
            <a:ext cx="5349875" cy="2166938"/>
            <a:chOff x="480" y="2304"/>
            <a:chExt cx="3370" cy="1365"/>
          </a:xfrm>
        </p:grpSpPr>
        <p:sp>
          <p:nvSpPr>
            <p:cNvPr id="20489" name="Text Box 8">
              <a:extLst>
                <a:ext uri="{FF2B5EF4-FFF2-40B4-BE49-F238E27FC236}">
                  <a16:creationId xmlns:a16="http://schemas.microsoft.com/office/drawing/2014/main" id="{C7BD9552-E9B9-408B-8F44-789EE266E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304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Second term, </a:t>
              </a:r>
            </a:p>
          </p:txBody>
        </p:sp>
        <p:graphicFrame>
          <p:nvGraphicFramePr>
            <p:cNvPr id="20482" name="Object 9">
              <a:extLst>
                <a:ext uri="{FF2B5EF4-FFF2-40B4-BE49-F238E27FC236}">
                  <a16:creationId xmlns:a16="http://schemas.microsoft.com/office/drawing/2014/main" id="{9512A7C5-8BAA-4EDD-B012-5477AEB432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1388023"/>
                </p:ext>
              </p:extLst>
            </p:nvPr>
          </p:nvGraphicFramePr>
          <p:xfrm>
            <a:off x="493" y="2767"/>
            <a:ext cx="3357" cy="9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00200" imgH="431640" progId="Equation.DSMT4">
                    <p:embed/>
                  </p:oleObj>
                </mc:Choice>
                <mc:Fallback>
                  <p:oleObj name="Equation" r:id="rId4" imgW="1600200" imgH="431640" progId="Equation.DSMT4">
                    <p:embed/>
                    <p:pic>
                      <p:nvPicPr>
                        <p:cNvPr id="20482" name="Object 9">
                          <a:extLst>
                            <a:ext uri="{FF2B5EF4-FFF2-40B4-BE49-F238E27FC236}">
                              <a16:creationId xmlns:a16="http://schemas.microsoft.com/office/drawing/2014/main" id="{9512A7C5-8BAA-4EDD-B012-5477AEB432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" y="2767"/>
                          <a:ext cx="3357" cy="9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5">
            <a:extLst>
              <a:ext uri="{FF2B5EF4-FFF2-40B4-BE49-F238E27FC236}">
                <a16:creationId xmlns:a16="http://schemas.microsoft.com/office/drawing/2014/main" id="{450F37F5-E627-4C1C-97A8-C395D434A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F5E826DF-7388-4D71-9510-A148FCFCB7C5}"/>
              </a:ext>
            </a:extLst>
          </p:cNvPr>
          <p:cNvGrpSpPr>
            <a:grpSpLocks/>
          </p:cNvGrpSpPr>
          <p:nvPr/>
        </p:nvGrpSpPr>
        <p:grpSpPr bwMode="auto">
          <a:xfrm>
            <a:off x="2328862" y="533400"/>
            <a:ext cx="6581775" cy="2082800"/>
            <a:chOff x="507" y="336"/>
            <a:chExt cx="4146" cy="1312"/>
          </a:xfrm>
        </p:grpSpPr>
        <p:graphicFrame>
          <p:nvGraphicFramePr>
            <p:cNvPr id="21507" name="Object 4">
              <a:extLst>
                <a:ext uri="{FF2B5EF4-FFF2-40B4-BE49-F238E27FC236}">
                  <a16:creationId xmlns:a16="http://schemas.microsoft.com/office/drawing/2014/main" id="{3C5FFEB7-8B75-45EE-8786-0C20BCC19E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1239069"/>
                </p:ext>
              </p:extLst>
            </p:nvPr>
          </p:nvGraphicFramePr>
          <p:xfrm>
            <a:off x="507" y="751"/>
            <a:ext cx="4146" cy="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81080" imgH="431640" progId="Equation.DSMT4">
                    <p:embed/>
                  </p:oleObj>
                </mc:Choice>
                <mc:Fallback>
                  <p:oleObj name="Equation" r:id="rId2" imgW="1981080" imgH="431640" progId="Equation.DSMT4">
                    <p:embed/>
                    <p:pic>
                      <p:nvPicPr>
                        <p:cNvPr id="21507" name="Object 4">
                          <a:extLst>
                            <a:ext uri="{FF2B5EF4-FFF2-40B4-BE49-F238E27FC236}">
                              <a16:creationId xmlns:a16="http://schemas.microsoft.com/office/drawing/2014/main" id="{3C5FFEB7-8B75-45EE-8786-0C20BCC19E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751"/>
                          <a:ext cx="4146" cy="8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3" name="Text Box 6">
              <a:extLst>
                <a:ext uri="{FF2B5EF4-FFF2-40B4-BE49-F238E27FC236}">
                  <a16:creationId xmlns:a16="http://schemas.microsoft.com/office/drawing/2014/main" id="{46E206FC-800B-4505-8A0E-E789E802B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36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Second term, </a:t>
              </a:r>
            </a:p>
          </p:txBody>
        </p:sp>
      </p:grpSp>
      <p:sp>
        <p:nvSpPr>
          <p:cNvPr id="21510" name="Rectangle 9">
            <a:extLst>
              <a:ext uri="{FF2B5EF4-FFF2-40B4-BE49-F238E27FC236}">
                <a16:creationId xmlns:a16="http://schemas.microsoft.com/office/drawing/2014/main" id="{3E88D514-CE0E-470E-95C6-69FC4291B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DE9F64BF-C811-41FE-9882-3C8550DE2CEE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2895601"/>
            <a:ext cx="6178550" cy="2149475"/>
            <a:chOff x="480" y="1824"/>
            <a:chExt cx="3892" cy="1354"/>
          </a:xfrm>
        </p:grpSpPr>
        <p:sp>
          <p:nvSpPr>
            <p:cNvPr id="21512" name="Text Box 7">
              <a:extLst>
                <a:ext uri="{FF2B5EF4-FFF2-40B4-BE49-F238E27FC236}">
                  <a16:creationId xmlns:a16="http://schemas.microsoft.com/office/drawing/2014/main" id="{C9B7C52F-CA7D-491C-9769-D5133A7EF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5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Third term,</a:t>
              </a:r>
              <a:r>
                <a:rPr lang="en-US" altLang="zh-CN" sz="2800" b="1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21506" name="Object 8">
              <a:extLst>
                <a:ext uri="{FF2B5EF4-FFF2-40B4-BE49-F238E27FC236}">
                  <a16:creationId xmlns:a16="http://schemas.microsoft.com/office/drawing/2014/main" id="{FB1A100D-6B42-4068-B858-BDA8C7AC6F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866613"/>
                </p:ext>
              </p:extLst>
            </p:nvPr>
          </p:nvGraphicFramePr>
          <p:xfrm>
            <a:off x="514" y="2256"/>
            <a:ext cx="3858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90640" imgH="431640" progId="Equation.DSMT4">
                    <p:embed/>
                  </p:oleObj>
                </mc:Choice>
                <mc:Fallback>
                  <p:oleObj name="Equation" r:id="rId4" imgW="1790640" imgH="431640" progId="Equation.DSMT4">
                    <p:embed/>
                    <p:pic>
                      <p:nvPicPr>
                        <p:cNvPr id="21506" name="Object 8">
                          <a:extLst>
                            <a:ext uri="{FF2B5EF4-FFF2-40B4-BE49-F238E27FC236}">
                              <a16:creationId xmlns:a16="http://schemas.microsoft.com/office/drawing/2014/main" id="{FB1A100D-6B42-4068-B858-BDA8C7AC6F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" y="2256"/>
                          <a:ext cx="3858" cy="9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4">
            <a:extLst>
              <a:ext uri="{FF2B5EF4-FFF2-40B4-BE49-F238E27FC236}">
                <a16:creationId xmlns:a16="http://schemas.microsoft.com/office/drawing/2014/main" id="{9617FAAD-DEF7-42AA-8934-75351DDA0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33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Therefore,</a:t>
            </a:r>
          </a:p>
        </p:txBody>
      </p:sp>
      <p:graphicFrame>
        <p:nvGraphicFramePr>
          <p:cNvPr id="22530" name="Object 5">
            <a:extLst>
              <a:ext uri="{FF2B5EF4-FFF2-40B4-BE49-F238E27FC236}">
                <a16:creationId xmlns:a16="http://schemas.microsoft.com/office/drawing/2014/main" id="{1770A2B4-2E03-465A-A41B-3ED124B80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168824"/>
              </p:ext>
            </p:extLst>
          </p:nvPr>
        </p:nvGraphicFramePr>
        <p:xfrm>
          <a:off x="1876426" y="1276351"/>
          <a:ext cx="5567363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342720" progId="Equation.DSMT4">
                  <p:embed/>
                </p:oleObj>
              </mc:Choice>
              <mc:Fallback>
                <p:oleObj name="Equation" r:id="rId2" imgW="1587240" imgH="342720" progId="Equation.DSMT4">
                  <p:embed/>
                  <p:pic>
                    <p:nvPicPr>
                      <p:cNvPr id="22530" name="Object 5">
                        <a:extLst>
                          <a:ext uri="{FF2B5EF4-FFF2-40B4-BE49-F238E27FC236}">
                            <a16:creationId xmlns:a16="http://schemas.microsoft.com/office/drawing/2014/main" id="{1770A2B4-2E03-465A-A41B-3ED124B80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6" y="1276351"/>
                        <a:ext cx="5567363" cy="1204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8">
            <a:extLst>
              <a:ext uri="{FF2B5EF4-FFF2-40B4-BE49-F238E27FC236}">
                <a16:creationId xmlns:a16="http://schemas.microsoft.com/office/drawing/2014/main" id="{75E10717-8448-4964-A1CE-16E3B2A74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2531" name="Object 7">
            <a:extLst>
              <a:ext uri="{FF2B5EF4-FFF2-40B4-BE49-F238E27FC236}">
                <a16:creationId xmlns:a16="http://schemas.microsoft.com/office/drawing/2014/main" id="{400E6997-B7A6-4F77-9142-5FD3B4575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825194"/>
              </p:ext>
            </p:extLst>
          </p:nvPr>
        </p:nvGraphicFramePr>
        <p:xfrm>
          <a:off x="2057400" y="3429000"/>
          <a:ext cx="7886700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520" imgH="393480" progId="Equation.DSMT4">
                  <p:embed/>
                </p:oleObj>
              </mc:Choice>
              <mc:Fallback>
                <p:oleObj name="Equation" r:id="rId4" imgW="2387520" imgH="393480" progId="Equation.DSMT4">
                  <p:embed/>
                  <p:pic>
                    <p:nvPicPr>
                      <p:cNvPr id="22531" name="Object 7">
                        <a:extLst>
                          <a:ext uri="{FF2B5EF4-FFF2-40B4-BE49-F238E27FC236}">
                            <a16:creationId xmlns:a16="http://schemas.microsoft.com/office/drawing/2014/main" id="{400E6997-B7A6-4F77-9142-5FD3B4575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429000"/>
                        <a:ext cx="7886700" cy="1300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9" name="Group 17">
            <a:extLst>
              <a:ext uri="{FF2B5EF4-FFF2-40B4-BE49-F238E27FC236}">
                <a16:creationId xmlns:a16="http://schemas.microsoft.com/office/drawing/2014/main" id="{85A0B240-B543-4AB6-98C7-0936F8DC5721}"/>
              </a:ext>
            </a:extLst>
          </p:cNvPr>
          <p:cNvGrpSpPr>
            <a:grpSpLocks/>
          </p:cNvGrpSpPr>
          <p:nvPr/>
        </p:nvGrpSpPr>
        <p:grpSpPr bwMode="auto">
          <a:xfrm>
            <a:off x="3657601" y="330200"/>
            <a:ext cx="3729038" cy="1066800"/>
            <a:chOff x="1344" y="208"/>
            <a:chExt cx="2349" cy="672"/>
          </a:xfrm>
        </p:grpSpPr>
        <p:sp>
          <p:nvSpPr>
            <p:cNvPr id="23568" name="Text Box 3">
              <a:extLst>
                <a:ext uri="{FF2B5EF4-FFF2-40B4-BE49-F238E27FC236}">
                  <a16:creationId xmlns:a16="http://schemas.microsoft.com/office/drawing/2014/main" id="{2AAD0D3E-A756-483B-93D8-6CB68D77B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88"/>
              <a:ext cx="1872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4400" b="1">
                  <a:solidFill>
                    <a:srgbClr val="0000FF"/>
                  </a:solidFill>
                  <a:ea typeface="宋体" panose="02010600030101010101" pitchFamily="2" charset="-122"/>
                </a:rPr>
                <a:t>Determine</a:t>
              </a:r>
            </a:p>
          </p:txBody>
        </p:sp>
        <p:graphicFrame>
          <p:nvGraphicFramePr>
            <p:cNvPr id="23558" name="Object 4">
              <a:extLst>
                <a:ext uri="{FF2B5EF4-FFF2-40B4-BE49-F238E27FC236}">
                  <a16:creationId xmlns:a16="http://schemas.microsoft.com/office/drawing/2014/main" id="{FB35CCA5-DD59-487F-A8FB-EDE6F40C6F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8213333"/>
                </p:ext>
              </p:extLst>
            </p:nvPr>
          </p:nvGraphicFramePr>
          <p:xfrm>
            <a:off x="3216" y="208"/>
            <a:ext cx="477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228600" progId="Equation.DSMT4">
                    <p:embed/>
                  </p:oleObj>
                </mc:Choice>
                <mc:Fallback>
                  <p:oleObj name="Equation" r:id="rId2" imgW="164880" imgH="228600" progId="Equation.DSMT4">
                    <p:embed/>
                    <p:pic>
                      <p:nvPicPr>
                        <p:cNvPr id="23558" name="Object 4">
                          <a:extLst>
                            <a:ext uri="{FF2B5EF4-FFF2-40B4-BE49-F238E27FC236}">
                              <a16:creationId xmlns:a16="http://schemas.microsoft.com/office/drawing/2014/main" id="{FB35CCA5-DD59-487F-A8FB-EDE6F40C6F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08"/>
                          <a:ext cx="477" cy="6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4" name="Object 16">
            <a:extLst>
              <a:ext uri="{FF2B5EF4-FFF2-40B4-BE49-F238E27FC236}">
                <a16:creationId xmlns:a16="http://schemas.microsoft.com/office/drawing/2014/main" id="{85F7EBEE-DBB5-4FF9-9AB1-1279FAE73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45775"/>
              </p:ext>
            </p:extLst>
          </p:nvPr>
        </p:nvGraphicFramePr>
        <p:xfrm>
          <a:off x="1490663" y="2311400"/>
          <a:ext cx="8774229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20680" imgH="787320" progId="Equation.DSMT4">
                  <p:embed/>
                </p:oleObj>
              </mc:Choice>
              <mc:Fallback>
                <p:oleObj name="Equation" r:id="rId4" imgW="2920680" imgH="787320" progId="Equation.DSMT4">
                  <p:embed/>
                  <p:pic>
                    <p:nvPicPr>
                      <p:cNvPr id="23554" name="Object 16">
                        <a:extLst>
                          <a:ext uri="{FF2B5EF4-FFF2-40B4-BE49-F238E27FC236}">
                            <a16:creationId xmlns:a16="http://schemas.microsoft.com/office/drawing/2014/main" id="{85F7EBEE-DBB5-4FF9-9AB1-1279FAE73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2311400"/>
                        <a:ext cx="8774229" cy="2368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5">
            <a:extLst>
              <a:ext uri="{FF2B5EF4-FFF2-40B4-BE49-F238E27FC236}">
                <a16:creationId xmlns:a16="http://schemas.microsoft.com/office/drawing/2014/main" id="{E298933C-540B-4223-BDAB-B27906B79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B2CC9AA5-07FB-4DB4-9823-51B6A0243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1077914"/>
          <a:ext cx="3617913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19100" progId="Equation.3">
                  <p:embed/>
                </p:oleObj>
              </mc:Choice>
              <mc:Fallback>
                <p:oleObj name="Equation" r:id="rId2" imgW="1104900" imgH="419100" progId="Equation.3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B2CC9AA5-07FB-4DB4-9823-51B6A02438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1077914"/>
                        <a:ext cx="3617913" cy="1373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>
            <a:extLst>
              <a:ext uri="{FF2B5EF4-FFF2-40B4-BE49-F238E27FC236}">
                <a16:creationId xmlns:a16="http://schemas.microsoft.com/office/drawing/2014/main" id="{B16CDBCE-2962-40C7-8074-B7470365D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 coefficients are:</a:t>
            </a:r>
          </a:p>
        </p:txBody>
      </p:sp>
      <p:sp>
        <p:nvSpPr>
          <p:cNvPr id="27655" name="Rectangle 8">
            <a:extLst>
              <a:ext uri="{FF2B5EF4-FFF2-40B4-BE49-F238E27FC236}">
                <a16:creationId xmlns:a16="http://schemas.microsoft.com/office/drawing/2014/main" id="{AAFEC3D1-66CB-4669-9640-3961FCB4A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36882695-75F2-4BC9-8ADE-F4F46F531F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026" y="2686051"/>
          <a:ext cx="775017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393480" progId="Equation.3">
                  <p:embed/>
                </p:oleObj>
              </mc:Choice>
              <mc:Fallback>
                <p:oleObj name="Equation" r:id="rId4" imgW="2463480" imgH="393480" progId="Equation.3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36882695-75F2-4BC9-8ADE-F4F46F531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6" y="2686051"/>
                        <a:ext cx="7750175" cy="1236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10">
            <a:extLst>
              <a:ext uri="{FF2B5EF4-FFF2-40B4-BE49-F238E27FC236}">
                <a16:creationId xmlns:a16="http://schemas.microsoft.com/office/drawing/2014/main" id="{825C4C69-3EA6-45D4-9B1B-D9182F46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5CEE35CD-ED41-4CB4-8F25-D7B749423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2013" y="4383089"/>
          <a:ext cx="7861300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280" imgH="393480" progId="Equation.3">
                  <p:embed/>
                </p:oleObj>
              </mc:Choice>
              <mc:Fallback>
                <p:oleObj name="Equation" r:id="rId6" imgW="2438280" imgH="393480" progId="Equation.3">
                  <p:embed/>
                  <p:pic>
                    <p:nvPicPr>
                      <p:cNvPr id="27657" name="Object 9">
                        <a:extLst>
                          <a:ext uri="{FF2B5EF4-FFF2-40B4-BE49-F238E27FC236}">
                            <a16:creationId xmlns:a16="http://schemas.microsoft.com/office/drawing/2014/main" id="{5CEE35CD-ED41-4CB4-8F25-D7B749423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383089"/>
                        <a:ext cx="7861300" cy="127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>
            <a:extLst>
              <a:ext uri="{FF2B5EF4-FFF2-40B4-BE49-F238E27FC236}">
                <a16:creationId xmlns:a16="http://schemas.microsoft.com/office/drawing/2014/main" id="{21A1A1A6-B0F2-49D2-A3AA-E05C1E0A7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8674" name="Object 3">
            <a:extLst>
              <a:ext uri="{FF2B5EF4-FFF2-40B4-BE49-F238E27FC236}">
                <a16:creationId xmlns:a16="http://schemas.microsoft.com/office/drawing/2014/main" id="{8AD0247F-2C85-40F6-8E8A-F6F512AA8B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969594"/>
              </p:ext>
            </p:extLst>
          </p:nvPr>
        </p:nvGraphicFramePr>
        <p:xfrm>
          <a:off x="2362201" y="1301413"/>
          <a:ext cx="3581400" cy="135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19100" progId="Equation.3">
                  <p:embed/>
                </p:oleObj>
              </mc:Choice>
              <mc:Fallback>
                <p:oleObj name="Equation" r:id="rId2" imgW="1104900" imgH="419100" progId="Equation.3">
                  <p:embed/>
                  <p:pic>
                    <p:nvPicPr>
                      <p:cNvPr id="28674" name="Object 3">
                        <a:extLst>
                          <a:ext uri="{FF2B5EF4-FFF2-40B4-BE49-F238E27FC236}">
                            <a16:creationId xmlns:a16="http://schemas.microsoft.com/office/drawing/2014/main" id="{8AD0247F-2C85-40F6-8E8A-F6F512AA8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301413"/>
                        <a:ext cx="3581400" cy="1358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4">
            <a:extLst>
              <a:ext uri="{FF2B5EF4-FFF2-40B4-BE49-F238E27FC236}">
                <a16:creationId xmlns:a16="http://schemas.microsoft.com/office/drawing/2014/main" id="{D58DA933-5EBC-4AAC-A326-CE4EAA90A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1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We can write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 in place of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8679" name="Rectangle 5">
            <a:extLst>
              <a:ext uri="{FF2B5EF4-FFF2-40B4-BE49-F238E27FC236}">
                <a16:creationId xmlns:a16="http://schemas.microsoft.com/office/drawing/2014/main" id="{7F3BF885-AFD7-43D8-AA7D-222DEBD06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8675" name="Object 6">
            <a:extLst>
              <a:ext uri="{FF2B5EF4-FFF2-40B4-BE49-F238E27FC236}">
                <a16:creationId xmlns:a16="http://schemas.microsoft.com/office/drawing/2014/main" id="{75E8CD21-6CFF-44DD-B577-ABE9FD939E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2819401"/>
          <a:ext cx="73056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406080" progId="Equation.3">
                  <p:embed/>
                </p:oleObj>
              </mc:Choice>
              <mc:Fallback>
                <p:oleObj name="Equation" r:id="rId4" imgW="2374560" imgH="406080" progId="Equation.3">
                  <p:embed/>
                  <p:pic>
                    <p:nvPicPr>
                      <p:cNvPr id="28675" name="Object 6">
                        <a:extLst>
                          <a:ext uri="{FF2B5EF4-FFF2-40B4-BE49-F238E27FC236}">
                            <a16:creationId xmlns:a16="http://schemas.microsoft.com/office/drawing/2014/main" id="{75E8CD21-6CFF-44DD-B577-ABE9FD939E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2819401"/>
                        <a:ext cx="7305675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7">
            <a:extLst>
              <a:ext uri="{FF2B5EF4-FFF2-40B4-BE49-F238E27FC236}">
                <a16:creationId xmlns:a16="http://schemas.microsoft.com/office/drawing/2014/main" id="{35F6C98C-8B51-4D4B-A37B-2D0939B93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8676" name="Object 8">
            <a:extLst>
              <a:ext uri="{FF2B5EF4-FFF2-40B4-BE49-F238E27FC236}">
                <a16:creationId xmlns:a16="http://schemas.microsoft.com/office/drawing/2014/main" id="{F1DFE023-3DEC-4253-9AF5-201247B2A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4343400"/>
          <a:ext cx="74580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49360" imgH="406080" progId="Equation.3">
                  <p:embed/>
                </p:oleObj>
              </mc:Choice>
              <mc:Fallback>
                <p:oleObj name="Equation" r:id="rId6" imgW="2349360" imgH="406080" progId="Equation.3">
                  <p:embed/>
                  <p:pic>
                    <p:nvPicPr>
                      <p:cNvPr id="28676" name="Object 8">
                        <a:extLst>
                          <a:ext uri="{FF2B5EF4-FFF2-40B4-BE49-F238E27FC236}">
                            <a16:creationId xmlns:a16="http://schemas.microsoft.com/office/drawing/2014/main" id="{F1DFE023-3DEC-4253-9AF5-201247B2A0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4343400"/>
                        <a:ext cx="7458075" cy="1290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4">
            <a:extLst>
              <a:ext uri="{FF2B5EF4-FFF2-40B4-BE49-F238E27FC236}">
                <a16:creationId xmlns:a16="http://schemas.microsoft.com/office/drawing/2014/main" id="{C7CDA3F4-FC59-471A-AE7A-BBA6474F6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81000"/>
            <a:ext cx="701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Example 1. Find the Fourier series of the following periodic function.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B04B6FAA-B50D-4EE3-8727-8FD662EA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53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0722" name="Object 5">
            <a:extLst>
              <a:ext uri="{FF2B5EF4-FFF2-40B4-BE49-F238E27FC236}">
                <a16:creationId xmlns:a16="http://schemas.microsoft.com/office/drawing/2014/main" id="{CA9FDC53-8BC7-4DCA-8F47-92793DCAF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447800"/>
          <a:ext cx="57912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467380" imgH="2376952" progId="Visio.Drawing.11">
                  <p:embed/>
                </p:oleObj>
              </mc:Choice>
              <mc:Fallback>
                <p:oleObj name="Visio" r:id="rId2" imgW="5467380" imgH="2376952" progId="Visio.Drawing.11">
                  <p:embed/>
                  <p:pic>
                    <p:nvPicPr>
                      <p:cNvPr id="30722" name="Object 5">
                        <a:extLst>
                          <a:ext uri="{FF2B5EF4-FFF2-40B4-BE49-F238E27FC236}">
                            <a16:creationId xmlns:a16="http://schemas.microsoft.com/office/drawing/2014/main" id="{CA9FDC53-8BC7-4DCA-8F47-92793DCAF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447800"/>
                        <a:ext cx="57912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8">
            <a:extLst>
              <a:ext uri="{FF2B5EF4-FFF2-40B4-BE49-F238E27FC236}">
                <a16:creationId xmlns:a16="http://schemas.microsoft.com/office/drawing/2014/main" id="{D4C63A02-FE53-4257-8071-D4F2C8D99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0723" name="Object 7">
            <a:extLst>
              <a:ext uri="{FF2B5EF4-FFF2-40B4-BE49-F238E27FC236}">
                <a16:creationId xmlns:a16="http://schemas.microsoft.com/office/drawing/2014/main" id="{2A94375C-B969-4B87-996E-8D03CB38E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962400"/>
          <a:ext cx="57150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300" imgH="431800" progId="Equation.3">
                  <p:embed/>
                </p:oleObj>
              </mc:Choice>
              <mc:Fallback>
                <p:oleObj name="Equation" r:id="rId4" imgW="2019300" imgH="431800" progId="Equation.3">
                  <p:embed/>
                  <p:pic>
                    <p:nvPicPr>
                      <p:cNvPr id="30723" name="Object 7">
                        <a:extLst>
                          <a:ext uri="{FF2B5EF4-FFF2-40B4-BE49-F238E27FC236}">
                            <a16:creationId xmlns:a16="http://schemas.microsoft.com/office/drawing/2014/main" id="{2A94375C-B969-4B87-996E-8D03CB38E4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962400"/>
                        <a:ext cx="5715000" cy="121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10">
            <a:extLst>
              <a:ext uri="{FF2B5EF4-FFF2-40B4-BE49-F238E27FC236}">
                <a16:creationId xmlns:a16="http://schemas.microsoft.com/office/drawing/2014/main" id="{C36FB811-AA39-4193-9338-D9BE094B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0724" name="Object 9">
            <a:extLst>
              <a:ext uri="{FF2B5EF4-FFF2-40B4-BE49-F238E27FC236}">
                <a16:creationId xmlns:a16="http://schemas.microsoft.com/office/drawing/2014/main" id="{45B562B3-D24E-4834-B2D4-D97464BBCA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334000"/>
          <a:ext cx="3352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115" imgH="215806" progId="Equation.3">
                  <p:embed/>
                </p:oleObj>
              </mc:Choice>
              <mc:Fallback>
                <p:oleObj name="Equation" r:id="rId6" imgW="1117115" imgH="215806" progId="Equation.3">
                  <p:embed/>
                  <p:pic>
                    <p:nvPicPr>
                      <p:cNvPr id="30724" name="Object 9">
                        <a:extLst>
                          <a:ext uri="{FF2B5EF4-FFF2-40B4-BE49-F238E27FC236}">
                            <a16:creationId xmlns:a16="http://schemas.microsoft.com/office/drawing/2014/main" id="{45B562B3-D24E-4834-B2D4-D97464BBCA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33528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5">
            <a:extLst>
              <a:ext uri="{FF2B5EF4-FFF2-40B4-BE49-F238E27FC236}">
                <a16:creationId xmlns:a16="http://schemas.microsoft.com/office/drawing/2014/main" id="{E5F12F4A-534A-4364-991A-1E16F20F8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1746" name="Object 4">
            <a:extLst>
              <a:ext uri="{FF2B5EF4-FFF2-40B4-BE49-F238E27FC236}">
                <a16:creationId xmlns:a16="http://schemas.microsoft.com/office/drawing/2014/main" id="{8A7F9123-7A77-4433-923D-07275F82D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57200"/>
          <a:ext cx="7162800" cy="477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1447560" progId="Equation.3">
                  <p:embed/>
                </p:oleObj>
              </mc:Choice>
              <mc:Fallback>
                <p:oleObj name="Equation" r:id="rId2" imgW="2171520" imgH="1447560" progId="Equation.3">
                  <p:embed/>
                  <p:pic>
                    <p:nvPicPr>
                      <p:cNvPr id="31746" name="Object 4">
                        <a:extLst>
                          <a:ext uri="{FF2B5EF4-FFF2-40B4-BE49-F238E27FC236}">
                            <a16:creationId xmlns:a16="http://schemas.microsoft.com/office/drawing/2014/main" id="{8A7F9123-7A77-4433-923D-07275F82D8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57200"/>
                        <a:ext cx="7162800" cy="4776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5">
            <a:extLst>
              <a:ext uri="{FF2B5EF4-FFF2-40B4-BE49-F238E27FC236}">
                <a16:creationId xmlns:a16="http://schemas.microsoft.com/office/drawing/2014/main" id="{73CB5404-6242-473D-A472-1D04CD414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72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2770" name="Object 4">
            <a:extLst>
              <a:ext uri="{FF2B5EF4-FFF2-40B4-BE49-F238E27FC236}">
                <a16:creationId xmlns:a16="http://schemas.microsoft.com/office/drawing/2014/main" id="{997DC67A-21F9-412F-8CC1-2CDBDA3B9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609600"/>
          <a:ext cx="7772400" cy="366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1307880" progId="Equation.3">
                  <p:embed/>
                </p:oleObj>
              </mc:Choice>
              <mc:Fallback>
                <p:oleObj name="Equation" r:id="rId2" imgW="2781000" imgH="1307880" progId="Equation.3">
                  <p:embed/>
                  <p:pic>
                    <p:nvPicPr>
                      <p:cNvPr id="32770" name="Object 4">
                        <a:extLst>
                          <a:ext uri="{FF2B5EF4-FFF2-40B4-BE49-F238E27FC236}">
                            <a16:creationId xmlns:a16="http://schemas.microsoft.com/office/drawing/2014/main" id="{997DC67A-21F9-412F-8CC1-2CDBDA3B91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609600"/>
                        <a:ext cx="7772400" cy="3665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5">
            <a:extLst>
              <a:ext uri="{FF2B5EF4-FFF2-40B4-BE49-F238E27FC236}">
                <a16:creationId xmlns:a16="http://schemas.microsoft.com/office/drawing/2014/main" id="{7748F333-EBCC-47DE-8295-525B99166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72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3794" name="Object 4">
            <a:extLst>
              <a:ext uri="{FF2B5EF4-FFF2-40B4-BE49-F238E27FC236}">
                <a16:creationId xmlns:a16="http://schemas.microsoft.com/office/drawing/2014/main" id="{6527A76F-459E-4331-A666-B26D266FA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81000"/>
          <a:ext cx="7848600" cy="486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1726920" progId="Equation.3">
                  <p:embed/>
                </p:oleObj>
              </mc:Choice>
              <mc:Fallback>
                <p:oleObj name="Equation" r:id="rId2" imgW="2793960" imgH="1726920" progId="Equation.3">
                  <p:embed/>
                  <p:pic>
                    <p:nvPicPr>
                      <p:cNvPr id="33794" name="Object 4">
                        <a:extLst>
                          <a:ext uri="{FF2B5EF4-FFF2-40B4-BE49-F238E27FC236}">
                            <a16:creationId xmlns:a16="http://schemas.microsoft.com/office/drawing/2014/main" id="{6527A76F-459E-4331-A666-B26D266FA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81000"/>
                        <a:ext cx="7848600" cy="4865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5">
            <a:extLst>
              <a:ext uri="{FF2B5EF4-FFF2-40B4-BE49-F238E27FC236}">
                <a16:creationId xmlns:a16="http://schemas.microsoft.com/office/drawing/2014/main" id="{E4CF673B-7FFF-48C1-AED1-CAD4FAD28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4818" name="Object 4">
            <a:extLst>
              <a:ext uri="{FF2B5EF4-FFF2-40B4-BE49-F238E27FC236}">
                <a16:creationId xmlns:a16="http://schemas.microsoft.com/office/drawing/2014/main" id="{72CE91DF-0A26-4AB7-9319-11A7C7D7D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932200"/>
              </p:ext>
            </p:extLst>
          </p:nvPr>
        </p:nvGraphicFramePr>
        <p:xfrm>
          <a:off x="2238375" y="1296472"/>
          <a:ext cx="8169934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1218960" progId="Equation.DSMT4">
                  <p:embed/>
                </p:oleObj>
              </mc:Choice>
              <mc:Fallback>
                <p:oleObj name="Equation" r:id="rId2" imgW="2819160" imgH="1218960" progId="Equation.DSMT4">
                  <p:embed/>
                  <p:pic>
                    <p:nvPicPr>
                      <p:cNvPr id="34818" name="Object 4">
                        <a:extLst>
                          <a:ext uri="{FF2B5EF4-FFF2-40B4-BE49-F238E27FC236}">
                            <a16:creationId xmlns:a16="http://schemas.microsoft.com/office/drawing/2014/main" id="{72CE91DF-0A26-4AB7-9319-11A7C7D7D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1296472"/>
                        <a:ext cx="8169934" cy="350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5">
            <a:extLst>
              <a:ext uri="{FF2B5EF4-FFF2-40B4-BE49-F238E27FC236}">
                <a16:creationId xmlns:a16="http://schemas.microsoft.com/office/drawing/2014/main" id="{FD9DD912-3983-40E9-8503-8D09BBEC1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5842" name="Object 4">
            <a:extLst>
              <a:ext uri="{FF2B5EF4-FFF2-40B4-BE49-F238E27FC236}">
                <a16:creationId xmlns:a16="http://schemas.microsoft.com/office/drawing/2014/main" id="{C2BE5E1B-7B03-480F-8C6A-D073BD44A8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944099"/>
              </p:ext>
            </p:extLst>
          </p:nvPr>
        </p:nvGraphicFramePr>
        <p:xfrm>
          <a:off x="2066925" y="1626672"/>
          <a:ext cx="7772400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1041120" progId="Equation.3">
                  <p:embed/>
                </p:oleObj>
              </mc:Choice>
              <mc:Fallback>
                <p:oleObj name="Equation" r:id="rId2" imgW="2819160" imgH="1041120" progId="Equation.3">
                  <p:embed/>
                  <p:pic>
                    <p:nvPicPr>
                      <p:cNvPr id="35842" name="Object 4">
                        <a:extLst>
                          <a:ext uri="{FF2B5EF4-FFF2-40B4-BE49-F238E27FC236}">
                            <a16:creationId xmlns:a16="http://schemas.microsoft.com/office/drawing/2014/main" id="{C2BE5E1B-7B03-480F-8C6A-D073BD44A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1626672"/>
                        <a:ext cx="7772400" cy="284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>
            <a:extLst>
              <a:ext uri="{FF2B5EF4-FFF2-40B4-BE49-F238E27FC236}">
                <a16:creationId xmlns:a16="http://schemas.microsoft.com/office/drawing/2014/main" id="{B0D9EAC1-C5A1-4467-9A42-368BB24AD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09601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Therefore, the corresponding Fourier series is</a:t>
            </a: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F83EEFD9-6517-4C8A-942F-917D74C56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6866" name="Object 5">
            <a:extLst>
              <a:ext uri="{FF2B5EF4-FFF2-40B4-BE49-F238E27FC236}">
                <a16:creationId xmlns:a16="http://schemas.microsoft.com/office/drawing/2014/main" id="{1A0B5585-FA4C-4B54-811D-9B1215D0FA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629154"/>
              </p:ext>
            </p:extLst>
          </p:nvPr>
        </p:nvGraphicFramePr>
        <p:xfrm>
          <a:off x="2438400" y="1657351"/>
          <a:ext cx="70104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500" imgH="431800" progId="Equation.3">
                  <p:embed/>
                </p:oleObj>
              </mc:Choice>
              <mc:Fallback>
                <p:oleObj name="Equation" r:id="rId2" imgW="2857500" imgH="431800" progId="Equation.3">
                  <p:embed/>
                  <p:pic>
                    <p:nvPicPr>
                      <p:cNvPr id="36866" name="Object 5">
                        <a:extLst>
                          <a:ext uri="{FF2B5EF4-FFF2-40B4-BE49-F238E27FC236}">
                            <a16:creationId xmlns:a16="http://schemas.microsoft.com/office/drawing/2014/main" id="{1A0B5585-FA4C-4B54-811D-9B1215D0FA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57351"/>
                        <a:ext cx="7010400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7">
            <a:extLst>
              <a:ext uri="{FF2B5EF4-FFF2-40B4-BE49-F238E27FC236}">
                <a16:creationId xmlns:a16="http://schemas.microsoft.com/office/drawing/2014/main" id="{7D0DED23-6256-4093-90C1-1C9741662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609974"/>
            <a:ext cx="7924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>
                <a:ea typeface="宋体" panose="02010600030101010101" pitchFamily="2" charset="-122"/>
              </a:rPr>
              <a:t>In writing the Fourier series we may not be able to consider infinite number of terms for practical reasons.  The question therefore, is – how many terms to consider?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>
            <a:extLst>
              <a:ext uri="{FF2B5EF4-FFF2-40B4-BE49-F238E27FC236}">
                <a16:creationId xmlns:a16="http://schemas.microsoft.com/office/drawing/2014/main" id="{98D460B2-127C-4039-87C3-5AC93918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"/>
            <a:ext cx="8153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When we consider 4 terms as shown in the previous slide, the function looks like the following.</a:t>
            </a:r>
          </a:p>
        </p:txBody>
      </p:sp>
      <p:grpSp>
        <p:nvGrpSpPr>
          <p:cNvPr id="2" name="Group 91">
            <a:extLst>
              <a:ext uri="{FF2B5EF4-FFF2-40B4-BE49-F238E27FC236}">
                <a16:creationId xmlns:a16="http://schemas.microsoft.com/office/drawing/2014/main" id="{2F2637D5-E19C-47D5-B5D4-82B018C0864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828801"/>
            <a:ext cx="7531100" cy="4238625"/>
            <a:chOff x="192" y="1152"/>
            <a:chExt cx="4744" cy="2670"/>
          </a:xfrm>
        </p:grpSpPr>
        <p:sp>
          <p:nvSpPr>
            <p:cNvPr id="74756" name="Rectangle 10">
              <a:extLst>
                <a:ext uri="{FF2B5EF4-FFF2-40B4-BE49-F238E27FC236}">
                  <a16:creationId xmlns:a16="http://schemas.microsoft.com/office/drawing/2014/main" id="{6B226EF4-41C4-499A-8358-0C893F626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152"/>
              <a:ext cx="44" cy="26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74757" name="Rectangle 12">
              <a:extLst>
                <a:ext uri="{FF2B5EF4-FFF2-40B4-BE49-F238E27FC236}">
                  <a16:creationId xmlns:a16="http://schemas.microsoft.com/office/drawing/2014/main" id="{9898814C-87CE-47C9-B62B-078E9F061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152"/>
              <a:ext cx="53" cy="26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grpSp>
          <p:nvGrpSpPr>
            <p:cNvPr id="74758" name="Group 89">
              <a:extLst>
                <a:ext uri="{FF2B5EF4-FFF2-40B4-BE49-F238E27FC236}">
                  <a16:creationId xmlns:a16="http://schemas.microsoft.com/office/drawing/2014/main" id="{CD96F1C6-8750-4B56-8562-1671100C4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" y="1275"/>
              <a:ext cx="4199" cy="2480"/>
              <a:chOff x="464" y="1275"/>
              <a:chExt cx="4199" cy="2480"/>
            </a:xfrm>
          </p:grpSpPr>
          <p:sp>
            <p:nvSpPr>
              <p:cNvPr id="74760" name="Line 17">
                <a:extLst>
                  <a:ext uri="{FF2B5EF4-FFF2-40B4-BE49-F238E27FC236}">
                    <a16:creationId xmlns:a16="http://schemas.microsoft.com/office/drawing/2014/main" id="{021D59EA-6C6C-46C7-9EB5-8698396E5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1327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1" name="Line 18">
                <a:extLst>
                  <a:ext uri="{FF2B5EF4-FFF2-40B4-BE49-F238E27FC236}">
                    <a16:creationId xmlns:a16="http://schemas.microsoft.com/office/drawing/2014/main" id="{EFD1258F-7D49-4564-AC6D-101BFB671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3366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2" name="Line 19">
                <a:extLst>
                  <a:ext uri="{FF2B5EF4-FFF2-40B4-BE49-F238E27FC236}">
                    <a16:creationId xmlns:a16="http://schemas.microsoft.com/office/drawing/2014/main" id="{0F6219BE-486E-4613-A3D0-57D6BED27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1" y="1327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3" name="Line 20">
                <a:extLst>
                  <a:ext uri="{FF2B5EF4-FFF2-40B4-BE49-F238E27FC236}">
                    <a16:creationId xmlns:a16="http://schemas.microsoft.com/office/drawing/2014/main" id="{90D2CD61-0151-4FD2-AA5F-D53DC06B3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1" y="3366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4" name="Line 21">
                <a:extLst>
                  <a:ext uri="{FF2B5EF4-FFF2-40B4-BE49-F238E27FC236}">
                    <a16:creationId xmlns:a16="http://schemas.microsoft.com/office/drawing/2014/main" id="{48267378-45BF-42C1-93DD-7610D47B1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1327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5" name="Line 22">
                <a:extLst>
                  <a:ext uri="{FF2B5EF4-FFF2-40B4-BE49-F238E27FC236}">
                    <a16:creationId xmlns:a16="http://schemas.microsoft.com/office/drawing/2014/main" id="{0B5C0EA7-9BE3-4BC0-B934-8924296CE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3366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6" name="Line 23">
                <a:extLst>
                  <a:ext uri="{FF2B5EF4-FFF2-40B4-BE49-F238E27FC236}">
                    <a16:creationId xmlns:a16="http://schemas.microsoft.com/office/drawing/2014/main" id="{E54AD990-FDE2-44B1-B09F-722D7C6C7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" y="1327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7" name="Line 24">
                <a:extLst>
                  <a:ext uri="{FF2B5EF4-FFF2-40B4-BE49-F238E27FC236}">
                    <a16:creationId xmlns:a16="http://schemas.microsoft.com/office/drawing/2014/main" id="{90D70D49-02EA-48D4-97F3-00CE8ECA8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" y="3366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8" name="Line 25">
                <a:extLst>
                  <a:ext uri="{FF2B5EF4-FFF2-40B4-BE49-F238E27FC236}">
                    <a16:creationId xmlns:a16="http://schemas.microsoft.com/office/drawing/2014/main" id="{18BCE71F-23C1-449A-99C6-373856137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1327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9" name="Line 26">
                <a:extLst>
                  <a:ext uri="{FF2B5EF4-FFF2-40B4-BE49-F238E27FC236}">
                    <a16:creationId xmlns:a16="http://schemas.microsoft.com/office/drawing/2014/main" id="{490BC7C8-4FDF-4A0E-9E9F-6A51EA815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3366"/>
                <a:ext cx="1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0" name="Line 27">
                <a:extLst>
                  <a:ext uri="{FF2B5EF4-FFF2-40B4-BE49-F238E27FC236}">
                    <a16:creationId xmlns:a16="http://schemas.microsoft.com/office/drawing/2014/main" id="{A1C4E89C-036A-42A4-96E1-1BFEF9E08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3436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1" name="Line 28">
                <a:extLst>
                  <a:ext uri="{FF2B5EF4-FFF2-40B4-BE49-F238E27FC236}">
                    <a16:creationId xmlns:a16="http://schemas.microsoft.com/office/drawing/2014/main" id="{A35E5C87-905F-47B9-BA9C-EE217A4BD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36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2" name="Line 29">
                <a:extLst>
                  <a:ext uri="{FF2B5EF4-FFF2-40B4-BE49-F238E27FC236}">
                    <a16:creationId xmlns:a16="http://schemas.microsoft.com/office/drawing/2014/main" id="{3D9482E3-558E-475D-B094-CEC704D50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3085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3" name="Line 30">
                <a:extLst>
                  <a:ext uri="{FF2B5EF4-FFF2-40B4-BE49-F238E27FC236}">
                    <a16:creationId xmlns:a16="http://schemas.microsoft.com/office/drawing/2014/main" id="{0CD08C78-B4BE-413B-A95C-BD43061C8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085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4" name="Line 31">
                <a:extLst>
                  <a:ext uri="{FF2B5EF4-FFF2-40B4-BE49-F238E27FC236}">
                    <a16:creationId xmlns:a16="http://schemas.microsoft.com/office/drawing/2014/main" id="{6CA8D6F4-F6A0-4346-AF42-EADB868A6C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2733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5" name="Line 32">
                <a:extLst>
                  <a:ext uri="{FF2B5EF4-FFF2-40B4-BE49-F238E27FC236}">
                    <a16:creationId xmlns:a16="http://schemas.microsoft.com/office/drawing/2014/main" id="{E2633414-753A-47EC-8095-6E21B9913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2733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6" name="Line 33">
                <a:extLst>
                  <a:ext uri="{FF2B5EF4-FFF2-40B4-BE49-F238E27FC236}">
                    <a16:creationId xmlns:a16="http://schemas.microsoft.com/office/drawing/2014/main" id="{4CCD79F6-CD58-4E3B-B33D-FC9459202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2381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7" name="Line 34">
                <a:extLst>
                  <a:ext uri="{FF2B5EF4-FFF2-40B4-BE49-F238E27FC236}">
                    <a16:creationId xmlns:a16="http://schemas.microsoft.com/office/drawing/2014/main" id="{17D57FF0-A8C6-4D5B-87B4-FFA44489DC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2381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8" name="Line 35">
                <a:extLst>
                  <a:ext uri="{FF2B5EF4-FFF2-40B4-BE49-F238E27FC236}">
                    <a16:creationId xmlns:a16="http://schemas.microsoft.com/office/drawing/2014/main" id="{8B5984E8-A3F7-4851-A3BD-172378F5B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2030"/>
                <a:ext cx="70" cy="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9" name="Line 36">
                <a:extLst>
                  <a:ext uri="{FF2B5EF4-FFF2-40B4-BE49-F238E27FC236}">
                    <a16:creationId xmlns:a16="http://schemas.microsoft.com/office/drawing/2014/main" id="{2B521482-4EB3-45BE-8D38-6284C2F67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2030"/>
                <a:ext cx="70" cy="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0" name="Line 37">
                <a:extLst>
                  <a:ext uri="{FF2B5EF4-FFF2-40B4-BE49-F238E27FC236}">
                    <a16:creationId xmlns:a16="http://schemas.microsoft.com/office/drawing/2014/main" id="{C28F75E4-6013-4BAD-95FC-C0DE0A8C19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1679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1" name="Line 38">
                <a:extLst>
                  <a:ext uri="{FF2B5EF4-FFF2-40B4-BE49-F238E27FC236}">
                    <a16:creationId xmlns:a16="http://schemas.microsoft.com/office/drawing/2014/main" id="{5F1ACEFC-8B9D-4541-B7CB-3A048BAFF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1679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2" name="Line 39">
                <a:extLst>
                  <a:ext uri="{FF2B5EF4-FFF2-40B4-BE49-F238E27FC236}">
                    <a16:creationId xmlns:a16="http://schemas.microsoft.com/office/drawing/2014/main" id="{604DD3DD-0538-4EAE-A7DE-B07530AC7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" y="1327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3" name="Line 40">
                <a:extLst>
                  <a:ext uri="{FF2B5EF4-FFF2-40B4-BE49-F238E27FC236}">
                    <a16:creationId xmlns:a16="http://schemas.microsoft.com/office/drawing/2014/main" id="{39084E38-B8B6-46DC-B24C-11F82B744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1327"/>
                <a:ext cx="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4" name="Line 41">
                <a:extLst>
                  <a:ext uri="{FF2B5EF4-FFF2-40B4-BE49-F238E27FC236}">
                    <a16:creationId xmlns:a16="http://schemas.microsoft.com/office/drawing/2014/main" id="{144CC758-7F1B-4D7C-94CC-982880304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" y="3515"/>
                <a:ext cx="4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5" name="Rectangle 49">
                <a:extLst>
                  <a:ext uri="{FF2B5EF4-FFF2-40B4-BE49-F238E27FC236}">
                    <a16:creationId xmlns:a16="http://schemas.microsoft.com/office/drawing/2014/main" id="{7A738CE5-F98A-4F5A-9AF3-6F3FDFF7E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" y="3384"/>
                <a:ext cx="12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86" name="Line 50">
                <a:extLst>
                  <a:ext uri="{FF2B5EF4-FFF2-40B4-BE49-F238E27FC236}">
                    <a16:creationId xmlns:a16="http://schemas.microsoft.com/office/drawing/2014/main" id="{CC548E98-5106-4567-B2DB-3C5FE30B2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9" y="3085"/>
                <a:ext cx="44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7" name="Rectangle 51">
                <a:extLst>
                  <a:ext uri="{FF2B5EF4-FFF2-40B4-BE49-F238E27FC236}">
                    <a16:creationId xmlns:a16="http://schemas.microsoft.com/office/drawing/2014/main" id="{E386F008-EB61-4167-9F50-B560B76E1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" y="3032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88" name="Line 52">
                <a:extLst>
                  <a:ext uri="{FF2B5EF4-FFF2-40B4-BE49-F238E27FC236}">
                    <a16:creationId xmlns:a16="http://schemas.microsoft.com/office/drawing/2014/main" id="{997BFC6F-126B-4A8F-8727-D76BD91C1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733"/>
                <a:ext cx="4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89" name="Rectangle 53">
                <a:extLst>
                  <a:ext uri="{FF2B5EF4-FFF2-40B4-BE49-F238E27FC236}">
                    <a16:creationId xmlns:a16="http://schemas.microsoft.com/office/drawing/2014/main" id="{B83D83E2-9912-46AD-B9CC-17F63BADE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" y="2681"/>
                <a:ext cx="12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0" name="Rectangle 54">
                <a:extLst>
                  <a:ext uri="{FF2B5EF4-FFF2-40B4-BE49-F238E27FC236}">
                    <a16:creationId xmlns:a16="http://schemas.microsoft.com/office/drawing/2014/main" id="{F5B4FC02-C13B-4A05-A6DF-AC0EEF73E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0" y="2329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1" name="Rectangle 55">
                <a:extLst>
                  <a:ext uri="{FF2B5EF4-FFF2-40B4-BE49-F238E27FC236}">
                    <a16:creationId xmlns:a16="http://schemas.microsoft.com/office/drawing/2014/main" id="{AEC08E6F-3CF0-4D28-AC58-59A90625F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" y="1977"/>
                <a:ext cx="12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2" name="Rectangle 56">
                <a:extLst>
                  <a:ext uri="{FF2B5EF4-FFF2-40B4-BE49-F238E27FC236}">
                    <a16:creationId xmlns:a16="http://schemas.microsoft.com/office/drawing/2014/main" id="{44ECE235-776D-4EC2-B3F3-5C5F830B2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0" y="1627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3" name="Rectangle 57">
                <a:extLst>
                  <a:ext uri="{FF2B5EF4-FFF2-40B4-BE49-F238E27FC236}">
                    <a16:creationId xmlns:a16="http://schemas.microsoft.com/office/drawing/2014/main" id="{46ADD4F6-646F-4253-B5D2-0AF5A8929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" y="1275"/>
                <a:ext cx="12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4" name="Rectangle 58">
                <a:extLst>
                  <a:ext uri="{FF2B5EF4-FFF2-40B4-BE49-F238E27FC236}">
                    <a16:creationId xmlns:a16="http://schemas.microsoft.com/office/drawing/2014/main" id="{84A0B676-C836-4AEA-B7A2-F82E063AB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" y="1327"/>
                <a:ext cx="3697" cy="2109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4795" name="Freeform 59">
                <a:extLst>
                  <a:ext uri="{FF2B5EF4-FFF2-40B4-BE49-F238E27FC236}">
                    <a16:creationId xmlns:a16="http://schemas.microsoft.com/office/drawing/2014/main" id="{3504CB4E-62EB-49F6-A9A3-FB0C07E36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" y="1547"/>
                <a:ext cx="3696" cy="1661"/>
              </a:xfrm>
              <a:custGeom>
                <a:avLst/>
                <a:gdLst>
                  <a:gd name="T0" fmla="*/ 44 w 420"/>
                  <a:gd name="T1" fmla="*/ 44 h 189"/>
                  <a:gd name="T2" fmla="*/ 97 w 420"/>
                  <a:gd name="T3" fmla="*/ 773 h 189"/>
                  <a:gd name="T4" fmla="*/ 150 w 420"/>
                  <a:gd name="T5" fmla="*/ 1573 h 189"/>
                  <a:gd name="T6" fmla="*/ 202 w 420"/>
                  <a:gd name="T7" fmla="*/ 1573 h 189"/>
                  <a:gd name="T8" fmla="*/ 273 w 420"/>
                  <a:gd name="T9" fmla="*/ 1485 h 189"/>
                  <a:gd name="T10" fmla="*/ 343 w 420"/>
                  <a:gd name="T11" fmla="*/ 1573 h 189"/>
                  <a:gd name="T12" fmla="*/ 396 w 420"/>
                  <a:gd name="T13" fmla="*/ 1476 h 189"/>
                  <a:gd name="T14" fmla="*/ 475 w 420"/>
                  <a:gd name="T15" fmla="*/ 1591 h 189"/>
                  <a:gd name="T16" fmla="*/ 528 w 420"/>
                  <a:gd name="T17" fmla="*/ 1468 h 189"/>
                  <a:gd name="T18" fmla="*/ 581 w 420"/>
                  <a:gd name="T19" fmla="*/ 1591 h 189"/>
                  <a:gd name="T20" fmla="*/ 642 w 420"/>
                  <a:gd name="T21" fmla="*/ 1494 h 189"/>
                  <a:gd name="T22" fmla="*/ 695 w 420"/>
                  <a:gd name="T23" fmla="*/ 606 h 189"/>
                  <a:gd name="T24" fmla="*/ 748 w 420"/>
                  <a:gd name="T25" fmla="*/ 9 h 189"/>
                  <a:gd name="T26" fmla="*/ 801 w 420"/>
                  <a:gd name="T27" fmla="*/ 167 h 189"/>
                  <a:gd name="T28" fmla="*/ 862 w 420"/>
                  <a:gd name="T29" fmla="*/ 132 h 189"/>
                  <a:gd name="T30" fmla="*/ 933 w 420"/>
                  <a:gd name="T31" fmla="*/ 114 h 189"/>
                  <a:gd name="T32" fmla="*/ 994 w 420"/>
                  <a:gd name="T33" fmla="*/ 158 h 189"/>
                  <a:gd name="T34" fmla="*/ 1056 w 420"/>
                  <a:gd name="T35" fmla="*/ 79 h 189"/>
                  <a:gd name="T36" fmla="*/ 1118 w 420"/>
                  <a:gd name="T37" fmla="*/ 202 h 189"/>
                  <a:gd name="T38" fmla="*/ 1170 w 420"/>
                  <a:gd name="T39" fmla="*/ 26 h 189"/>
                  <a:gd name="T40" fmla="*/ 1232 w 420"/>
                  <a:gd name="T41" fmla="*/ 308 h 189"/>
                  <a:gd name="T42" fmla="*/ 1285 w 420"/>
                  <a:gd name="T43" fmla="*/ 1248 h 189"/>
                  <a:gd name="T44" fmla="*/ 1346 w 420"/>
                  <a:gd name="T45" fmla="*/ 1652 h 189"/>
                  <a:gd name="T46" fmla="*/ 1399 w 420"/>
                  <a:gd name="T47" fmla="*/ 1468 h 189"/>
                  <a:gd name="T48" fmla="*/ 1452 w 420"/>
                  <a:gd name="T49" fmla="*/ 1556 h 189"/>
                  <a:gd name="T50" fmla="*/ 1522 w 420"/>
                  <a:gd name="T51" fmla="*/ 1520 h 189"/>
                  <a:gd name="T52" fmla="*/ 1593 w 420"/>
                  <a:gd name="T53" fmla="*/ 1547 h 189"/>
                  <a:gd name="T54" fmla="*/ 1663 w 420"/>
                  <a:gd name="T55" fmla="*/ 1529 h 189"/>
                  <a:gd name="T56" fmla="*/ 1725 w 420"/>
                  <a:gd name="T57" fmla="*/ 1494 h 189"/>
                  <a:gd name="T58" fmla="*/ 1778 w 420"/>
                  <a:gd name="T59" fmla="*/ 1652 h 189"/>
                  <a:gd name="T60" fmla="*/ 1830 w 420"/>
                  <a:gd name="T61" fmla="*/ 1046 h 189"/>
                  <a:gd name="T62" fmla="*/ 1883 w 420"/>
                  <a:gd name="T63" fmla="*/ 167 h 189"/>
                  <a:gd name="T64" fmla="*/ 1945 w 420"/>
                  <a:gd name="T65" fmla="*/ 70 h 189"/>
                  <a:gd name="T66" fmla="*/ 2006 w 420"/>
                  <a:gd name="T67" fmla="*/ 193 h 189"/>
                  <a:gd name="T68" fmla="*/ 2059 w 420"/>
                  <a:gd name="T69" fmla="*/ 70 h 189"/>
                  <a:gd name="T70" fmla="*/ 2130 w 420"/>
                  <a:gd name="T71" fmla="*/ 185 h 189"/>
                  <a:gd name="T72" fmla="*/ 2200 w 420"/>
                  <a:gd name="T73" fmla="*/ 70 h 189"/>
                  <a:gd name="T74" fmla="*/ 2262 w 420"/>
                  <a:gd name="T75" fmla="*/ 185 h 189"/>
                  <a:gd name="T76" fmla="*/ 2323 w 420"/>
                  <a:gd name="T77" fmla="*/ 88 h 189"/>
                  <a:gd name="T78" fmla="*/ 2376 w 420"/>
                  <a:gd name="T79" fmla="*/ 123 h 189"/>
                  <a:gd name="T80" fmla="*/ 2429 w 420"/>
                  <a:gd name="T81" fmla="*/ 967 h 189"/>
                  <a:gd name="T82" fmla="*/ 2482 w 420"/>
                  <a:gd name="T83" fmla="*/ 1635 h 189"/>
                  <a:gd name="T84" fmla="*/ 2543 w 420"/>
                  <a:gd name="T85" fmla="*/ 1512 h 189"/>
                  <a:gd name="T86" fmla="*/ 2605 w 420"/>
                  <a:gd name="T87" fmla="*/ 1512 h 189"/>
                  <a:gd name="T88" fmla="*/ 2666 w 420"/>
                  <a:gd name="T89" fmla="*/ 1564 h 189"/>
                  <a:gd name="T90" fmla="*/ 2728 w 420"/>
                  <a:gd name="T91" fmla="*/ 1494 h 189"/>
                  <a:gd name="T92" fmla="*/ 2798 w 420"/>
                  <a:gd name="T93" fmla="*/ 1591 h 189"/>
                  <a:gd name="T94" fmla="*/ 2851 w 420"/>
                  <a:gd name="T95" fmla="*/ 1468 h 189"/>
                  <a:gd name="T96" fmla="*/ 2904 w 420"/>
                  <a:gd name="T97" fmla="*/ 1599 h 189"/>
                  <a:gd name="T98" fmla="*/ 2966 w 420"/>
                  <a:gd name="T99" fmla="*/ 1459 h 189"/>
                  <a:gd name="T100" fmla="*/ 3018 w 420"/>
                  <a:gd name="T101" fmla="*/ 562 h 189"/>
                  <a:gd name="T102" fmla="*/ 3071 w 420"/>
                  <a:gd name="T103" fmla="*/ 0 h 189"/>
                  <a:gd name="T104" fmla="*/ 3133 w 420"/>
                  <a:gd name="T105" fmla="*/ 176 h 189"/>
                  <a:gd name="T106" fmla="*/ 3194 w 420"/>
                  <a:gd name="T107" fmla="*/ 114 h 189"/>
                  <a:gd name="T108" fmla="*/ 3256 w 420"/>
                  <a:gd name="T109" fmla="*/ 123 h 189"/>
                  <a:gd name="T110" fmla="*/ 3326 w 420"/>
                  <a:gd name="T111" fmla="*/ 141 h 189"/>
                  <a:gd name="T112" fmla="*/ 3397 w 420"/>
                  <a:gd name="T113" fmla="*/ 114 h 189"/>
                  <a:gd name="T114" fmla="*/ 3458 w 420"/>
                  <a:gd name="T115" fmla="*/ 176 h 189"/>
                  <a:gd name="T116" fmla="*/ 3520 w 420"/>
                  <a:gd name="T117" fmla="*/ 0 h 189"/>
                  <a:gd name="T118" fmla="*/ 3573 w 420"/>
                  <a:gd name="T119" fmla="*/ 536 h 189"/>
                  <a:gd name="T120" fmla="*/ 3626 w 420"/>
                  <a:gd name="T121" fmla="*/ 1441 h 189"/>
                  <a:gd name="T122" fmla="*/ 3678 w 420"/>
                  <a:gd name="T123" fmla="*/ 1626 h 18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420"/>
                  <a:gd name="T187" fmla="*/ 0 h 189"/>
                  <a:gd name="T188" fmla="*/ 420 w 420"/>
                  <a:gd name="T189" fmla="*/ 189 h 18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420" h="189">
                    <a:moveTo>
                      <a:pt x="0" y="11"/>
                    </a:moveTo>
                    <a:lnTo>
                      <a:pt x="0" y="10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7" y="15"/>
                    </a:lnTo>
                    <a:lnTo>
                      <a:pt x="7" y="20"/>
                    </a:lnTo>
                    <a:lnTo>
                      <a:pt x="7" y="25"/>
                    </a:lnTo>
                    <a:lnTo>
                      <a:pt x="8" y="30"/>
                    </a:lnTo>
                    <a:lnTo>
                      <a:pt x="8" y="36"/>
                    </a:lnTo>
                    <a:lnTo>
                      <a:pt x="9" y="43"/>
                    </a:lnTo>
                    <a:lnTo>
                      <a:pt x="9" y="50"/>
                    </a:lnTo>
                    <a:lnTo>
                      <a:pt x="10" y="57"/>
                    </a:lnTo>
                    <a:lnTo>
                      <a:pt x="10" y="64"/>
                    </a:lnTo>
                    <a:lnTo>
                      <a:pt x="10" y="72"/>
                    </a:lnTo>
                    <a:lnTo>
                      <a:pt x="11" y="80"/>
                    </a:lnTo>
                    <a:lnTo>
                      <a:pt x="11" y="88"/>
                    </a:lnTo>
                    <a:lnTo>
                      <a:pt x="12" y="96"/>
                    </a:lnTo>
                    <a:lnTo>
                      <a:pt x="12" y="105"/>
                    </a:lnTo>
                    <a:lnTo>
                      <a:pt x="13" y="113"/>
                    </a:lnTo>
                    <a:lnTo>
                      <a:pt x="13" y="121"/>
                    </a:lnTo>
                    <a:lnTo>
                      <a:pt x="13" y="128"/>
                    </a:lnTo>
                    <a:lnTo>
                      <a:pt x="14" y="136"/>
                    </a:lnTo>
                    <a:lnTo>
                      <a:pt x="14" y="143"/>
                    </a:lnTo>
                    <a:lnTo>
                      <a:pt x="15" y="149"/>
                    </a:lnTo>
                    <a:lnTo>
                      <a:pt x="15" y="156"/>
                    </a:lnTo>
                    <a:lnTo>
                      <a:pt x="15" y="161"/>
                    </a:lnTo>
                    <a:lnTo>
                      <a:pt x="16" y="167"/>
                    </a:lnTo>
                    <a:lnTo>
                      <a:pt x="16" y="171"/>
                    </a:lnTo>
                    <a:lnTo>
                      <a:pt x="17" y="175"/>
                    </a:lnTo>
                    <a:lnTo>
                      <a:pt x="17" y="179"/>
                    </a:lnTo>
                    <a:lnTo>
                      <a:pt x="18" y="182"/>
                    </a:lnTo>
                    <a:lnTo>
                      <a:pt x="18" y="185"/>
                    </a:lnTo>
                    <a:lnTo>
                      <a:pt x="18" y="187"/>
                    </a:lnTo>
                    <a:lnTo>
                      <a:pt x="19" y="188"/>
                    </a:lnTo>
                    <a:lnTo>
                      <a:pt x="19" y="189"/>
                    </a:lnTo>
                    <a:lnTo>
                      <a:pt x="20" y="189"/>
                    </a:lnTo>
                    <a:lnTo>
                      <a:pt x="21" y="189"/>
                    </a:lnTo>
                    <a:lnTo>
                      <a:pt x="21" y="188"/>
                    </a:lnTo>
                    <a:lnTo>
                      <a:pt x="21" y="187"/>
                    </a:lnTo>
                    <a:lnTo>
                      <a:pt x="22" y="185"/>
                    </a:lnTo>
                    <a:lnTo>
                      <a:pt x="22" y="184"/>
                    </a:lnTo>
                    <a:lnTo>
                      <a:pt x="23" y="182"/>
                    </a:lnTo>
                    <a:lnTo>
                      <a:pt x="23" y="180"/>
                    </a:lnTo>
                    <a:lnTo>
                      <a:pt x="23" y="179"/>
                    </a:lnTo>
                    <a:lnTo>
                      <a:pt x="24" y="177"/>
                    </a:lnTo>
                    <a:lnTo>
                      <a:pt x="24" y="175"/>
                    </a:lnTo>
                    <a:lnTo>
                      <a:pt x="25" y="173"/>
                    </a:lnTo>
                    <a:lnTo>
                      <a:pt x="25" y="172"/>
                    </a:lnTo>
                    <a:lnTo>
                      <a:pt x="26" y="170"/>
                    </a:lnTo>
                    <a:lnTo>
                      <a:pt x="26" y="169"/>
                    </a:lnTo>
                    <a:lnTo>
                      <a:pt x="26" y="168"/>
                    </a:lnTo>
                    <a:lnTo>
                      <a:pt x="27" y="167"/>
                    </a:lnTo>
                    <a:lnTo>
                      <a:pt x="27" y="166"/>
                    </a:lnTo>
                    <a:lnTo>
                      <a:pt x="28" y="166"/>
                    </a:lnTo>
                    <a:lnTo>
                      <a:pt x="29" y="166"/>
                    </a:lnTo>
                    <a:lnTo>
                      <a:pt x="29" y="167"/>
                    </a:lnTo>
                    <a:lnTo>
                      <a:pt x="30" y="168"/>
                    </a:lnTo>
                    <a:lnTo>
                      <a:pt x="31" y="169"/>
                    </a:lnTo>
                    <a:lnTo>
                      <a:pt x="31" y="170"/>
                    </a:lnTo>
                    <a:lnTo>
                      <a:pt x="31" y="172"/>
                    </a:lnTo>
                    <a:lnTo>
                      <a:pt x="32" y="173"/>
                    </a:lnTo>
                    <a:lnTo>
                      <a:pt x="32" y="174"/>
                    </a:lnTo>
                    <a:lnTo>
                      <a:pt x="33" y="175"/>
                    </a:lnTo>
                    <a:lnTo>
                      <a:pt x="33" y="176"/>
                    </a:lnTo>
                    <a:lnTo>
                      <a:pt x="34" y="178"/>
                    </a:lnTo>
                    <a:lnTo>
                      <a:pt x="34" y="179"/>
                    </a:lnTo>
                    <a:lnTo>
                      <a:pt x="35" y="180"/>
                    </a:lnTo>
                    <a:lnTo>
                      <a:pt x="35" y="181"/>
                    </a:lnTo>
                    <a:lnTo>
                      <a:pt x="36" y="181"/>
                    </a:lnTo>
                    <a:lnTo>
                      <a:pt x="37" y="181"/>
                    </a:lnTo>
                    <a:lnTo>
                      <a:pt x="38" y="180"/>
                    </a:lnTo>
                    <a:lnTo>
                      <a:pt x="39" y="179"/>
                    </a:lnTo>
                    <a:lnTo>
                      <a:pt x="39" y="178"/>
                    </a:lnTo>
                    <a:lnTo>
                      <a:pt x="39" y="177"/>
                    </a:lnTo>
                    <a:lnTo>
                      <a:pt x="40" y="176"/>
                    </a:lnTo>
                    <a:lnTo>
                      <a:pt x="40" y="175"/>
                    </a:lnTo>
                    <a:lnTo>
                      <a:pt x="41" y="174"/>
                    </a:lnTo>
                    <a:lnTo>
                      <a:pt x="41" y="173"/>
                    </a:lnTo>
                    <a:lnTo>
                      <a:pt x="42" y="172"/>
                    </a:lnTo>
                    <a:lnTo>
                      <a:pt x="42" y="171"/>
                    </a:lnTo>
                    <a:lnTo>
                      <a:pt x="42" y="170"/>
                    </a:lnTo>
                    <a:lnTo>
                      <a:pt x="43" y="170"/>
                    </a:lnTo>
                    <a:lnTo>
                      <a:pt x="43" y="169"/>
                    </a:lnTo>
                    <a:lnTo>
                      <a:pt x="44" y="169"/>
                    </a:lnTo>
                    <a:lnTo>
                      <a:pt x="44" y="168"/>
                    </a:lnTo>
                    <a:lnTo>
                      <a:pt x="45" y="168"/>
                    </a:lnTo>
                    <a:lnTo>
                      <a:pt x="46" y="169"/>
                    </a:lnTo>
                    <a:lnTo>
                      <a:pt x="47" y="170"/>
                    </a:lnTo>
                    <a:lnTo>
                      <a:pt x="47" y="171"/>
                    </a:lnTo>
                    <a:lnTo>
                      <a:pt x="47" y="172"/>
                    </a:lnTo>
                    <a:lnTo>
                      <a:pt x="48" y="173"/>
                    </a:lnTo>
                    <a:lnTo>
                      <a:pt x="49" y="175"/>
                    </a:lnTo>
                    <a:lnTo>
                      <a:pt x="49" y="176"/>
                    </a:lnTo>
                    <a:lnTo>
                      <a:pt x="49" y="177"/>
                    </a:lnTo>
                    <a:lnTo>
                      <a:pt x="50" y="178"/>
                    </a:lnTo>
                    <a:lnTo>
                      <a:pt x="51" y="179"/>
                    </a:lnTo>
                    <a:lnTo>
                      <a:pt x="51" y="180"/>
                    </a:lnTo>
                    <a:lnTo>
                      <a:pt x="52" y="181"/>
                    </a:lnTo>
                    <a:lnTo>
                      <a:pt x="53" y="181"/>
                    </a:lnTo>
                    <a:lnTo>
                      <a:pt x="54" y="181"/>
                    </a:lnTo>
                    <a:lnTo>
                      <a:pt x="54" y="180"/>
                    </a:lnTo>
                    <a:lnTo>
                      <a:pt x="55" y="180"/>
                    </a:lnTo>
                    <a:lnTo>
                      <a:pt x="55" y="179"/>
                    </a:lnTo>
                    <a:lnTo>
                      <a:pt x="55" y="178"/>
                    </a:lnTo>
                    <a:lnTo>
                      <a:pt x="56" y="177"/>
                    </a:lnTo>
                    <a:lnTo>
                      <a:pt x="56" y="176"/>
                    </a:lnTo>
                    <a:lnTo>
                      <a:pt x="57" y="175"/>
                    </a:lnTo>
                    <a:lnTo>
                      <a:pt x="57" y="174"/>
                    </a:lnTo>
                    <a:lnTo>
                      <a:pt x="57" y="172"/>
                    </a:lnTo>
                    <a:lnTo>
                      <a:pt x="58" y="171"/>
                    </a:lnTo>
                    <a:lnTo>
                      <a:pt x="58" y="170"/>
                    </a:lnTo>
                    <a:lnTo>
                      <a:pt x="59" y="169"/>
                    </a:lnTo>
                    <a:lnTo>
                      <a:pt x="59" y="168"/>
                    </a:lnTo>
                    <a:lnTo>
                      <a:pt x="60" y="167"/>
                    </a:lnTo>
                    <a:lnTo>
                      <a:pt x="60" y="166"/>
                    </a:lnTo>
                    <a:lnTo>
                      <a:pt x="61" y="166"/>
                    </a:lnTo>
                    <a:lnTo>
                      <a:pt x="62" y="166"/>
                    </a:lnTo>
                    <a:lnTo>
                      <a:pt x="62" y="167"/>
                    </a:lnTo>
                    <a:lnTo>
                      <a:pt x="63" y="167"/>
                    </a:lnTo>
                    <a:lnTo>
                      <a:pt x="63" y="168"/>
                    </a:lnTo>
                    <a:lnTo>
                      <a:pt x="63" y="169"/>
                    </a:lnTo>
                    <a:lnTo>
                      <a:pt x="64" y="171"/>
                    </a:lnTo>
                    <a:lnTo>
                      <a:pt x="64" y="172"/>
                    </a:lnTo>
                    <a:lnTo>
                      <a:pt x="65" y="174"/>
                    </a:lnTo>
                    <a:lnTo>
                      <a:pt x="65" y="176"/>
                    </a:lnTo>
                    <a:lnTo>
                      <a:pt x="65" y="177"/>
                    </a:lnTo>
                    <a:lnTo>
                      <a:pt x="66" y="179"/>
                    </a:lnTo>
                    <a:lnTo>
                      <a:pt x="66" y="181"/>
                    </a:lnTo>
                    <a:lnTo>
                      <a:pt x="67" y="183"/>
                    </a:lnTo>
                    <a:lnTo>
                      <a:pt x="67" y="185"/>
                    </a:lnTo>
                    <a:lnTo>
                      <a:pt x="68" y="186"/>
                    </a:lnTo>
                    <a:lnTo>
                      <a:pt x="68" y="187"/>
                    </a:lnTo>
                    <a:lnTo>
                      <a:pt x="68" y="188"/>
                    </a:lnTo>
                    <a:lnTo>
                      <a:pt x="69" y="189"/>
                    </a:lnTo>
                    <a:lnTo>
                      <a:pt x="70" y="189"/>
                    </a:lnTo>
                    <a:lnTo>
                      <a:pt x="70" y="187"/>
                    </a:lnTo>
                    <a:lnTo>
                      <a:pt x="71" y="186"/>
                    </a:lnTo>
                    <a:lnTo>
                      <a:pt x="71" y="184"/>
                    </a:lnTo>
                    <a:lnTo>
                      <a:pt x="72" y="181"/>
                    </a:lnTo>
                    <a:lnTo>
                      <a:pt x="72" y="178"/>
                    </a:lnTo>
                    <a:lnTo>
                      <a:pt x="73" y="174"/>
                    </a:lnTo>
                    <a:lnTo>
                      <a:pt x="73" y="170"/>
                    </a:lnTo>
                    <a:lnTo>
                      <a:pt x="73" y="165"/>
                    </a:lnTo>
                    <a:lnTo>
                      <a:pt x="74" y="159"/>
                    </a:lnTo>
                    <a:lnTo>
                      <a:pt x="74" y="153"/>
                    </a:lnTo>
                    <a:lnTo>
                      <a:pt x="75" y="147"/>
                    </a:lnTo>
                    <a:lnTo>
                      <a:pt x="75" y="140"/>
                    </a:lnTo>
                    <a:lnTo>
                      <a:pt x="76" y="133"/>
                    </a:lnTo>
                    <a:lnTo>
                      <a:pt x="76" y="125"/>
                    </a:lnTo>
                    <a:lnTo>
                      <a:pt x="76" y="117"/>
                    </a:lnTo>
                    <a:lnTo>
                      <a:pt x="77" y="109"/>
                    </a:lnTo>
                    <a:lnTo>
                      <a:pt x="77" y="101"/>
                    </a:lnTo>
                    <a:lnTo>
                      <a:pt x="78" y="93"/>
                    </a:lnTo>
                    <a:lnTo>
                      <a:pt x="78" y="85"/>
                    </a:lnTo>
                    <a:lnTo>
                      <a:pt x="78" y="77"/>
                    </a:lnTo>
                    <a:lnTo>
                      <a:pt x="79" y="69"/>
                    </a:lnTo>
                    <a:lnTo>
                      <a:pt x="79" y="61"/>
                    </a:lnTo>
                    <a:lnTo>
                      <a:pt x="80" y="54"/>
                    </a:lnTo>
                    <a:lnTo>
                      <a:pt x="80" y="47"/>
                    </a:lnTo>
                    <a:lnTo>
                      <a:pt x="81" y="40"/>
                    </a:lnTo>
                    <a:lnTo>
                      <a:pt x="81" y="34"/>
                    </a:lnTo>
                    <a:lnTo>
                      <a:pt x="81" y="28"/>
                    </a:lnTo>
                    <a:lnTo>
                      <a:pt x="82" y="23"/>
                    </a:lnTo>
                    <a:lnTo>
                      <a:pt x="82" y="18"/>
                    </a:lnTo>
                    <a:lnTo>
                      <a:pt x="83" y="14"/>
                    </a:lnTo>
                    <a:lnTo>
                      <a:pt x="83" y="10"/>
                    </a:lnTo>
                    <a:lnTo>
                      <a:pt x="84" y="7"/>
                    </a:lnTo>
                    <a:lnTo>
                      <a:pt x="84" y="5"/>
                    </a:lnTo>
                    <a:lnTo>
                      <a:pt x="84" y="3"/>
                    </a:lnTo>
                    <a:lnTo>
                      <a:pt x="85" y="1"/>
                    </a:lnTo>
                    <a:lnTo>
                      <a:pt x="85" y="0"/>
                    </a:lnTo>
                    <a:lnTo>
                      <a:pt x="86" y="0"/>
                    </a:lnTo>
                    <a:lnTo>
                      <a:pt x="87" y="1"/>
                    </a:lnTo>
                    <a:lnTo>
                      <a:pt x="87" y="2"/>
                    </a:lnTo>
                    <a:lnTo>
                      <a:pt x="88" y="3"/>
                    </a:lnTo>
                    <a:lnTo>
                      <a:pt x="88" y="5"/>
                    </a:lnTo>
                    <a:lnTo>
                      <a:pt x="89" y="7"/>
                    </a:lnTo>
                    <a:lnTo>
                      <a:pt x="89" y="8"/>
                    </a:lnTo>
                    <a:lnTo>
                      <a:pt x="89" y="10"/>
                    </a:lnTo>
                    <a:lnTo>
                      <a:pt x="90" y="12"/>
                    </a:lnTo>
                    <a:lnTo>
                      <a:pt x="90" y="14"/>
                    </a:lnTo>
                    <a:lnTo>
                      <a:pt x="91" y="16"/>
                    </a:lnTo>
                    <a:lnTo>
                      <a:pt x="91" y="17"/>
                    </a:lnTo>
                    <a:lnTo>
                      <a:pt x="91" y="19"/>
                    </a:lnTo>
                    <a:lnTo>
                      <a:pt x="92" y="20"/>
                    </a:lnTo>
                    <a:lnTo>
                      <a:pt x="92" y="21"/>
                    </a:lnTo>
                    <a:lnTo>
                      <a:pt x="93" y="22"/>
                    </a:lnTo>
                    <a:lnTo>
                      <a:pt x="93" y="23"/>
                    </a:lnTo>
                    <a:lnTo>
                      <a:pt x="94" y="23"/>
                    </a:lnTo>
                    <a:lnTo>
                      <a:pt x="95" y="23"/>
                    </a:lnTo>
                    <a:lnTo>
                      <a:pt x="95" y="22"/>
                    </a:lnTo>
                    <a:lnTo>
                      <a:pt x="96" y="22"/>
                    </a:lnTo>
                    <a:lnTo>
                      <a:pt x="96" y="21"/>
                    </a:lnTo>
                    <a:lnTo>
                      <a:pt x="97" y="20"/>
                    </a:lnTo>
                    <a:lnTo>
                      <a:pt x="97" y="19"/>
                    </a:lnTo>
                    <a:lnTo>
                      <a:pt x="97" y="17"/>
                    </a:lnTo>
                    <a:lnTo>
                      <a:pt x="98" y="16"/>
                    </a:lnTo>
                    <a:lnTo>
                      <a:pt x="98" y="15"/>
                    </a:lnTo>
                    <a:lnTo>
                      <a:pt x="99" y="14"/>
                    </a:lnTo>
                    <a:lnTo>
                      <a:pt x="99" y="13"/>
                    </a:lnTo>
                    <a:lnTo>
                      <a:pt x="99" y="12"/>
                    </a:lnTo>
                    <a:lnTo>
                      <a:pt x="100" y="11"/>
                    </a:lnTo>
                    <a:lnTo>
                      <a:pt x="100" y="10"/>
                    </a:lnTo>
                    <a:lnTo>
                      <a:pt x="101" y="9"/>
                    </a:lnTo>
                    <a:lnTo>
                      <a:pt x="101" y="8"/>
                    </a:lnTo>
                    <a:lnTo>
                      <a:pt x="102" y="8"/>
                    </a:lnTo>
                    <a:lnTo>
                      <a:pt x="103" y="8"/>
                    </a:lnTo>
                    <a:lnTo>
                      <a:pt x="104" y="9"/>
                    </a:lnTo>
                    <a:lnTo>
                      <a:pt x="105" y="10"/>
                    </a:lnTo>
                    <a:lnTo>
                      <a:pt x="105" y="11"/>
                    </a:lnTo>
                    <a:lnTo>
                      <a:pt x="105" y="12"/>
                    </a:lnTo>
                    <a:lnTo>
                      <a:pt x="106" y="13"/>
                    </a:lnTo>
                    <a:lnTo>
                      <a:pt x="106" y="14"/>
                    </a:lnTo>
                    <a:lnTo>
                      <a:pt x="107" y="15"/>
                    </a:lnTo>
                    <a:lnTo>
                      <a:pt x="107" y="16"/>
                    </a:lnTo>
                    <a:lnTo>
                      <a:pt x="107" y="17"/>
                    </a:lnTo>
                    <a:lnTo>
                      <a:pt x="108" y="18"/>
                    </a:lnTo>
                    <a:lnTo>
                      <a:pt x="108" y="19"/>
                    </a:lnTo>
                    <a:lnTo>
                      <a:pt x="109" y="19"/>
                    </a:lnTo>
                    <a:lnTo>
                      <a:pt x="109" y="20"/>
                    </a:lnTo>
                    <a:lnTo>
                      <a:pt x="110" y="20"/>
                    </a:lnTo>
                    <a:lnTo>
                      <a:pt x="110" y="21"/>
                    </a:lnTo>
                    <a:lnTo>
                      <a:pt x="111" y="21"/>
                    </a:lnTo>
                    <a:lnTo>
                      <a:pt x="112" y="20"/>
                    </a:lnTo>
                    <a:lnTo>
                      <a:pt x="112" y="19"/>
                    </a:lnTo>
                    <a:lnTo>
                      <a:pt x="113" y="18"/>
                    </a:lnTo>
                    <a:lnTo>
                      <a:pt x="114" y="17"/>
                    </a:lnTo>
                    <a:lnTo>
                      <a:pt x="114" y="16"/>
                    </a:lnTo>
                    <a:lnTo>
                      <a:pt x="115" y="15"/>
                    </a:lnTo>
                    <a:lnTo>
                      <a:pt x="115" y="14"/>
                    </a:lnTo>
                    <a:lnTo>
                      <a:pt x="115" y="12"/>
                    </a:lnTo>
                    <a:lnTo>
                      <a:pt x="116" y="12"/>
                    </a:lnTo>
                    <a:lnTo>
                      <a:pt x="116" y="11"/>
                    </a:lnTo>
                    <a:lnTo>
                      <a:pt x="117" y="10"/>
                    </a:lnTo>
                    <a:lnTo>
                      <a:pt x="117" y="9"/>
                    </a:lnTo>
                    <a:lnTo>
                      <a:pt x="118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0" y="9"/>
                    </a:lnTo>
                    <a:lnTo>
                      <a:pt x="121" y="10"/>
                    </a:lnTo>
                    <a:lnTo>
                      <a:pt x="121" y="11"/>
                    </a:lnTo>
                    <a:lnTo>
                      <a:pt x="122" y="12"/>
                    </a:lnTo>
                    <a:lnTo>
                      <a:pt x="122" y="13"/>
                    </a:lnTo>
                    <a:lnTo>
                      <a:pt x="123" y="14"/>
                    </a:lnTo>
                    <a:lnTo>
                      <a:pt x="123" y="15"/>
                    </a:lnTo>
                    <a:lnTo>
                      <a:pt x="123" y="17"/>
                    </a:lnTo>
                    <a:lnTo>
                      <a:pt x="124" y="18"/>
                    </a:lnTo>
                    <a:lnTo>
                      <a:pt x="124" y="19"/>
                    </a:lnTo>
                    <a:lnTo>
                      <a:pt x="125" y="20"/>
                    </a:lnTo>
                    <a:lnTo>
                      <a:pt x="125" y="21"/>
                    </a:lnTo>
                    <a:lnTo>
                      <a:pt x="126" y="22"/>
                    </a:lnTo>
                    <a:lnTo>
                      <a:pt x="126" y="23"/>
                    </a:lnTo>
                    <a:lnTo>
                      <a:pt x="127" y="23"/>
                    </a:lnTo>
                    <a:lnTo>
                      <a:pt x="128" y="23"/>
                    </a:lnTo>
                    <a:lnTo>
                      <a:pt x="128" y="22"/>
                    </a:lnTo>
                    <a:lnTo>
                      <a:pt x="129" y="21"/>
                    </a:lnTo>
                    <a:lnTo>
                      <a:pt x="129" y="20"/>
                    </a:lnTo>
                    <a:lnTo>
                      <a:pt x="130" y="18"/>
                    </a:lnTo>
                    <a:lnTo>
                      <a:pt x="130" y="17"/>
                    </a:lnTo>
                    <a:lnTo>
                      <a:pt x="131" y="15"/>
                    </a:lnTo>
                    <a:lnTo>
                      <a:pt x="131" y="14"/>
                    </a:lnTo>
                    <a:lnTo>
                      <a:pt x="131" y="12"/>
                    </a:lnTo>
                    <a:lnTo>
                      <a:pt x="132" y="10"/>
                    </a:lnTo>
                    <a:lnTo>
                      <a:pt x="132" y="8"/>
                    </a:lnTo>
                    <a:lnTo>
                      <a:pt x="133" y="6"/>
                    </a:lnTo>
                    <a:lnTo>
                      <a:pt x="133" y="5"/>
                    </a:lnTo>
                    <a:lnTo>
                      <a:pt x="133" y="3"/>
                    </a:lnTo>
                    <a:lnTo>
                      <a:pt x="134" y="2"/>
                    </a:lnTo>
                    <a:lnTo>
                      <a:pt x="134" y="1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6" y="1"/>
                    </a:lnTo>
                    <a:lnTo>
                      <a:pt x="137" y="3"/>
                    </a:lnTo>
                    <a:lnTo>
                      <a:pt x="137" y="5"/>
                    </a:lnTo>
                    <a:lnTo>
                      <a:pt x="138" y="8"/>
                    </a:lnTo>
                    <a:lnTo>
                      <a:pt x="138" y="11"/>
                    </a:lnTo>
                    <a:lnTo>
                      <a:pt x="139" y="15"/>
                    </a:lnTo>
                    <a:lnTo>
                      <a:pt x="139" y="19"/>
                    </a:lnTo>
                    <a:lnTo>
                      <a:pt x="139" y="24"/>
                    </a:lnTo>
                    <a:lnTo>
                      <a:pt x="140" y="29"/>
                    </a:lnTo>
                    <a:lnTo>
                      <a:pt x="140" y="35"/>
                    </a:lnTo>
                    <a:lnTo>
                      <a:pt x="141" y="42"/>
                    </a:lnTo>
                    <a:lnTo>
                      <a:pt x="141" y="49"/>
                    </a:lnTo>
                    <a:lnTo>
                      <a:pt x="141" y="56"/>
                    </a:lnTo>
                    <a:lnTo>
                      <a:pt x="142" y="63"/>
                    </a:lnTo>
                    <a:lnTo>
                      <a:pt x="142" y="71"/>
                    </a:lnTo>
                    <a:lnTo>
                      <a:pt x="143" y="79"/>
                    </a:lnTo>
                    <a:lnTo>
                      <a:pt x="143" y="87"/>
                    </a:lnTo>
                    <a:lnTo>
                      <a:pt x="144" y="95"/>
                    </a:lnTo>
                    <a:lnTo>
                      <a:pt x="144" y="103"/>
                    </a:lnTo>
                    <a:lnTo>
                      <a:pt x="144" y="111"/>
                    </a:lnTo>
                    <a:lnTo>
                      <a:pt x="145" y="119"/>
                    </a:lnTo>
                    <a:lnTo>
                      <a:pt x="145" y="127"/>
                    </a:lnTo>
                    <a:lnTo>
                      <a:pt x="146" y="134"/>
                    </a:lnTo>
                    <a:lnTo>
                      <a:pt x="146" y="142"/>
                    </a:lnTo>
                    <a:lnTo>
                      <a:pt x="147" y="148"/>
                    </a:lnTo>
                    <a:lnTo>
                      <a:pt x="147" y="155"/>
                    </a:lnTo>
                    <a:lnTo>
                      <a:pt x="147" y="160"/>
                    </a:lnTo>
                    <a:lnTo>
                      <a:pt x="148" y="166"/>
                    </a:lnTo>
                    <a:lnTo>
                      <a:pt x="148" y="171"/>
                    </a:lnTo>
                    <a:lnTo>
                      <a:pt x="149" y="175"/>
                    </a:lnTo>
                    <a:lnTo>
                      <a:pt x="149" y="179"/>
                    </a:lnTo>
                    <a:lnTo>
                      <a:pt x="149" y="182"/>
                    </a:lnTo>
                    <a:lnTo>
                      <a:pt x="150" y="184"/>
                    </a:lnTo>
                    <a:lnTo>
                      <a:pt x="150" y="186"/>
                    </a:lnTo>
                    <a:lnTo>
                      <a:pt x="151" y="188"/>
                    </a:lnTo>
                    <a:lnTo>
                      <a:pt x="151" y="189"/>
                    </a:lnTo>
                    <a:lnTo>
                      <a:pt x="152" y="189"/>
                    </a:lnTo>
                    <a:lnTo>
                      <a:pt x="153" y="188"/>
                    </a:lnTo>
                    <a:lnTo>
                      <a:pt x="153" y="187"/>
                    </a:lnTo>
                    <a:lnTo>
                      <a:pt x="154" y="186"/>
                    </a:lnTo>
                    <a:lnTo>
                      <a:pt x="154" y="184"/>
                    </a:lnTo>
                    <a:lnTo>
                      <a:pt x="154" y="182"/>
                    </a:lnTo>
                    <a:lnTo>
                      <a:pt x="155" y="181"/>
                    </a:lnTo>
                    <a:lnTo>
                      <a:pt x="155" y="179"/>
                    </a:lnTo>
                    <a:lnTo>
                      <a:pt x="156" y="177"/>
                    </a:lnTo>
                    <a:lnTo>
                      <a:pt x="156" y="175"/>
                    </a:lnTo>
                    <a:lnTo>
                      <a:pt x="157" y="173"/>
                    </a:lnTo>
                    <a:lnTo>
                      <a:pt x="157" y="172"/>
                    </a:lnTo>
                    <a:lnTo>
                      <a:pt x="157" y="170"/>
                    </a:lnTo>
                    <a:lnTo>
                      <a:pt x="158" y="169"/>
                    </a:lnTo>
                    <a:lnTo>
                      <a:pt x="158" y="168"/>
                    </a:lnTo>
                    <a:lnTo>
                      <a:pt x="159" y="167"/>
                    </a:lnTo>
                    <a:lnTo>
                      <a:pt x="159" y="166"/>
                    </a:lnTo>
                    <a:lnTo>
                      <a:pt x="160" y="166"/>
                    </a:lnTo>
                    <a:lnTo>
                      <a:pt x="161" y="166"/>
                    </a:lnTo>
                    <a:lnTo>
                      <a:pt x="161" y="167"/>
                    </a:lnTo>
                    <a:lnTo>
                      <a:pt x="162" y="167"/>
                    </a:lnTo>
                    <a:lnTo>
                      <a:pt x="162" y="168"/>
                    </a:lnTo>
                    <a:lnTo>
                      <a:pt x="162" y="169"/>
                    </a:lnTo>
                    <a:lnTo>
                      <a:pt x="163" y="170"/>
                    </a:lnTo>
                    <a:lnTo>
                      <a:pt x="163" y="171"/>
                    </a:lnTo>
                    <a:lnTo>
                      <a:pt x="164" y="173"/>
                    </a:lnTo>
                    <a:lnTo>
                      <a:pt x="164" y="174"/>
                    </a:lnTo>
                    <a:lnTo>
                      <a:pt x="165" y="175"/>
                    </a:lnTo>
                    <a:lnTo>
                      <a:pt x="165" y="176"/>
                    </a:lnTo>
                    <a:lnTo>
                      <a:pt x="165" y="177"/>
                    </a:lnTo>
                    <a:lnTo>
                      <a:pt x="166" y="178"/>
                    </a:lnTo>
                    <a:lnTo>
                      <a:pt x="166" y="179"/>
                    </a:lnTo>
                    <a:lnTo>
                      <a:pt x="167" y="180"/>
                    </a:lnTo>
                    <a:lnTo>
                      <a:pt x="167" y="181"/>
                    </a:lnTo>
                    <a:lnTo>
                      <a:pt x="168" y="181"/>
                    </a:lnTo>
                    <a:lnTo>
                      <a:pt x="169" y="181"/>
                    </a:lnTo>
                    <a:lnTo>
                      <a:pt x="170" y="180"/>
                    </a:lnTo>
                    <a:lnTo>
                      <a:pt x="170" y="179"/>
                    </a:lnTo>
                    <a:lnTo>
                      <a:pt x="171" y="178"/>
                    </a:lnTo>
                    <a:lnTo>
                      <a:pt x="171" y="177"/>
                    </a:lnTo>
                    <a:lnTo>
                      <a:pt x="172" y="176"/>
                    </a:lnTo>
                    <a:lnTo>
                      <a:pt x="172" y="175"/>
                    </a:lnTo>
                    <a:lnTo>
                      <a:pt x="173" y="174"/>
                    </a:lnTo>
                    <a:lnTo>
                      <a:pt x="173" y="173"/>
                    </a:lnTo>
                    <a:lnTo>
                      <a:pt x="173" y="172"/>
                    </a:lnTo>
                    <a:lnTo>
                      <a:pt x="174" y="171"/>
                    </a:lnTo>
                    <a:lnTo>
                      <a:pt x="175" y="170"/>
                    </a:lnTo>
                    <a:lnTo>
                      <a:pt x="175" y="169"/>
                    </a:lnTo>
                    <a:lnTo>
                      <a:pt x="176" y="168"/>
                    </a:lnTo>
                    <a:lnTo>
                      <a:pt x="177" y="168"/>
                    </a:lnTo>
                    <a:lnTo>
                      <a:pt x="178" y="169"/>
                    </a:lnTo>
                    <a:lnTo>
                      <a:pt x="178" y="170"/>
                    </a:lnTo>
                    <a:lnTo>
                      <a:pt x="179" y="171"/>
                    </a:lnTo>
                    <a:lnTo>
                      <a:pt x="180" y="172"/>
                    </a:lnTo>
                    <a:lnTo>
                      <a:pt x="180" y="173"/>
                    </a:lnTo>
                    <a:lnTo>
                      <a:pt x="181" y="174"/>
                    </a:lnTo>
                    <a:lnTo>
                      <a:pt x="181" y="175"/>
                    </a:lnTo>
                    <a:lnTo>
                      <a:pt x="181" y="176"/>
                    </a:lnTo>
                    <a:lnTo>
                      <a:pt x="182" y="177"/>
                    </a:lnTo>
                    <a:lnTo>
                      <a:pt x="182" y="178"/>
                    </a:lnTo>
                    <a:lnTo>
                      <a:pt x="183" y="179"/>
                    </a:lnTo>
                    <a:lnTo>
                      <a:pt x="183" y="180"/>
                    </a:lnTo>
                    <a:lnTo>
                      <a:pt x="184" y="181"/>
                    </a:lnTo>
                    <a:lnTo>
                      <a:pt x="185" y="181"/>
                    </a:lnTo>
                    <a:lnTo>
                      <a:pt x="186" y="181"/>
                    </a:lnTo>
                    <a:lnTo>
                      <a:pt x="186" y="180"/>
                    </a:lnTo>
                    <a:lnTo>
                      <a:pt x="187" y="179"/>
                    </a:lnTo>
                    <a:lnTo>
                      <a:pt x="187" y="178"/>
                    </a:lnTo>
                    <a:lnTo>
                      <a:pt x="188" y="177"/>
                    </a:lnTo>
                    <a:lnTo>
                      <a:pt x="188" y="176"/>
                    </a:lnTo>
                    <a:lnTo>
                      <a:pt x="189" y="175"/>
                    </a:lnTo>
                    <a:lnTo>
                      <a:pt x="189" y="174"/>
                    </a:lnTo>
                    <a:lnTo>
                      <a:pt x="189" y="173"/>
                    </a:lnTo>
                    <a:lnTo>
                      <a:pt x="190" y="171"/>
                    </a:lnTo>
                    <a:lnTo>
                      <a:pt x="190" y="170"/>
                    </a:lnTo>
                    <a:lnTo>
                      <a:pt x="191" y="169"/>
                    </a:lnTo>
                    <a:lnTo>
                      <a:pt x="191" y="168"/>
                    </a:lnTo>
                    <a:lnTo>
                      <a:pt x="191" y="167"/>
                    </a:lnTo>
                    <a:lnTo>
                      <a:pt x="192" y="167"/>
                    </a:lnTo>
                    <a:lnTo>
                      <a:pt x="192" y="166"/>
                    </a:lnTo>
                    <a:lnTo>
                      <a:pt x="193" y="166"/>
                    </a:lnTo>
                    <a:lnTo>
                      <a:pt x="194" y="166"/>
                    </a:lnTo>
                    <a:lnTo>
                      <a:pt x="194" y="167"/>
                    </a:lnTo>
                    <a:lnTo>
                      <a:pt x="195" y="168"/>
                    </a:lnTo>
                    <a:lnTo>
                      <a:pt x="195" y="169"/>
                    </a:lnTo>
                    <a:lnTo>
                      <a:pt x="196" y="170"/>
                    </a:lnTo>
                    <a:lnTo>
                      <a:pt x="196" y="172"/>
                    </a:lnTo>
                    <a:lnTo>
                      <a:pt x="196" y="174"/>
                    </a:lnTo>
                    <a:lnTo>
                      <a:pt x="197" y="175"/>
                    </a:lnTo>
                    <a:lnTo>
                      <a:pt x="197" y="177"/>
                    </a:lnTo>
                    <a:lnTo>
                      <a:pt x="198" y="179"/>
                    </a:lnTo>
                    <a:lnTo>
                      <a:pt x="198" y="181"/>
                    </a:lnTo>
                    <a:lnTo>
                      <a:pt x="199" y="183"/>
                    </a:lnTo>
                    <a:lnTo>
                      <a:pt x="199" y="184"/>
                    </a:lnTo>
                    <a:lnTo>
                      <a:pt x="199" y="186"/>
                    </a:lnTo>
                    <a:lnTo>
                      <a:pt x="200" y="187"/>
                    </a:lnTo>
                    <a:lnTo>
                      <a:pt x="200" y="188"/>
                    </a:lnTo>
                    <a:lnTo>
                      <a:pt x="201" y="189"/>
                    </a:lnTo>
                    <a:lnTo>
                      <a:pt x="202" y="189"/>
                    </a:lnTo>
                    <a:lnTo>
                      <a:pt x="202" y="188"/>
                    </a:lnTo>
                    <a:lnTo>
                      <a:pt x="203" y="186"/>
                    </a:lnTo>
                    <a:lnTo>
                      <a:pt x="203" y="184"/>
                    </a:lnTo>
                    <a:lnTo>
                      <a:pt x="204" y="181"/>
                    </a:lnTo>
                    <a:lnTo>
                      <a:pt x="204" y="178"/>
                    </a:lnTo>
                    <a:lnTo>
                      <a:pt x="204" y="175"/>
                    </a:lnTo>
                    <a:lnTo>
                      <a:pt x="205" y="170"/>
                    </a:lnTo>
                    <a:lnTo>
                      <a:pt x="205" y="165"/>
                    </a:lnTo>
                    <a:lnTo>
                      <a:pt x="206" y="160"/>
                    </a:lnTo>
                    <a:lnTo>
                      <a:pt x="206" y="154"/>
                    </a:lnTo>
                    <a:lnTo>
                      <a:pt x="207" y="148"/>
                    </a:lnTo>
                    <a:lnTo>
                      <a:pt x="207" y="141"/>
                    </a:lnTo>
                    <a:lnTo>
                      <a:pt x="207" y="134"/>
                    </a:lnTo>
                    <a:lnTo>
                      <a:pt x="208" y="126"/>
                    </a:lnTo>
                    <a:lnTo>
                      <a:pt x="208" y="119"/>
                    </a:lnTo>
                    <a:lnTo>
                      <a:pt x="209" y="111"/>
                    </a:lnTo>
                    <a:lnTo>
                      <a:pt x="209" y="103"/>
                    </a:lnTo>
                    <a:lnTo>
                      <a:pt x="210" y="95"/>
                    </a:lnTo>
                    <a:lnTo>
                      <a:pt x="210" y="86"/>
                    </a:lnTo>
                    <a:lnTo>
                      <a:pt x="210" y="78"/>
                    </a:lnTo>
                    <a:lnTo>
                      <a:pt x="211" y="70"/>
                    </a:lnTo>
                    <a:lnTo>
                      <a:pt x="211" y="63"/>
                    </a:lnTo>
                    <a:lnTo>
                      <a:pt x="212" y="55"/>
                    </a:lnTo>
                    <a:lnTo>
                      <a:pt x="212" y="48"/>
                    </a:lnTo>
                    <a:lnTo>
                      <a:pt x="212" y="41"/>
                    </a:lnTo>
                    <a:lnTo>
                      <a:pt x="213" y="35"/>
                    </a:lnTo>
                    <a:lnTo>
                      <a:pt x="213" y="29"/>
                    </a:lnTo>
                    <a:lnTo>
                      <a:pt x="214" y="24"/>
                    </a:lnTo>
                    <a:lnTo>
                      <a:pt x="214" y="19"/>
                    </a:lnTo>
                    <a:lnTo>
                      <a:pt x="215" y="14"/>
                    </a:lnTo>
                    <a:lnTo>
                      <a:pt x="215" y="11"/>
                    </a:lnTo>
                    <a:lnTo>
                      <a:pt x="215" y="8"/>
                    </a:lnTo>
                    <a:lnTo>
                      <a:pt x="216" y="5"/>
                    </a:lnTo>
                    <a:lnTo>
                      <a:pt x="216" y="3"/>
                    </a:lnTo>
                    <a:lnTo>
                      <a:pt x="217" y="1"/>
                    </a:lnTo>
                    <a:lnTo>
                      <a:pt x="217" y="0"/>
                    </a:lnTo>
                    <a:lnTo>
                      <a:pt x="218" y="0"/>
                    </a:lnTo>
                    <a:lnTo>
                      <a:pt x="219" y="1"/>
                    </a:lnTo>
                    <a:lnTo>
                      <a:pt x="219" y="2"/>
                    </a:lnTo>
                    <a:lnTo>
                      <a:pt x="220" y="3"/>
                    </a:lnTo>
                    <a:lnTo>
                      <a:pt x="220" y="5"/>
                    </a:lnTo>
                    <a:lnTo>
                      <a:pt x="220" y="6"/>
                    </a:lnTo>
                    <a:lnTo>
                      <a:pt x="221" y="8"/>
                    </a:lnTo>
                    <a:lnTo>
                      <a:pt x="221" y="10"/>
                    </a:lnTo>
                    <a:lnTo>
                      <a:pt x="222" y="12"/>
                    </a:lnTo>
                    <a:lnTo>
                      <a:pt x="222" y="14"/>
                    </a:lnTo>
                    <a:lnTo>
                      <a:pt x="223" y="15"/>
                    </a:lnTo>
                    <a:lnTo>
                      <a:pt x="223" y="17"/>
                    </a:lnTo>
                    <a:lnTo>
                      <a:pt x="223" y="19"/>
                    </a:lnTo>
                    <a:lnTo>
                      <a:pt x="224" y="20"/>
                    </a:lnTo>
                    <a:lnTo>
                      <a:pt x="224" y="21"/>
                    </a:lnTo>
                    <a:lnTo>
                      <a:pt x="225" y="22"/>
                    </a:lnTo>
                    <a:lnTo>
                      <a:pt x="225" y="23"/>
                    </a:lnTo>
                    <a:lnTo>
                      <a:pt x="226" y="23"/>
                    </a:lnTo>
                    <a:lnTo>
                      <a:pt x="227" y="23"/>
                    </a:lnTo>
                    <a:lnTo>
                      <a:pt x="227" y="22"/>
                    </a:lnTo>
                    <a:lnTo>
                      <a:pt x="228" y="22"/>
                    </a:lnTo>
                    <a:lnTo>
                      <a:pt x="228" y="21"/>
                    </a:lnTo>
                    <a:lnTo>
                      <a:pt x="228" y="20"/>
                    </a:lnTo>
                    <a:lnTo>
                      <a:pt x="229" y="19"/>
                    </a:lnTo>
                    <a:lnTo>
                      <a:pt x="229" y="18"/>
                    </a:lnTo>
                    <a:lnTo>
                      <a:pt x="230" y="16"/>
                    </a:lnTo>
                    <a:lnTo>
                      <a:pt x="230" y="15"/>
                    </a:lnTo>
                    <a:lnTo>
                      <a:pt x="231" y="14"/>
                    </a:lnTo>
                    <a:lnTo>
                      <a:pt x="231" y="13"/>
                    </a:lnTo>
                    <a:lnTo>
                      <a:pt x="231" y="12"/>
                    </a:lnTo>
                    <a:lnTo>
                      <a:pt x="232" y="11"/>
                    </a:lnTo>
                    <a:lnTo>
                      <a:pt x="232" y="10"/>
                    </a:lnTo>
                    <a:lnTo>
                      <a:pt x="233" y="9"/>
                    </a:lnTo>
                    <a:lnTo>
                      <a:pt x="233" y="8"/>
                    </a:lnTo>
                    <a:lnTo>
                      <a:pt x="234" y="8"/>
                    </a:lnTo>
                    <a:lnTo>
                      <a:pt x="235" y="8"/>
                    </a:lnTo>
                    <a:lnTo>
                      <a:pt x="236" y="9"/>
                    </a:lnTo>
                    <a:lnTo>
                      <a:pt x="236" y="10"/>
                    </a:lnTo>
                    <a:lnTo>
                      <a:pt x="237" y="11"/>
                    </a:lnTo>
                    <a:lnTo>
                      <a:pt x="237" y="12"/>
                    </a:lnTo>
                    <a:lnTo>
                      <a:pt x="238" y="13"/>
                    </a:lnTo>
                    <a:lnTo>
                      <a:pt x="238" y="14"/>
                    </a:lnTo>
                    <a:lnTo>
                      <a:pt x="238" y="15"/>
                    </a:lnTo>
                    <a:lnTo>
                      <a:pt x="239" y="16"/>
                    </a:lnTo>
                    <a:lnTo>
                      <a:pt x="239" y="17"/>
                    </a:lnTo>
                    <a:lnTo>
                      <a:pt x="240" y="18"/>
                    </a:lnTo>
                    <a:lnTo>
                      <a:pt x="241" y="19"/>
                    </a:lnTo>
                    <a:lnTo>
                      <a:pt x="241" y="20"/>
                    </a:lnTo>
                    <a:lnTo>
                      <a:pt x="242" y="21"/>
                    </a:lnTo>
                    <a:lnTo>
                      <a:pt x="243" y="21"/>
                    </a:lnTo>
                    <a:lnTo>
                      <a:pt x="244" y="20"/>
                    </a:lnTo>
                    <a:lnTo>
                      <a:pt x="244" y="19"/>
                    </a:lnTo>
                    <a:lnTo>
                      <a:pt x="245" y="18"/>
                    </a:lnTo>
                    <a:lnTo>
                      <a:pt x="246" y="17"/>
                    </a:lnTo>
                    <a:lnTo>
                      <a:pt x="246" y="16"/>
                    </a:lnTo>
                    <a:lnTo>
                      <a:pt x="246" y="15"/>
                    </a:lnTo>
                    <a:lnTo>
                      <a:pt x="247" y="14"/>
                    </a:lnTo>
                    <a:lnTo>
                      <a:pt x="247" y="13"/>
                    </a:lnTo>
                    <a:lnTo>
                      <a:pt x="248" y="12"/>
                    </a:lnTo>
                    <a:lnTo>
                      <a:pt x="248" y="11"/>
                    </a:lnTo>
                    <a:lnTo>
                      <a:pt x="249" y="10"/>
                    </a:lnTo>
                    <a:lnTo>
                      <a:pt x="249" y="9"/>
                    </a:lnTo>
                    <a:lnTo>
                      <a:pt x="250" y="8"/>
                    </a:lnTo>
                    <a:lnTo>
                      <a:pt x="251" y="8"/>
                    </a:lnTo>
                    <a:lnTo>
                      <a:pt x="252" y="8"/>
                    </a:lnTo>
                    <a:lnTo>
                      <a:pt x="252" y="9"/>
                    </a:lnTo>
                    <a:lnTo>
                      <a:pt x="253" y="10"/>
                    </a:lnTo>
                    <a:lnTo>
                      <a:pt x="253" y="11"/>
                    </a:lnTo>
                    <a:lnTo>
                      <a:pt x="254" y="12"/>
                    </a:lnTo>
                    <a:lnTo>
                      <a:pt x="254" y="13"/>
                    </a:lnTo>
                    <a:lnTo>
                      <a:pt x="254" y="14"/>
                    </a:lnTo>
                    <a:lnTo>
                      <a:pt x="255" y="15"/>
                    </a:lnTo>
                    <a:lnTo>
                      <a:pt x="255" y="16"/>
                    </a:lnTo>
                    <a:lnTo>
                      <a:pt x="256" y="18"/>
                    </a:lnTo>
                    <a:lnTo>
                      <a:pt x="256" y="19"/>
                    </a:lnTo>
                    <a:lnTo>
                      <a:pt x="257" y="20"/>
                    </a:lnTo>
                    <a:lnTo>
                      <a:pt x="257" y="21"/>
                    </a:lnTo>
                    <a:lnTo>
                      <a:pt x="257" y="22"/>
                    </a:lnTo>
                    <a:lnTo>
                      <a:pt x="258" y="22"/>
                    </a:lnTo>
                    <a:lnTo>
                      <a:pt x="258" y="23"/>
                    </a:lnTo>
                    <a:lnTo>
                      <a:pt x="259" y="23"/>
                    </a:lnTo>
                    <a:lnTo>
                      <a:pt x="260" y="23"/>
                    </a:lnTo>
                    <a:lnTo>
                      <a:pt x="260" y="22"/>
                    </a:lnTo>
                    <a:lnTo>
                      <a:pt x="261" y="21"/>
                    </a:lnTo>
                    <a:lnTo>
                      <a:pt x="261" y="20"/>
                    </a:lnTo>
                    <a:lnTo>
                      <a:pt x="262" y="19"/>
                    </a:lnTo>
                    <a:lnTo>
                      <a:pt x="262" y="17"/>
                    </a:lnTo>
                    <a:lnTo>
                      <a:pt x="262" y="16"/>
                    </a:lnTo>
                    <a:lnTo>
                      <a:pt x="263" y="14"/>
                    </a:lnTo>
                    <a:lnTo>
                      <a:pt x="263" y="12"/>
                    </a:lnTo>
                    <a:lnTo>
                      <a:pt x="264" y="10"/>
                    </a:lnTo>
                    <a:lnTo>
                      <a:pt x="264" y="8"/>
                    </a:lnTo>
                    <a:lnTo>
                      <a:pt x="265" y="7"/>
                    </a:lnTo>
                    <a:lnTo>
                      <a:pt x="265" y="5"/>
                    </a:lnTo>
                    <a:lnTo>
                      <a:pt x="265" y="3"/>
                    </a:lnTo>
                    <a:lnTo>
                      <a:pt x="266" y="2"/>
                    </a:lnTo>
                    <a:lnTo>
                      <a:pt x="266" y="1"/>
                    </a:lnTo>
                    <a:lnTo>
                      <a:pt x="267" y="0"/>
                    </a:lnTo>
                    <a:lnTo>
                      <a:pt x="268" y="0"/>
                    </a:lnTo>
                    <a:lnTo>
                      <a:pt x="268" y="1"/>
                    </a:lnTo>
                    <a:lnTo>
                      <a:pt x="269" y="3"/>
                    </a:lnTo>
                    <a:lnTo>
                      <a:pt x="269" y="5"/>
                    </a:lnTo>
                    <a:lnTo>
                      <a:pt x="270" y="7"/>
                    </a:lnTo>
                    <a:lnTo>
                      <a:pt x="270" y="10"/>
                    </a:lnTo>
                    <a:lnTo>
                      <a:pt x="270" y="14"/>
                    </a:lnTo>
                    <a:lnTo>
                      <a:pt x="271" y="18"/>
                    </a:lnTo>
                    <a:lnTo>
                      <a:pt x="271" y="23"/>
                    </a:lnTo>
                    <a:lnTo>
                      <a:pt x="272" y="29"/>
                    </a:lnTo>
                    <a:lnTo>
                      <a:pt x="272" y="34"/>
                    </a:lnTo>
                    <a:lnTo>
                      <a:pt x="273" y="41"/>
                    </a:lnTo>
                    <a:lnTo>
                      <a:pt x="273" y="47"/>
                    </a:lnTo>
                    <a:lnTo>
                      <a:pt x="273" y="55"/>
                    </a:lnTo>
                    <a:lnTo>
                      <a:pt x="274" y="62"/>
                    </a:lnTo>
                    <a:lnTo>
                      <a:pt x="274" y="70"/>
                    </a:lnTo>
                    <a:lnTo>
                      <a:pt x="275" y="78"/>
                    </a:lnTo>
                    <a:lnTo>
                      <a:pt x="275" y="86"/>
                    </a:lnTo>
                    <a:lnTo>
                      <a:pt x="275" y="94"/>
                    </a:lnTo>
                    <a:lnTo>
                      <a:pt x="276" y="102"/>
                    </a:lnTo>
                    <a:lnTo>
                      <a:pt x="276" y="110"/>
                    </a:lnTo>
                    <a:lnTo>
                      <a:pt x="277" y="118"/>
                    </a:lnTo>
                    <a:lnTo>
                      <a:pt x="277" y="126"/>
                    </a:lnTo>
                    <a:lnTo>
                      <a:pt x="278" y="133"/>
                    </a:lnTo>
                    <a:lnTo>
                      <a:pt x="278" y="140"/>
                    </a:lnTo>
                    <a:lnTo>
                      <a:pt x="278" y="147"/>
                    </a:lnTo>
                    <a:lnTo>
                      <a:pt x="279" y="154"/>
                    </a:lnTo>
                    <a:lnTo>
                      <a:pt x="279" y="160"/>
                    </a:lnTo>
                    <a:lnTo>
                      <a:pt x="280" y="165"/>
                    </a:lnTo>
                    <a:lnTo>
                      <a:pt x="280" y="170"/>
                    </a:lnTo>
                    <a:lnTo>
                      <a:pt x="280" y="174"/>
                    </a:lnTo>
                    <a:lnTo>
                      <a:pt x="281" y="178"/>
                    </a:lnTo>
                    <a:lnTo>
                      <a:pt x="281" y="181"/>
                    </a:lnTo>
                    <a:lnTo>
                      <a:pt x="282" y="184"/>
                    </a:lnTo>
                    <a:lnTo>
                      <a:pt x="282" y="186"/>
                    </a:lnTo>
                    <a:lnTo>
                      <a:pt x="283" y="188"/>
                    </a:lnTo>
                    <a:lnTo>
                      <a:pt x="283" y="189"/>
                    </a:lnTo>
                    <a:lnTo>
                      <a:pt x="284" y="189"/>
                    </a:lnTo>
                    <a:lnTo>
                      <a:pt x="285" y="188"/>
                    </a:lnTo>
                    <a:lnTo>
                      <a:pt x="285" y="187"/>
                    </a:lnTo>
                    <a:lnTo>
                      <a:pt x="286" y="186"/>
                    </a:lnTo>
                    <a:lnTo>
                      <a:pt x="286" y="184"/>
                    </a:lnTo>
                    <a:lnTo>
                      <a:pt x="286" y="183"/>
                    </a:lnTo>
                    <a:lnTo>
                      <a:pt x="287" y="181"/>
                    </a:lnTo>
                    <a:lnTo>
                      <a:pt x="287" y="179"/>
                    </a:lnTo>
                    <a:lnTo>
                      <a:pt x="288" y="177"/>
                    </a:lnTo>
                    <a:lnTo>
                      <a:pt x="288" y="175"/>
                    </a:lnTo>
                    <a:lnTo>
                      <a:pt x="288" y="174"/>
                    </a:lnTo>
                    <a:lnTo>
                      <a:pt x="289" y="172"/>
                    </a:lnTo>
                    <a:lnTo>
                      <a:pt x="289" y="171"/>
                    </a:lnTo>
                    <a:lnTo>
                      <a:pt x="290" y="169"/>
                    </a:lnTo>
                    <a:lnTo>
                      <a:pt x="290" y="168"/>
                    </a:lnTo>
                    <a:lnTo>
                      <a:pt x="291" y="167"/>
                    </a:lnTo>
                    <a:lnTo>
                      <a:pt x="291" y="166"/>
                    </a:lnTo>
                    <a:lnTo>
                      <a:pt x="292" y="166"/>
                    </a:lnTo>
                    <a:lnTo>
                      <a:pt x="293" y="166"/>
                    </a:lnTo>
                    <a:lnTo>
                      <a:pt x="293" y="167"/>
                    </a:lnTo>
                    <a:lnTo>
                      <a:pt x="294" y="167"/>
                    </a:lnTo>
                    <a:lnTo>
                      <a:pt x="294" y="168"/>
                    </a:lnTo>
                    <a:lnTo>
                      <a:pt x="294" y="169"/>
                    </a:lnTo>
                    <a:lnTo>
                      <a:pt x="295" y="170"/>
                    </a:lnTo>
                    <a:lnTo>
                      <a:pt x="295" y="171"/>
                    </a:lnTo>
                    <a:lnTo>
                      <a:pt x="296" y="172"/>
                    </a:lnTo>
                    <a:lnTo>
                      <a:pt x="296" y="174"/>
                    </a:lnTo>
                    <a:lnTo>
                      <a:pt x="296" y="175"/>
                    </a:lnTo>
                    <a:lnTo>
                      <a:pt x="297" y="176"/>
                    </a:lnTo>
                    <a:lnTo>
                      <a:pt x="297" y="177"/>
                    </a:lnTo>
                    <a:lnTo>
                      <a:pt x="298" y="178"/>
                    </a:lnTo>
                    <a:lnTo>
                      <a:pt x="298" y="179"/>
                    </a:lnTo>
                    <a:lnTo>
                      <a:pt x="299" y="180"/>
                    </a:lnTo>
                    <a:lnTo>
                      <a:pt x="299" y="181"/>
                    </a:lnTo>
                    <a:lnTo>
                      <a:pt x="300" y="181"/>
                    </a:lnTo>
                    <a:lnTo>
                      <a:pt x="301" y="181"/>
                    </a:lnTo>
                    <a:lnTo>
                      <a:pt x="301" y="180"/>
                    </a:lnTo>
                    <a:lnTo>
                      <a:pt x="302" y="180"/>
                    </a:lnTo>
                    <a:lnTo>
                      <a:pt x="302" y="179"/>
                    </a:lnTo>
                    <a:lnTo>
                      <a:pt x="303" y="178"/>
                    </a:lnTo>
                    <a:lnTo>
                      <a:pt x="303" y="177"/>
                    </a:lnTo>
                    <a:lnTo>
                      <a:pt x="304" y="177"/>
                    </a:lnTo>
                    <a:lnTo>
                      <a:pt x="304" y="175"/>
                    </a:lnTo>
                    <a:lnTo>
                      <a:pt x="304" y="174"/>
                    </a:lnTo>
                    <a:lnTo>
                      <a:pt x="305" y="173"/>
                    </a:lnTo>
                    <a:lnTo>
                      <a:pt x="305" y="172"/>
                    </a:lnTo>
                    <a:lnTo>
                      <a:pt x="306" y="171"/>
                    </a:lnTo>
                    <a:lnTo>
                      <a:pt x="307" y="170"/>
                    </a:lnTo>
                    <a:lnTo>
                      <a:pt x="307" y="169"/>
                    </a:lnTo>
                    <a:lnTo>
                      <a:pt x="308" y="168"/>
                    </a:lnTo>
                    <a:lnTo>
                      <a:pt x="309" y="168"/>
                    </a:lnTo>
                    <a:lnTo>
                      <a:pt x="309" y="169"/>
                    </a:lnTo>
                    <a:lnTo>
                      <a:pt x="310" y="169"/>
                    </a:lnTo>
                    <a:lnTo>
                      <a:pt x="310" y="170"/>
                    </a:lnTo>
                    <a:lnTo>
                      <a:pt x="311" y="170"/>
                    </a:lnTo>
                    <a:lnTo>
                      <a:pt x="311" y="171"/>
                    </a:lnTo>
                    <a:lnTo>
                      <a:pt x="312" y="172"/>
                    </a:lnTo>
                    <a:lnTo>
                      <a:pt x="312" y="173"/>
                    </a:lnTo>
                    <a:lnTo>
                      <a:pt x="312" y="174"/>
                    </a:lnTo>
                    <a:lnTo>
                      <a:pt x="313" y="175"/>
                    </a:lnTo>
                    <a:lnTo>
                      <a:pt x="313" y="176"/>
                    </a:lnTo>
                    <a:lnTo>
                      <a:pt x="314" y="177"/>
                    </a:lnTo>
                    <a:lnTo>
                      <a:pt x="314" y="178"/>
                    </a:lnTo>
                    <a:lnTo>
                      <a:pt x="315" y="179"/>
                    </a:lnTo>
                    <a:lnTo>
                      <a:pt x="315" y="180"/>
                    </a:lnTo>
                    <a:lnTo>
                      <a:pt x="316" y="181"/>
                    </a:lnTo>
                    <a:lnTo>
                      <a:pt x="317" y="181"/>
                    </a:lnTo>
                    <a:lnTo>
                      <a:pt x="318" y="181"/>
                    </a:lnTo>
                    <a:lnTo>
                      <a:pt x="318" y="180"/>
                    </a:lnTo>
                    <a:lnTo>
                      <a:pt x="319" y="179"/>
                    </a:lnTo>
                    <a:lnTo>
                      <a:pt x="319" y="178"/>
                    </a:lnTo>
                    <a:lnTo>
                      <a:pt x="320" y="177"/>
                    </a:lnTo>
                    <a:lnTo>
                      <a:pt x="320" y="176"/>
                    </a:lnTo>
                    <a:lnTo>
                      <a:pt x="320" y="175"/>
                    </a:lnTo>
                    <a:lnTo>
                      <a:pt x="321" y="174"/>
                    </a:lnTo>
                    <a:lnTo>
                      <a:pt x="321" y="173"/>
                    </a:lnTo>
                    <a:lnTo>
                      <a:pt x="322" y="172"/>
                    </a:lnTo>
                    <a:lnTo>
                      <a:pt x="322" y="170"/>
                    </a:lnTo>
                    <a:lnTo>
                      <a:pt x="322" y="169"/>
                    </a:lnTo>
                    <a:lnTo>
                      <a:pt x="323" y="168"/>
                    </a:lnTo>
                    <a:lnTo>
                      <a:pt x="323" y="167"/>
                    </a:lnTo>
                    <a:lnTo>
                      <a:pt x="324" y="167"/>
                    </a:lnTo>
                    <a:lnTo>
                      <a:pt x="324" y="166"/>
                    </a:lnTo>
                    <a:lnTo>
                      <a:pt x="325" y="166"/>
                    </a:lnTo>
                    <a:lnTo>
                      <a:pt x="326" y="166"/>
                    </a:lnTo>
                    <a:lnTo>
                      <a:pt x="326" y="167"/>
                    </a:lnTo>
                    <a:lnTo>
                      <a:pt x="327" y="168"/>
                    </a:lnTo>
                    <a:lnTo>
                      <a:pt x="327" y="169"/>
                    </a:lnTo>
                    <a:lnTo>
                      <a:pt x="328" y="170"/>
                    </a:lnTo>
                    <a:lnTo>
                      <a:pt x="328" y="172"/>
                    </a:lnTo>
                    <a:lnTo>
                      <a:pt x="328" y="173"/>
                    </a:lnTo>
                    <a:lnTo>
                      <a:pt x="329" y="175"/>
                    </a:lnTo>
                    <a:lnTo>
                      <a:pt x="329" y="177"/>
                    </a:lnTo>
                    <a:lnTo>
                      <a:pt x="330" y="179"/>
                    </a:lnTo>
                    <a:lnTo>
                      <a:pt x="330" y="181"/>
                    </a:lnTo>
                    <a:lnTo>
                      <a:pt x="330" y="182"/>
                    </a:lnTo>
                    <a:lnTo>
                      <a:pt x="331" y="184"/>
                    </a:lnTo>
                    <a:lnTo>
                      <a:pt x="331" y="186"/>
                    </a:lnTo>
                    <a:lnTo>
                      <a:pt x="332" y="187"/>
                    </a:lnTo>
                    <a:lnTo>
                      <a:pt x="332" y="188"/>
                    </a:lnTo>
                    <a:lnTo>
                      <a:pt x="333" y="189"/>
                    </a:lnTo>
                    <a:lnTo>
                      <a:pt x="334" y="189"/>
                    </a:lnTo>
                    <a:lnTo>
                      <a:pt x="334" y="188"/>
                    </a:lnTo>
                    <a:lnTo>
                      <a:pt x="335" y="186"/>
                    </a:lnTo>
                    <a:lnTo>
                      <a:pt x="335" y="184"/>
                    </a:lnTo>
                    <a:lnTo>
                      <a:pt x="336" y="182"/>
                    </a:lnTo>
                    <a:lnTo>
                      <a:pt x="336" y="179"/>
                    </a:lnTo>
                    <a:lnTo>
                      <a:pt x="336" y="175"/>
                    </a:lnTo>
                    <a:lnTo>
                      <a:pt x="337" y="171"/>
                    </a:lnTo>
                    <a:lnTo>
                      <a:pt x="337" y="166"/>
                    </a:lnTo>
                    <a:lnTo>
                      <a:pt x="338" y="161"/>
                    </a:lnTo>
                    <a:lnTo>
                      <a:pt x="338" y="155"/>
                    </a:lnTo>
                    <a:lnTo>
                      <a:pt x="338" y="149"/>
                    </a:lnTo>
                    <a:lnTo>
                      <a:pt x="339" y="142"/>
                    </a:lnTo>
                    <a:lnTo>
                      <a:pt x="339" y="135"/>
                    </a:lnTo>
                    <a:lnTo>
                      <a:pt x="340" y="128"/>
                    </a:lnTo>
                    <a:lnTo>
                      <a:pt x="340" y="120"/>
                    </a:lnTo>
                    <a:lnTo>
                      <a:pt x="341" y="112"/>
                    </a:lnTo>
                    <a:lnTo>
                      <a:pt x="341" y="104"/>
                    </a:lnTo>
                    <a:lnTo>
                      <a:pt x="341" y="96"/>
                    </a:lnTo>
                    <a:lnTo>
                      <a:pt x="342" y="88"/>
                    </a:lnTo>
                    <a:lnTo>
                      <a:pt x="342" y="80"/>
                    </a:lnTo>
                    <a:lnTo>
                      <a:pt x="343" y="72"/>
                    </a:lnTo>
                    <a:lnTo>
                      <a:pt x="343" y="64"/>
                    </a:lnTo>
                    <a:lnTo>
                      <a:pt x="343" y="56"/>
                    </a:lnTo>
                    <a:lnTo>
                      <a:pt x="344" y="49"/>
                    </a:lnTo>
                    <a:lnTo>
                      <a:pt x="344" y="42"/>
                    </a:lnTo>
                    <a:lnTo>
                      <a:pt x="345" y="36"/>
                    </a:lnTo>
                    <a:lnTo>
                      <a:pt x="345" y="30"/>
                    </a:lnTo>
                    <a:lnTo>
                      <a:pt x="346" y="24"/>
                    </a:lnTo>
                    <a:lnTo>
                      <a:pt x="346" y="19"/>
                    </a:lnTo>
                    <a:lnTo>
                      <a:pt x="346" y="15"/>
                    </a:lnTo>
                    <a:lnTo>
                      <a:pt x="347" y="11"/>
                    </a:lnTo>
                    <a:lnTo>
                      <a:pt x="347" y="8"/>
                    </a:lnTo>
                    <a:lnTo>
                      <a:pt x="348" y="5"/>
                    </a:lnTo>
                    <a:lnTo>
                      <a:pt x="348" y="3"/>
                    </a:lnTo>
                    <a:lnTo>
                      <a:pt x="349" y="2"/>
                    </a:lnTo>
                    <a:lnTo>
                      <a:pt x="349" y="0"/>
                    </a:lnTo>
                    <a:lnTo>
                      <a:pt x="350" y="0"/>
                    </a:lnTo>
                    <a:lnTo>
                      <a:pt x="351" y="1"/>
                    </a:lnTo>
                    <a:lnTo>
                      <a:pt x="351" y="2"/>
                    </a:lnTo>
                    <a:lnTo>
                      <a:pt x="351" y="3"/>
                    </a:lnTo>
                    <a:lnTo>
                      <a:pt x="352" y="4"/>
                    </a:lnTo>
                    <a:lnTo>
                      <a:pt x="352" y="6"/>
                    </a:lnTo>
                    <a:lnTo>
                      <a:pt x="353" y="8"/>
                    </a:lnTo>
                    <a:lnTo>
                      <a:pt x="353" y="10"/>
                    </a:lnTo>
                    <a:lnTo>
                      <a:pt x="354" y="12"/>
                    </a:lnTo>
                    <a:lnTo>
                      <a:pt x="354" y="13"/>
                    </a:lnTo>
                    <a:lnTo>
                      <a:pt x="354" y="15"/>
                    </a:lnTo>
                    <a:lnTo>
                      <a:pt x="355" y="17"/>
                    </a:lnTo>
                    <a:lnTo>
                      <a:pt x="355" y="18"/>
                    </a:lnTo>
                    <a:lnTo>
                      <a:pt x="356" y="20"/>
                    </a:lnTo>
                    <a:lnTo>
                      <a:pt x="356" y="21"/>
                    </a:lnTo>
                    <a:lnTo>
                      <a:pt x="357" y="22"/>
                    </a:lnTo>
                    <a:lnTo>
                      <a:pt x="357" y="23"/>
                    </a:lnTo>
                    <a:lnTo>
                      <a:pt x="358" y="23"/>
                    </a:lnTo>
                    <a:lnTo>
                      <a:pt x="359" y="23"/>
                    </a:lnTo>
                    <a:lnTo>
                      <a:pt x="359" y="22"/>
                    </a:lnTo>
                    <a:lnTo>
                      <a:pt x="360" y="21"/>
                    </a:lnTo>
                    <a:lnTo>
                      <a:pt x="360" y="20"/>
                    </a:lnTo>
                    <a:lnTo>
                      <a:pt x="361" y="19"/>
                    </a:lnTo>
                    <a:lnTo>
                      <a:pt x="361" y="18"/>
                    </a:lnTo>
                    <a:lnTo>
                      <a:pt x="362" y="17"/>
                    </a:lnTo>
                    <a:lnTo>
                      <a:pt x="362" y="15"/>
                    </a:lnTo>
                    <a:lnTo>
                      <a:pt x="362" y="14"/>
                    </a:lnTo>
                    <a:lnTo>
                      <a:pt x="363" y="13"/>
                    </a:lnTo>
                    <a:lnTo>
                      <a:pt x="363" y="12"/>
                    </a:lnTo>
                    <a:lnTo>
                      <a:pt x="364" y="11"/>
                    </a:lnTo>
                    <a:lnTo>
                      <a:pt x="364" y="10"/>
                    </a:lnTo>
                    <a:lnTo>
                      <a:pt x="364" y="9"/>
                    </a:lnTo>
                    <a:lnTo>
                      <a:pt x="365" y="9"/>
                    </a:lnTo>
                    <a:lnTo>
                      <a:pt x="365" y="8"/>
                    </a:lnTo>
                    <a:lnTo>
                      <a:pt x="366" y="8"/>
                    </a:lnTo>
                    <a:lnTo>
                      <a:pt x="367" y="8"/>
                    </a:lnTo>
                    <a:lnTo>
                      <a:pt x="368" y="9"/>
                    </a:lnTo>
                    <a:lnTo>
                      <a:pt x="368" y="10"/>
                    </a:lnTo>
                    <a:lnTo>
                      <a:pt x="369" y="11"/>
                    </a:lnTo>
                    <a:lnTo>
                      <a:pt x="370" y="12"/>
                    </a:lnTo>
                    <a:lnTo>
                      <a:pt x="370" y="13"/>
                    </a:lnTo>
                    <a:lnTo>
                      <a:pt x="370" y="14"/>
                    </a:lnTo>
                    <a:lnTo>
                      <a:pt x="371" y="16"/>
                    </a:lnTo>
                    <a:lnTo>
                      <a:pt x="372" y="17"/>
                    </a:lnTo>
                    <a:lnTo>
                      <a:pt x="372" y="18"/>
                    </a:lnTo>
                    <a:lnTo>
                      <a:pt x="372" y="19"/>
                    </a:lnTo>
                    <a:lnTo>
                      <a:pt x="373" y="20"/>
                    </a:lnTo>
                    <a:lnTo>
                      <a:pt x="374" y="21"/>
                    </a:lnTo>
                    <a:lnTo>
                      <a:pt x="375" y="21"/>
                    </a:lnTo>
                    <a:lnTo>
                      <a:pt x="375" y="20"/>
                    </a:lnTo>
                    <a:lnTo>
                      <a:pt x="376" y="20"/>
                    </a:lnTo>
                    <a:lnTo>
                      <a:pt x="376" y="19"/>
                    </a:lnTo>
                    <a:lnTo>
                      <a:pt x="377" y="19"/>
                    </a:lnTo>
                    <a:lnTo>
                      <a:pt x="377" y="18"/>
                    </a:lnTo>
                    <a:lnTo>
                      <a:pt x="378" y="17"/>
                    </a:lnTo>
                    <a:lnTo>
                      <a:pt x="378" y="16"/>
                    </a:lnTo>
                    <a:lnTo>
                      <a:pt x="378" y="15"/>
                    </a:lnTo>
                    <a:lnTo>
                      <a:pt x="379" y="14"/>
                    </a:lnTo>
                    <a:lnTo>
                      <a:pt x="379" y="13"/>
                    </a:lnTo>
                    <a:lnTo>
                      <a:pt x="380" y="12"/>
                    </a:lnTo>
                    <a:lnTo>
                      <a:pt x="380" y="11"/>
                    </a:lnTo>
                    <a:lnTo>
                      <a:pt x="380" y="10"/>
                    </a:lnTo>
                    <a:lnTo>
                      <a:pt x="381" y="9"/>
                    </a:lnTo>
                    <a:lnTo>
                      <a:pt x="382" y="8"/>
                    </a:lnTo>
                    <a:lnTo>
                      <a:pt x="383" y="8"/>
                    </a:lnTo>
                    <a:lnTo>
                      <a:pt x="384" y="8"/>
                    </a:lnTo>
                    <a:lnTo>
                      <a:pt x="384" y="9"/>
                    </a:lnTo>
                    <a:lnTo>
                      <a:pt x="385" y="10"/>
                    </a:lnTo>
                    <a:lnTo>
                      <a:pt x="385" y="11"/>
                    </a:lnTo>
                    <a:lnTo>
                      <a:pt x="386" y="13"/>
                    </a:lnTo>
                    <a:lnTo>
                      <a:pt x="386" y="14"/>
                    </a:lnTo>
                    <a:lnTo>
                      <a:pt x="387" y="15"/>
                    </a:lnTo>
                    <a:lnTo>
                      <a:pt x="387" y="16"/>
                    </a:lnTo>
                    <a:lnTo>
                      <a:pt x="388" y="17"/>
                    </a:lnTo>
                    <a:lnTo>
                      <a:pt x="388" y="19"/>
                    </a:lnTo>
                    <a:lnTo>
                      <a:pt x="388" y="20"/>
                    </a:lnTo>
                    <a:lnTo>
                      <a:pt x="389" y="21"/>
                    </a:lnTo>
                    <a:lnTo>
                      <a:pt x="390" y="22"/>
                    </a:lnTo>
                    <a:lnTo>
                      <a:pt x="390" y="23"/>
                    </a:lnTo>
                    <a:lnTo>
                      <a:pt x="391" y="23"/>
                    </a:lnTo>
                    <a:lnTo>
                      <a:pt x="392" y="23"/>
                    </a:lnTo>
                    <a:lnTo>
                      <a:pt x="392" y="22"/>
                    </a:lnTo>
                    <a:lnTo>
                      <a:pt x="393" y="21"/>
                    </a:lnTo>
                    <a:lnTo>
                      <a:pt x="393" y="20"/>
                    </a:lnTo>
                    <a:lnTo>
                      <a:pt x="393" y="19"/>
                    </a:lnTo>
                    <a:lnTo>
                      <a:pt x="394" y="17"/>
                    </a:lnTo>
                    <a:lnTo>
                      <a:pt x="394" y="16"/>
                    </a:lnTo>
                    <a:lnTo>
                      <a:pt x="395" y="14"/>
                    </a:lnTo>
                    <a:lnTo>
                      <a:pt x="395" y="12"/>
                    </a:lnTo>
                    <a:lnTo>
                      <a:pt x="396" y="10"/>
                    </a:lnTo>
                    <a:lnTo>
                      <a:pt x="396" y="9"/>
                    </a:lnTo>
                    <a:lnTo>
                      <a:pt x="396" y="7"/>
                    </a:lnTo>
                    <a:lnTo>
                      <a:pt x="397" y="5"/>
                    </a:lnTo>
                    <a:lnTo>
                      <a:pt x="397" y="4"/>
                    </a:lnTo>
                    <a:lnTo>
                      <a:pt x="398" y="2"/>
                    </a:lnTo>
                    <a:lnTo>
                      <a:pt x="398" y="1"/>
                    </a:lnTo>
                    <a:lnTo>
                      <a:pt x="399" y="0"/>
                    </a:lnTo>
                    <a:lnTo>
                      <a:pt x="400" y="0"/>
                    </a:lnTo>
                    <a:lnTo>
                      <a:pt x="400" y="1"/>
                    </a:lnTo>
                    <a:lnTo>
                      <a:pt x="401" y="2"/>
                    </a:lnTo>
                    <a:lnTo>
                      <a:pt x="401" y="4"/>
                    </a:lnTo>
                    <a:lnTo>
                      <a:pt x="401" y="7"/>
                    </a:lnTo>
                    <a:lnTo>
                      <a:pt x="402" y="10"/>
                    </a:lnTo>
                    <a:lnTo>
                      <a:pt x="402" y="14"/>
                    </a:lnTo>
                    <a:lnTo>
                      <a:pt x="403" y="18"/>
                    </a:lnTo>
                    <a:lnTo>
                      <a:pt x="403" y="22"/>
                    </a:lnTo>
                    <a:lnTo>
                      <a:pt x="404" y="28"/>
                    </a:lnTo>
                    <a:lnTo>
                      <a:pt x="404" y="33"/>
                    </a:lnTo>
                    <a:lnTo>
                      <a:pt x="404" y="40"/>
                    </a:lnTo>
                    <a:lnTo>
                      <a:pt x="405" y="46"/>
                    </a:lnTo>
                    <a:lnTo>
                      <a:pt x="405" y="53"/>
                    </a:lnTo>
                    <a:lnTo>
                      <a:pt x="406" y="61"/>
                    </a:lnTo>
                    <a:lnTo>
                      <a:pt x="406" y="68"/>
                    </a:lnTo>
                    <a:lnTo>
                      <a:pt x="406" y="76"/>
                    </a:lnTo>
                    <a:lnTo>
                      <a:pt x="407" y="84"/>
                    </a:lnTo>
                    <a:lnTo>
                      <a:pt x="407" y="93"/>
                    </a:lnTo>
                    <a:lnTo>
                      <a:pt x="408" y="101"/>
                    </a:lnTo>
                    <a:lnTo>
                      <a:pt x="408" y="109"/>
                    </a:lnTo>
                    <a:lnTo>
                      <a:pt x="409" y="117"/>
                    </a:lnTo>
                    <a:lnTo>
                      <a:pt x="409" y="125"/>
                    </a:lnTo>
                    <a:lnTo>
                      <a:pt x="409" y="132"/>
                    </a:lnTo>
                    <a:lnTo>
                      <a:pt x="410" y="139"/>
                    </a:lnTo>
                    <a:lnTo>
                      <a:pt x="410" y="146"/>
                    </a:lnTo>
                    <a:lnTo>
                      <a:pt x="411" y="153"/>
                    </a:lnTo>
                    <a:lnTo>
                      <a:pt x="411" y="159"/>
                    </a:lnTo>
                    <a:lnTo>
                      <a:pt x="412" y="164"/>
                    </a:lnTo>
                    <a:lnTo>
                      <a:pt x="412" y="169"/>
                    </a:lnTo>
                    <a:lnTo>
                      <a:pt x="412" y="174"/>
                    </a:lnTo>
                    <a:lnTo>
                      <a:pt x="413" y="177"/>
                    </a:lnTo>
                    <a:lnTo>
                      <a:pt x="413" y="181"/>
                    </a:lnTo>
                    <a:lnTo>
                      <a:pt x="414" y="184"/>
                    </a:lnTo>
                    <a:lnTo>
                      <a:pt x="414" y="186"/>
                    </a:lnTo>
                    <a:lnTo>
                      <a:pt x="414" y="187"/>
                    </a:lnTo>
                    <a:lnTo>
                      <a:pt x="415" y="188"/>
                    </a:lnTo>
                    <a:lnTo>
                      <a:pt x="415" y="189"/>
                    </a:lnTo>
                    <a:lnTo>
                      <a:pt x="416" y="189"/>
                    </a:lnTo>
                    <a:lnTo>
                      <a:pt x="417" y="188"/>
                    </a:lnTo>
                    <a:lnTo>
                      <a:pt x="417" y="187"/>
                    </a:lnTo>
                    <a:lnTo>
                      <a:pt x="417" y="186"/>
                    </a:lnTo>
                    <a:lnTo>
                      <a:pt x="418" y="185"/>
                    </a:lnTo>
                    <a:lnTo>
                      <a:pt x="418" y="183"/>
                    </a:lnTo>
                    <a:lnTo>
                      <a:pt x="419" y="181"/>
                    </a:lnTo>
                    <a:lnTo>
                      <a:pt x="419" y="179"/>
                    </a:lnTo>
                    <a:lnTo>
                      <a:pt x="420" y="178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4796" name="Line 60">
                <a:extLst>
                  <a:ext uri="{FF2B5EF4-FFF2-40B4-BE49-F238E27FC236}">
                    <a16:creationId xmlns:a16="http://schemas.microsoft.com/office/drawing/2014/main" id="{FC625595-40B7-419D-9272-29B28D788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" y="2531"/>
                <a:ext cx="221" cy="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97" name="Rectangle 72">
                <a:extLst>
                  <a:ext uri="{FF2B5EF4-FFF2-40B4-BE49-F238E27FC236}">
                    <a16:creationId xmlns:a16="http://schemas.microsoft.com/office/drawing/2014/main" id="{54F32CDD-B0EA-4738-B791-762FC7D51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" y="2329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8" name="Rectangle 73">
                <a:extLst>
                  <a:ext uri="{FF2B5EF4-FFF2-40B4-BE49-F238E27FC236}">
                    <a16:creationId xmlns:a16="http://schemas.microsoft.com/office/drawing/2014/main" id="{570A612D-D1BB-402D-8951-55DD92143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2329"/>
                <a:ext cx="5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799" name="Rectangle 74">
                <a:extLst>
                  <a:ext uri="{FF2B5EF4-FFF2-40B4-BE49-F238E27FC236}">
                    <a16:creationId xmlns:a16="http://schemas.microsoft.com/office/drawing/2014/main" id="{431C7156-4117-4582-B0F2-7BD86C3C4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" y="2329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800" name="Rectangle 75">
                <a:extLst>
                  <a:ext uri="{FF2B5EF4-FFF2-40B4-BE49-F238E27FC236}">
                    <a16:creationId xmlns:a16="http://schemas.microsoft.com/office/drawing/2014/main" id="{7418D52A-B082-4FCA-A463-88487A3F3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329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4801" name="Rectangle 87">
                <a:extLst>
                  <a:ext uri="{FF2B5EF4-FFF2-40B4-BE49-F238E27FC236}">
                    <a16:creationId xmlns:a16="http://schemas.microsoft.com/office/drawing/2014/main" id="{7DEEED42-B901-4464-A553-953FFD8DE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6" y="3639"/>
                <a:ext cx="5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4759" name="Line 90">
              <a:extLst>
                <a:ext uri="{FF2B5EF4-FFF2-40B4-BE49-F238E27FC236}">
                  <a16:creationId xmlns:a16="http://schemas.microsoft.com/office/drawing/2014/main" id="{A58B1C20-6719-4E20-A7D2-957F27E9D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381"/>
              <a:ext cx="36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5">
            <a:extLst>
              <a:ext uri="{FF2B5EF4-FFF2-40B4-BE49-F238E27FC236}">
                <a16:creationId xmlns:a16="http://schemas.microsoft.com/office/drawing/2014/main" id="{93DDCDCA-7D92-44BE-A986-9F52932F0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"/>
            <a:ext cx="815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When we consider 6 terms, the function looks like the following.</a:t>
            </a:r>
          </a:p>
        </p:txBody>
      </p:sp>
      <p:grpSp>
        <p:nvGrpSpPr>
          <p:cNvPr id="2" name="Group 90">
            <a:extLst>
              <a:ext uri="{FF2B5EF4-FFF2-40B4-BE49-F238E27FC236}">
                <a16:creationId xmlns:a16="http://schemas.microsoft.com/office/drawing/2014/main" id="{D7F3F250-1FFA-45ED-B04D-C190BAE33FA8}"/>
              </a:ext>
            </a:extLst>
          </p:cNvPr>
          <p:cNvGrpSpPr>
            <a:grpSpLocks/>
          </p:cNvGrpSpPr>
          <p:nvPr/>
        </p:nvGrpSpPr>
        <p:grpSpPr bwMode="auto">
          <a:xfrm>
            <a:off x="1912938" y="1531938"/>
            <a:ext cx="7916862" cy="4564062"/>
            <a:chOff x="245" y="965"/>
            <a:chExt cx="4987" cy="2875"/>
          </a:xfrm>
        </p:grpSpPr>
        <p:grpSp>
          <p:nvGrpSpPr>
            <p:cNvPr id="75780" name="Group 88">
              <a:extLst>
                <a:ext uri="{FF2B5EF4-FFF2-40B4-BE49-F238E27FC236}">
                  <a16:creationId xmlns:a16="http://schemas.microsoft.com/office/drawing/2014/main" id="{020F5E22-CD40-4158-81B1-5867E73EB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" y="965"/>
              <a:ext cx="4987" cy="2875"/>
              <a:chOff x="245" y="965"/>
              <a:chExt cx="4987" cy="2875"/>
            </a:xfrm>
          </p:grpSpPr>
          <p:sp>
            <p:nvSpPr>
              <p:cNvPr id="75782" name="Rectangle 8">
                <a:extLst>
                  <a:ext uri="{FF2B5EF4-FFF2-40B4-BE49-F238E27FC236}">
                    <a16:creationId xmlns:a16="http://schemas.microsoft.com/office/drawing/2014/main" id="{82ED4B6D-9532-4B7B-80F9-FB747DCE4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" y="965"/>
                <a:ext cx="4978" cy="5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5783" name="Rectangle 9">
                <a:extLst>
                  <a:ext uri="{FF2B5EF4-FFF2-40B4-BE49-F238E27FC236}">
                    <a16:creationId xmlns:a16="http://schemas.microsoft.com/office/drawing/2014/main" id="{5524080A-8E95-41FB-8B63-4464EB264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" y="965"/>
                <a:ext cx="47" cy="2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5784" name="Rectangle 11">
                <a:extLst>
                  <a:ext uri="{FF2B5EF4-FFF2-40B4-BE49-F238E27FC236}">
                    <a16:creationId xmlns:a16="http://schemas.microsoft.com/office/drawing/2014/main" id="{A3FF48D7-22C6-44D5-A3C3-817203D88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7" y="965"/>
                <a:ext cx="55" cy="2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5785" name="Line 16">
                <a:extLst>
                  <a:ext uri="{FF2B5EF4-FFF2-40B4-BE49-F238E27FC236}">
                    <a16:creationId xmlns:a16="http://schemas.microsoft.com/office/drawing/2014/main" id="{01E7AB7C-F61D-4338-B5CC-53230F56F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1154"/>
                <a:ext cx="1" cy="7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86" name="Line 17">
                <a:extLst>
                  <a:ext uri="{FF2B5EF4-FFF2-40B4-BE49-F238E27FC236}">
                    <a16:creationId xmlns:a16="http://schemas.microsoft.com/office/drawing/2014/main" id="{36D12E6F-0CF8-41D2-B7CA-6D047C060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3348"/>
                <a:ext cx="1" cy="7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87" name="Line 18">
                <a:extLst>
                  <a:ext uri="{FF2B5EF4-FFF2-40B4-BE49-F238E27FC236}">
                    <a16:creationId xmlns:a16="http://schemas.microsoft.com/office/drawing/2014/main" id="{CC15AB77-44D0-4FA7-9468-F1E019159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" y="1154"/>
                <a:ext cx="1" cy="7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88" name="Line 19">
                <a:extLst>
                  <a:ext uri="{FF2B5EF4-FFF2-40B4-BE49-F238E27FC236}">
                    <a16:creationId xmlns:a16="http://schemas.microsoft.com/office/drawing/2014/main" id="{FF2A1DF0-0049-4E75-AA85-F231EE4C4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" y="3348"/>
                <a:ext cx="1" cy="7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89" name="Line 20">
                <a:extLst>
                  <a:ext uri="{FF2B5EF4-FFF2-40B4-BE49-F238E27FC236}">
                    <a16:creationId xmlns:a16="http://schemas.microsoft.com/office/drawing/2014/main" id="{B8C80BA4-C44D-42B2-AE69-6184AE4C7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3" y="1154"/>
                <a:ext cx="1" cy="7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0" name="Line 21">
                <a:extLst>
                  <a:ext uri="{FF2B5EF4-FFF2-40B4-BE49-F238E27FC236}">
                    <a16:creationId xmlns:a16="http://schemas.microsoft.com/office/drawing/2014/main" id="{2BAA6525-50D2-47F9-806B-4511E3B69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3" y="3348"/>
                <a:ext cx="1" cy="7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1" name="Line 22">
                <a:extLst>
                  <a:ext uri="{FF2B5EF4-FFF2-40B4-BE49-F238E27FC236}">
                    <a16:creationId xmlns:a16="http://schemas.microsoft.com/office/drawing/2014/main" id="{6CB4DECF-1988-4DA5-ABF4-1AF222726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5" y="1154"/>
                <a:ext cx="1" cy="7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2" name="Line 23">
                <a:extLst>
                  <a:ext uri="{FF2B5EF4-FFF2-40B4-BE49-F238E27FC236}">
                    <a16:creationId xmlns:a16="http://schemas.microsoft.com/office/drawing/2014/main" id="{05C88C55-C4A8-4025-ABA0-96AA6F02D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5" y="3348"/>
                <a:ext cx="1" cy="7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3" name="Line 24">
                <a:extLst>
                  <a:ext uri="{FF2B5EF4-FFF2-40B4-BE49-F238E27FC236}">
                    <a16:creationId xmlns:a16="http://schemas.microsoft.com/office/drawing/2014/main" id="{A7D437E5-8056-474B-85A8-23920ED54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6" y="1154"/>
                <a:ext cx="2" cy="7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4" name="Line 25">
                <a:extLst>
                  <a:ext uri="{FF2B5EF4-FFF2-40B4-BE49-F238E27FC236}">
                    <a16:creationId xmlns:a16="http://schemas.microsoft.com/office/drawing/2014/main" id="{58DAB28F-FA6A-487A-AF06-731D02151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6" y="3348"/>
                <a:ext cx="2" cy="7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5" name="Line 26">
                <a:extLst>
                  <a:ext uri="{FF2B5EF4-FFF2-40B4-BE49-F238E27FC236}">
                    <a16:creationId xmlns:a16="http://schemas.microsoft.com/office/drawing/2014/main" id="{810BD607-F71A-4A78-A171-AEDDA3336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3424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6" name="Line 27">
                <a:extLst>
                  <a:ext uri="{FF2B5EF4-FFF2-40B4-BE49-F238E27FC236}">
                    <a16:creationId xmlns:a16="http://schemas.microsoft.com/office/drawing/2014/main" id="{49B4FEDA-866D-4AFA-9B53-6DB6F5A37A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3424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7" name="Line 28">
                <a:extLst>
                  <a:ext uri="{FF2B5EF4-FFF2-40B4-BE49-F238E27FC236}">
                    <a16:creationId xmlns:a16="http://schemas.microsoft.com/office/drawing/2014/main" id="{A27DE269-2288-4EBE-8108-658ED18E1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3045"/>
                <a:ext cx="73" cy="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8" name="Line 29">
                <a:extLst>
                  <a:ext uri="{FF2B5EF4-FFF2-40B4-BE49-F238E27FC236}">
                    <a16:creationId xmlns:a16="http://schemas.microsoft.com/office/drawing/2014/main" id="{DDC2F0E5-DF28-4F10-940E-92105CFE0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3045"/>
                <a:ext cx="74" cy="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9" name="Line 30">
                <a:extLst>
                  <a:ext uri="{FF2B5EF4-FFF2-40B4-BE49-F238E27FC236}">
                    <a16:creationId xmlns:a16="http://schemas.microsoft.com/office/drawing/2014/main" id="{6B282545-4F42-454D-B30F-7A81EE94E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2667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0" name="Line 31">
                <a:extLst>
                  <a:ext uri="{FF2B5EF4-FFF2-40B4-BE49-F238E27FC236}">
                    <a16:creationId xmlns:a16="http://schemas.microsoft.com/office/drawing/2014/main" id="{F2D4BF6B-BDE5-49CC-BB37-FF6F1519E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2667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1" name="Line 32">
                <a:extLst>
                  <a:ext uri="{FF2B5EF4-FFF2-40B4-BE49-F238E27FC236}">
                    <a16:creationId xmlns:a16="http://schemas.microsoft.com/office/drawing/2014/main" id="{C7BF0774-AF62-4454-A127-F3BA5C564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2289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2" name="Line 33">
                <a:extLst>
                  <a:ext uri="{FF2B5EF4-FFF2-40B4-BE49-F238E27FC236}">
                    <a16:creationId xmlns:a16="http://schemas.microsoft.com/office/drawing/2014/main" id="{806E1C8D-FE98-43AA-95A0-01A24D9BF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2289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3" name="Line 34">
                <a:extLst>
                  <a:ext uri="{FF2B5EF4-FFF2-40B4-BE49-F238E27FC236}">
                    <a16:creationId xmlns:a16="http://schemas.microsoft.com/office/drawing/2014/main" id="{2A53ADCD-FD08-4FF0-B399-87F75787E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1911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4" name="Line 35">
                <a:extLst>
                  <a:ext uri="{FF2B5EF4-FFF2-40B4-BE49-F238E27FC236}">
                    <a16:creationId xmlns:a16="http://schemas.microsoft.com/office/drawing/2014/main" id="{7D44E06D-7B63-46DA-A83D-B95742A50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1911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5" name="Line 36">
                <a:extLst>
                  <a:ext uri="{FF2B5EF4-FFF2-40B4-BE49-F238E27FC236}">
                    <a16:creationId xmlns:a16="http://schemas.microsoft.com/office/drawing/2014/main" id="{CAD8F6C8-7583-4AEF-90EA-D3E57C7EA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1533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6" name="Line 37">
                <a:extLst>
                  <a:ext uri="{FF2B5EF4-FFF2-40B4-BE49-F238E27FC236}">
                    <a16:creationId xmlns:a16="http://schemas.microsoft.com/office/drawing/2014/main" id="{3AAFEDF9-7E55-4EDA-9964-D78F9F0FF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1533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7" name="Line 38">
                <a:extLst>
                  <a:ext uri="{FF2B5EF4-FFF2-40B4-BE49-F238E27FC236}">
                    <a16:creationId xmlns:a16="http://schemas.microsoft.com/office/drawing/2014/main" id="{B38CAFCD-1A96-451F-9E09-58E94CC4D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1" y="1154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8" name="Line 39">
                <a:extLst>
                  <a:ext uri="{FF2B5EF4-FFF2-40B4-BE49-F238E27FC236}">
                    <a16:creationId xmlns:a16="http://schemas.microsoft.com/office/drawing/2014/main" id="{20D6AD05-0036-4B0D-8EB1-8F8DCA0F5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2" y="1154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9" name="Line 40">
                <a:extLst>
                  <a:ext uri="{FF2B5EF4-FFF2-40B4-BE49-F238E27FC236}">
                    <a16:creationId xmlns:a16="http://schemas.microsoft.com/office/drawing/2014/main" id="{2FD04D29-23DB-415F-A86F-15D16B149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" y="3509"/>
                <a:ext cx="4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0" name="Line 47">
                <a:extLst>
                  <a:ext uri="{FF2B5EF4-FFF2-40B4-BE49-F238E27FC236}">
                    <a16:creationId xmlns:a16="http://schemas.microsoft.com/office/drawing/2014/main" id="{920EBC3F-7A84-4534-AAA1-451501D5E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3424"/>
                <a:ext cx="4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1" name="Rectangle 48">
                <a:extLst>
                  <a:ext uri="{FF2B5EF4-FFF2-40B4-BE49-F238E27FC236}">
                    <a16:creationId xmlns:a16="http://schemas.microsoft.com/office/drawing/2014/main" id="{AF1D6715-0662-49A3-A81C-EF749D6E2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" y="3366"/>
                <a:ext cx="13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2" name="Line 49">
                <a:extLst>
                  <a:ext uri="{FF2B5EF4-FFF2-40B4-BE49-F238E27FC236}">
                    <a16:creationId xmlns:a16="http://schemas.microsoft.com/office/drawing/2014/main" id="{E406BB0C-A26A-4B2C-9203-15AE12DA9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3045"/>
                <a:ext cx="46" cy="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3" name="Rectangle 50">
                <a:extLst>
                  <a:ext uri="{FF2B5EF4-FFF2-40B4-BE49-F238E27FC236}">
                    <a16:creationId xmlns:a16="http://schemas.microsoft.com/office/drawing/2014/main" id="{99D440D0-0D63-4AE4-BEE3-32388269D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2988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4" name="Line 51">
                <a:extLst>
                  <a:ext uri="{FF2B5EF4-FFF2-40B4-BE49-F238E27FC236}">
                    <a16:creationId xmlns:a16="http://schemas.microsoft.com/office/drawing/2014/main" id="{6B6673F8-2017-4FCF-917E-CF4012F8A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2667"/>
                <a:ext cx="4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5" name="Rectangle 52">
                <a:extLst>
                  <a:ext uri="{FF2B5EF4-FFF2-40B4-BE49-F238E27FC236}">
                    <a16:creationId xmlns:a16="http://schemas.microsoft.com/office/drawing/2014/main" id="{997E1AB0-F06E-4D53-B64C-7CD32514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" y="2611"/>
                <a:ext cx="13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6" name="Rectangle 53">
                <a:extLst>
                  <a:ext uri="{FF2B5EF4-FFF2-40B4-BE49-F238E27FC236}">
                    <a16:creationId xmlns:a16="http://schemas.microsoft.com/office/drawing/2014/main" id="{C9A9CD56-6A9B-44C7-87F1-01CDA470A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" y="2232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7" name="Rectangle 54">
                <a:extLst>
                  <a:ext uri="{FF2B5EF4-FFF2-40B4-BE49-F238E27FC236}">
                    <a16:creationId xmlns:a16="http://schemas.microsoft.com/office/drawing/2014/main" id="{D324E148-A0A0-4A3E-B6B1-5B952A77D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1854"/>
                <a:ext cx="13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8" name="Rectangle 55">
                <a:extLst>
                  <a:ext uri="{FF2B5EF4-FFF2-40B4-BE49-F238E27FC236}">
                    <a16:creationId xmlns:a16="http://schemas.microsoft.com/office/drawing/2014/main" id="{9B146BFE-B0E7-4D78-9EDE-3E7351359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9" y="1475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19" name="Rectangle 56">
                <a:extLst>
                  <a:ext uri="{FF2B5EF4-FFF2-40B4-BE49-F238E27FC236}">
                    <a16:creationId xmlns:a16="http://schemas.microsoft.com/office/drawing/2014/main" id="{83EF6C39-8F66-4A0F-B836-6B6348E31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1097"/>
                <a:ext cx="13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20" name="Rectangle 57">
                <a:extLst>
                  <a:ext uri="{FF2B5EF4-FFF2-40B4-BE49-F238E27FC236}">
                    <a16:creationId xmlns:a16="http://schemas.microsoft.com/office/drawing/2014/main" id="{1AAF680F-24E1-4293-AF65-D6162444E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1154"/>
                <a:ext cx="3885" cy="2270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5821" name="Freeform 58">
                <a:extLst>
                  <a:ext uri="{FF2B5EF4-FFF2-40B4-BE49-F238E27FC236}">
                    <a16:creationId xmlns:a16="http://schemas.microsoft.com/office/drawing/2014/main" id="{4C90FFC1-7360-4D7D-A317-26C06A5805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9" y="1391"/>
                <a:ext cx="3886" cy="1787"/>
              </a:xfrm>
              <a:custGeom>
                <a:avLst/>
                <a:gdLst>
                  <a:gd name="T0" fmla="*/ 46 w 420"/>
                  <a:gd name="T1" fmla="*/ 28 h 189"/>
                  <a:gd name="T2" fmla="*/ 102 w 420"/>
                  <a:gd name="T3" fmla="*/ 804 h 189"/>
                  <a:gd name="T4" fmla="*/ 167 w 420"/>
                  <a:gd name="T5" fmla="*/ 1778 h 189"/>
                  <a:gd name="T6" fmla="*/ 222 w 420"/>
                  <a:gd name="T7" fmla="*/ 1607 h 189"/>
                  <a:gd name="T8" fmla="*/ 287 w 420"/>
                  <a:gd name="T9" fmla="*/ 1645 h 189"/>
                  <a:gd name="T10" fmla="*/ 361 w 420"/>
                  <a:gd name="T11" fmla="*/ 1692 h 189"/>
                  <a:gd name="T12" fmla="*/ 435 w 420"/>
                  <a:gd name="T13" fmla="*/ 1636 h 189"/>
                  <a:gd name="T14" fmla="*/ 490 w 420"/>
                  <a:gd name="T15" fmla="*/ 1645 h 189"/>
                  <a:gd name="T16" fmla="*/ 555 w 420"/>
                  <a:gd name="T17" fmla="*/ 1702 h 189"/>
                  <a:gd name="T18" fmla="*/ 620 w 420"/>
                  <a:gd name="T19" fmla="*/ 1570 h 189"/>
                  <a:gd name="T20" fmla="*/ 675 w 420"/>
                  <a:gd name="T21" fmla="*/ 1759 h 189"/>
                  <a:gd name="T22" fmla="*/ 731 w 420"/>
                  <a:gd name="T23" fmla="*/ 539 h 189"/>
                  <a:gd name="T24" fmla="*/ 786 w 420"/>
                  <a:gd name="T25" fmla="*/ 85 h 189"/>
                  <a:gd name="T26" fmla="*/ 851 w 420"/>
                  <a:gd name="T27" fmla="*/ 123 h 189"/>
                  <a:gd name="T28" fmla="*/ 916 w 420"/>
                  <a:gd name="T29" fmla="*/ 180 h 189"/>
                  <a:gd name="T30" fmla="*/ 990 w 420"/>
                  <a:gd name="T31" fmla="*/ 132 h 189"/>
                  <a:gd name="T32" fmla="*/ 1055 w 420"/>
                  <a:gd name="T33" fmla="*/ 113 h 189"/>
                  <a:gd name="T34" fmla="*/ 1120 w 420"/>
                  <a:gd name="T35" fmla="*/ 180 h 189"/>
                  <a:gd name="T36" fmla="*/ 1184 w 420"/>
                  <a:gd name="T37" fmla="*/ 95 h 189"/>
                  <a:gd name="T38" fmla="*/ 1240 w 420"/>
                  <a:gd name="T39" fmla="*/ 189 h 189"/>
                  <a:gd name="T40" fmla="*/ 1295 w 420"/>
                  <a:gd name="T41" fmla="*/ 142 h 189"/>
                  <a:gd name="T42" fmla="*/ 1351 w 420"/>
                  <a:gd name="T43" fmla="*/ 1522 h 189"/>
                  <a:gd name="T44" fmla="*/ 1406 w 420"/>
                  <a:gd name="T45" fmla="*/ 1636 h 189"/>
                  <a:gd name="T46" fmla="*/ 1471 w 420"/>
                  <a:gd name="T47" fmla="*/ 1702 h 189"/>
                  <a:gd name="T48" fmla="*/ 1554 w 420"/>
                  <a:gd name="T49" fmla="*/ 1626 h 189"/>
                  <a:gd name="T50" fmla="*/ 1610 w 420"/>
                  <a:gd name="T51" fmla="*/ 1645 h 189"/>
                  <a:gd name="T52" fmla="*/ 1665 w 420"/>
                  <a:gd name="T53" fmla="*/ 1674 h 189"/>
                  <a:gd name="T54" fmla="*/ 1730 w 420"/>
                  <a:gd name="T55" fmla="*/ 1607 h 189"/>
                  <a:gd name="T56" fmla="*/ 1795 w 420"/>
                  <a:gd name="T57" fmla="*/ 1692 h 189"/>
                  <a:gd name="T58" fmla="*/ 1860 w 420"/>
                  <a:gd name="T59" fmla="*/ 1636 h 189"/>
                  <a:gd name="T60" fmla="*/ 1915 w 420"/>
                  <a:gd name="T61" fmla="*/ 1513 h 189"/>
                  <a:gd name="T62" fmla="*/ 1971 w 420"/>
                  <a:gd name="T63" fmla="*/ 142 h 189"/>
                  <a:gd name="T64" fmla="*/ 2026 w 420"/>
                  <a:gd name="T65" fmla="*/ 189 h 189"/>
                  <a:gd name="T66" fmla="*/ 2091 w 420"/>
                  <a:gd name="T67" fmla="*/ 85 h 189"/>
                  <a:gd name="T68" fmla="*/ 2165 w 420"/>
                  <a:gd name="T69" fmla="*/ 151 h 189"/>
                  <a:gd name="T70" fmla="*/ 2221 w 420"/>
                  <a:gd name="T71" fmla="*/ 142 h 189"/>
                  <a:gd name="T72" fmla="*/ 2276 w 420"/>
                  <a:gd name="T73" fmla="*/ 113 h 189"/>
                  <a:gd name="T74" fmla="*/ 2350 w 420"/>
                  <a:gd name="T75" fmla="*/ 180 h 189"/>
                  <a:gd name="T76" fmla="*/ 2415 w 420"/>
                  <a:gd name="T77" fmla="*/ 123 h 189"/>
                  <a:gd name="T78" fmla="*/ 2480 w 420"/>
                  <a:gd name="T79" fmla="*/ 76 h 189"/>
                  <a:gd name="T80" fmla="*/ 2535 w 420"/>
                  <a:gd name="T81" fmla="*/ 548 h 189"/>
                  <a:gd name="T82" fmla="*/ 2591 w 420"/>
                  <a:gd name="T83" fmla="*/ 1768 h 189"/>
                  <a:gd name="T84" fmla="*/ 2646 w 420"/>
                  <a:gd name="T85" fmla="*/ 1570 h 189"/>
                  <a:gd name="T86" fmla="*/ 2711 w 420"/>
                  <a:gd name="T87" fmla="*/ 1702 h 189"/>
                  <a:gd name="T88" fmla="*/ 2776 w 420"/>
                  <a:gd name="T89" fmla="*/ 1636 h 189"/>
                  <a:gd name="T90" fmla="*/ 2831 w 420"/>
                  <a:gd name="T91" fmla="*/ 1645 h 189"/>
                  <a:gd name="T92" fmla="*/ 2896 w 420"/>
                  <a:gd name="T93" fmla="*/ 1683 h 189"/>
                  <a:gd name="T94" fmla="*/ 2970 w 420"/>
                  <a:gd name="T95" fmla="*/ 1626 h 189"/>
                  <a:gd name="T96" fmla="*/ 3035 w 420"/>
                  <a:gd name="T97" fmla="*/ 1636 h 189"/>
                  <a:gd name="T98" fmla="*/ 3100 w 420"/>
                  <a:gd name="T99" fmla="*/ 1749 h 189"/>
                  <a:gd name="T100" fmla="*/ 3155 w 420"/>
                  <a:gd name="T101" fmla="*/ 1031 h 189"/>
                  <a:gd name="T102" fmla="*/ 3211 w 420"/>
                  <a:gd name="T103" fmla="*/ 0 h 189"/>
                  <a:gd name="T104" fmla="*/ 3266 w 420"/>
                  <a:gd name="T105" fmla="*/ 208 h 189"/>
                  <a:gd name="T106" fmla="*/ 3322 w 420"/>
                  <a:gd name="T107" fmla="*/ 104 h 189"/>
                  <a:gd name="T108" fmla="*/ 3396 w 420"/>
                  <a:gd name="T109" fmla="*/ 123 h 189"/>
                  <a:gd name="T110" fmla="*/ 3451 w 420"/>
                  <a:gd name="T111" fmla="*/ 170 h 189"/>
                  <a:gd name="T112" fmla="*/ 3534 w 420"/>
                  <a:gd name="T113" fmla="*/ 113 h 189"/>
                  <a:gd name="T114" fmla="*/ 3599 w 420"/>
                  <a:gd name="T115" fmla="*/ 113 h 189"/>
                  <a:gd name="T116" fmla="*/ 3664 w 420"/>
                  <a:gd name="T117" fmla="*/ 208 h 189"/>
                  <a:gd name="T118" fmla="*/ 3729 w 420"/>
                  <a:gd name="T119" fmla="*/ 19 h 189"/>
                  <a:gd name="T120" fmla="*/ 3784 w 420"/>
                  <a:gd name="T121" fmla="*/ 1201 h 189"/>
                  <a:gd name="T122" fmla="*/ 3840 w 420"/>
                  <a:gd name="T123" fmla="*/ 1711 h 18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420"/>
                  <a:gd name="T187" fmla="*/ 0 h 189"/>
                  <a:gd name="T188" fmla="*/ 420 w 420"/>
                  <a:gd name="T189" fmla="*/ 189 h 18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420" h="189">
                    <a:moveTo>
                      <a:pt x="0" y="21"/>
                    </a:moveTo>
                    <a:lnTo>
                      <a:pt x="0" y="22"/>
                    </a:lnTo>
                    <a:lnTo>
                      <a:pt x="0" y="23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3" y="16"/>
                    </a:lnTo>
                    <a:lnTo>
                      <a:pt x="3" y="13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5" y="5"/>
                    </a:lnTo>
                    <a:lnTo>
                      <a:pt x="5" y="3"/>
                    </a:lnTo>
                    <a:lnTo>
                      <a:pt x="5" y="1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7" y="3"/>
                    </a:lnTo>
                    <a:lnTo>
                      <a:pt x="7" y="6"/>
                    </a:lnTo>
                    <a:lnTo>
                      <a:pt x="8" y="10"/>
                    </a:lnTo>
                    <a:lnTo>
                      <a:pt x="8" y="16"/>
                    </a:lnTo>
                    <a:lnTo>
                      <a:pt x="9" y="23"/>
                    </a:lnTo>
                    <a:lnTo>
                      <a:pt x="9" y="31"/>
                    </a:lnTo>
                    <a:lnTo>
                      <a:pt x="10" y="40"/>
                    </a:lnTo>
                    <a:lnTo>
                      <a:pt x="10" y="51"/>
                    </a:lnTo>
                    <a:lnTo>
                      <a:pt x="10" y="62"/>
                    </a:lnTo>
                    <a:lnTo>
                      <a:pt x="11" y="73"/>
                    </a:lnTo>
                    <a:lnTo>
                      <a:pt x="11" y="85"/>
                    </a:lnTo>
                    <a:lnTo>
                      <a:pt x="12" y="97"/>
                    </a:lnTo>
                    <a:lnTo>
                      <a:pt x="12" y="110"/>
                    </a:lnTo>
                    <a:lnTo>
                      <a:pt x="13" y="121"/>
                    </a:lnTo>
                    <a:lnTo>
                      <a:pt x="13" y="133"/>
                    </a:lnTo>
                    <a:lnTo>
                      <a:pt x="13" y="143"/>
                    </a:lnTo>
                    <a:lnTo>
                      <a:pt x="14" y="153"/>
                    </a:lnTo>
                    <a:lnTo>
                      <a:pt x="14" y="162"/>
                    </a:lnTo>
                    <a:lnTo>
                      <a:pt x="15" y="169"/>
                    </a:lnTo>
                    <a:lnTo>
                      <a:pt x="15" y="176"/>
                    </a:lnTo>
                    <a:lnTo>
                      <a:pt x="15" y="181"/>
                    </a:lnTo>
                    <a:lnTo>
                      <a:pt x="16" y="185"/>
                    </a:lnTo>
                    <a:lnTo>
                      <a:pt x="16" y="187"/>
                    </a:lnTo>
                    <a:lnTo>
                      <a:pt x="17" y="189"/>
                    </a:lnTo>
                    <a:lnTo>
                      <a:pt x="18" y="188"/>
                    </a:lnTo>
                    <a:lnTo>
                      <a:pt x="18" y="187"/>
                    </a:lnTo>
                    <a:lnTo>
                      <a:pt x="18" y="185"/>
                    </a:lnTo>
                    <a:lnTo>
                      <a:pt x="19" y="183"/>
                    </a:lnTo>
                    <a:lnTo>
                      <a:pt x="19" y="180"/>
                    </a:lnTo>
                    <a:lnTo>
                      <a:pt x="20" y="177"/>
                    </a:lnTo>
                    <a:lnTo>
                      <a:pt x="20" y="175"/>
                    </a:lnTo>
                    <a:lnTo>
                      <a:pt x="21" y="172"/>
                    </a:lnTo>
                    <a:lnTo>
                      <a:pt x="21" y="170"/>
                    </a:lnTo>
                    <a:lnTo>
                      <a:pt x="21" y="169"/>
                    </a:lnTo>
                    <a:lnTo>
                      <a:pt x="22" y="167"/>
                    </a:lnTo>
                    <a:lnTo>
                      <a:pt x="23" y="166"/>
                    </a:lnTo>
                    <a:lnTo>
                      <a:pt x="23" y="167"/>
                    </a:lnTo>
                    <a:lnTo>
                      <a:pt x="24" y="168"/>
                    </a:lnTo>
                    <a:lnTo>
                      <a:pt x="24" y="170"/>
                    </a:lnTo>
                    <a:lnTo>
                      <a:pt x="25" y="171"/>
                    </a:lnTo>
                    <a:lnTo>
                      <a:pt x="25" y="173"/>
                    </a:lnTo>
                    <a:lnTo>
                      <a:pt x="26" y="175"/>
                    </a:lnTo>
                    <a:lnTo>
                      <a:pt x="26" y="176"/>
                    </a:lnTo>
                    <a:lnTo>
                      <a:pt x="26" y="178"/>
                    </a:lnTo>
                    <a:lnTo>
                      <a:pt x="27" y="179"/>
                    </a:lnTo>
                    <a:lnTo>
                      <a:pt x="27" y="180"/>
                    </a:lnTo>
                    <a:lnTo>
                      <a:pt x="28" y="180"/>
                    </a:lnTo>
                    <a:lnTo>
                      <a:pt x="29" y="180"/>
                    </a:lnTo>
                    <a:lnTo>
                      <a:pt x="29" y="179"/>
                    </a:lnTo>
                    <a:lnTo>
                      <a:pt x="30" y="178"/>
                    </a:lnTo>
                    <a:lnTo>
                      <a:pt x="30" y="177"/>
                    </a:lnTo>
                    <a:lnTo>
                      <a:pt x="31" y="176"/>
                    </a:lnTo>
                    <a:lnTo>
                      <a:pt x="31" y="174"/>
                    </a:lnTo>
                    <a:lnTo>
                      <a:pt x="31" y="173"/>
                    </a:lnTo>
                    <a:lnTo>
                      <a:pt x="32" y="172"/>
                    </a:lnTo>
                    <a:lnTo>
                      <a:pt x="32" y="171"/>
                    </a:lnTo>
                    <a:lnTo>
                      <a:pt x="33" y="170"/>
                    </a:lnTo>
                    <a:lnTo>
                      <a:pt x="34" y="170"/>
                    </a:lnTo>
                    <a:lnTo>
                      <a:pt x="35" y="171"/>
                    </a:lnTo>
                    <a:lnTo>
                      <a:pt x="35" y="172"/>
                    </a:lnTo>
                    <a:lnTo>
                      <a:pt x="36" y="173"/>
                    </a:lnTo>
                    <a:lnTo>
                      <a:pt x="36" y="174"/>
                    </a:lnTo>
                    <a:lnTo>
                      <a:pt x="36" y="175"/>
                    </a:lnTo>
                    <a:lnTo>
                      <a:pt x="37" y="176"/>
                    </a:lnTo>
                    <a:lnTo>
                      <a:pt x="37" y="177"/>
                    </a:lnTo>
                    <a:lnTo>
                      <a:pt x="38" y="178"/>
                    </a:lnTo>
                    <a:lnTo>
                      <a:pt x="39" y="179"/>
                    </a:lnTo>
                    <a:lnTo>
                      <a:pt x="40" y="178"/>
                    </a:lnTo>
                    <a:lnTo>
                      <a:pt x="41" y="177"/>
                    </a:lnTo>
                    <a:lnTo>
                      <a:pt x="41" y="176"/>
                    </a:lnTo>
                    <a:lnTo>
                      <a:pt x="42" y="175"/>
                    </a:lnTo>
                    <a:lnTo>
                      <a:pt x="42" y="174"/>
                    </a:lnTo>
                    <a:lnTo>
                      <a:pt x="42" y="173"/>
                    </a:lnTo>
                    <a:lnTo>
                      <a:pt x="43" y="172"/>
                    </a:lnTo>
                    <a:lnTo>
                      <a:pt x="44" y="171"/>
                    </a:lnTo>
                    <a:lnTo>
                      <a:pt x="44" y="170"/>
                    </a:lnTo>
                    <a:lnTo>
                      <a:pt x="45" y="170"/>
                    </a:lnTo>
                    <a:lnTo>
                      <a:pt x="45" y="171"/>
                    </a:lnTo>
                    <a:lnTo>
                      <a:pt x="46" y="171"/>
                    </a:lnTo>
                    <a:lnTo>
                      <a:pt x="46" y="172"/>
                    </a:lnTo>
                    <a:lnTo>
                      <a:pt x="47" y="173"/>
                    </a:lnTo>
                    <a:lnTo>
                      <a:pt x="47" y="174"/>
                    </a:lnTo>
                    <a:lnTo>
                      <a:pt x="47" y="175"/>
                    </a:lnTo>
                    <a:lnTo>
                      <a:pt x="48" y="176"/>
                    </a:lnTo>
                    <a:lnTo>
                      <a:pt x="48" y="177"/>
                    </a:lnTo>
                    <a:lnTo>
                      <a:pt x="49" y="177"/>
                    </a:lnTo>
                    <a:lnTo>
                      <a:pt x="49" y="178"/>
                    </a:lnTo>
                    <a:lnTo>
                      <a:pt x="49" y="179"/>
                    </a:lnTo>
                    <a:lnTo>
                      <a:pt x="50" y="179"/>
                    </a:lnTo>
                    <a:lnTo>
                      <a:pt x="51" y="179"/>
                    </a:lnTo>
                    <a:lnTo>
                      <a:pt x="51" y="178"/>
                    </a:lnTo>
                    <a:lnTo>
                      <a:pt x="52" y="177"/>
                    </a:lnTo>
                    <a:lnTo>
                      <a:pt x="52" y="176"/>
                    </a:lnTo>
                    <a:lnTo>
                      <a:pt x="52" y="175"/>
                    </a:lnTo>
                    <a:lnTo>
                      <a:pt x="53" y="174"/>
                    </a:lnTo>
                    <a:lnTo>
                      <a:pt x="53" y="173"/>
                    </a:lnTo>
                    <a:lnTo>
                      <a:pt x="54" y="172"/>
                    </a:lnTo>
                    <a:lnTo>
                      <a:pt x="54" y="171"/>
                    </a:lnTo>
                    <a:lnTo>
                      <a:pt x="55" y="170"/>
                    </a:lnTo>
                    <a:lnTo>
                      <a:pt x="56" y="170"/>
                    </a:lnTo>
                    <a:lnTo>
                      <a:pt x="57" y="171"/>
                    </a:lnTo>
                    <a:lnTo>
                      <a:pt x="57" y="172"/>
                    </a:lnTo>
                    <a:lnTo>
                      <a:pt x="58" y="174"/>
                    </a:lnTo>
                    <a:lnTo>
                      <a:pt x="58" y="175"/>
                    </a:lnTo>
                    <a:lnTo>
                      <a:pt x="59" y="176"/>
                    </a:lnTo>
                    <a:lnTo>
                      <a:pt x="59" y="177"/>
                    </a:lnTo>
                    <a:lnTo>
                      <a:pt x="60" y="178"/>
                    </a:lnTo>
                    <a:lnTo>
                      <a:pt x="60" y="179"/>
                    </a:lnTo>
                    <a:lnTo>
                      <a:pt x="60" y="180"/>
                    </a:lnTo>
                    <a:lnTo>
                      <a:pt x="61" y="180"/>
                    </a:lnTo>
                    <a:lnTo>
                      <a:pt x="62" y="180"/>
                    </a:lnTo>
                    <a:lnTo>
                      <a:pt x="62" y="179"/>
                    </a:lnTo>
                    <a:lnTo>
                      <a:pt x="63" y="178"/>
                    </a:lnTo>
                    <a:lnTo>
                      <a:pt x="63" y="177"/>
                    </a:lnTo>
                    <a:lnTo>
                      <a:pt x="63" y="176"/>
                    </a:lnTo>
                    <a:lnTo>
                      <a:pt x="64" y="174"/>
                    </a:lnTo>
                    <a:lnTo>
                      <a:pt x="64" y="172"/>
                    </a:lnTo>
                    <a:lnTo>
                      <a:pt x="65" y="171"/>
                    </a:lnTo>
                    <a:lnTo>
                      <a:pt x="65" y="169"/>
                    </a:lnTo>
                    <a:lnTo>
                      <a:pt x="65" y="168"/>
                    </a:lnTo>
                    <a:lnTo>
                      <a:pt x="66" y="167"/>
                    </a:lnTo>
                    <a:lnTo>
                      <a:pt x="66" y="166"/>
                    </a:lnTo>
                    <a:lnTo>
                      <a:pt x="67" y="166"/>
                    </a:lnTo>
                    <a:lnTo>
                      <a:pt x="67" y="167"/>
                    </a:lnTo>
                    <a:lnTo>
                      <a:pt x="68" y="168"/>
                    </a:lnTo>
                    <a:lnTo>
                      <a:pt x="68" y="169"/>
                    </a:lnTo>
                    <a:lnTo>
                      <a:pt x="68" y="171"/>
                    </a:lnTo>
                    <a:lnTo>
                      <a:pt x="69" y="173"/>
                    </a:lnTo>
                    <a:lnTo>
                      <a:pt x="69" y="176"/>
                    </a:lnTo>
                    <a:lnTo>
                      <a:pt x="70" y="178"/>
                    </a:lnTo>
                    <a:lnTo>
                      <a:pt x="70" y="181"/>
                    </a:lnTo>
                    <a:lnTo>
                      <a:pt x="70" y="184"/>
                    </a:lnTo>
                    <a:lnTo>
                      <a:pt x="71" y="186"/>
                    </a:lnTo>
                    <a:lnTo>
                      <a:pt x="71" y="188"/>
                    </a:lnTo>
                    <a:lnTo>
                      <a:pt x="72" y="189"/>
                    </a:lnTo>
                    <a:lnTo>
                      <a:pt x="73" y="188"/>
                    </a:lnTo>
                    <a:lnTo>
                      <a:pt x="73" y="186"/>
                    </a:lnTo>
                    <a:lnTo>
                      <a:pt x="73" y="183"/>
                    </a:lnTo>
                    <a:lnTo>
                      <a:pt x="74" y="179"/>
                    </a:lnTo>
                    <a:lnTo>
                      <a:pt x="74" y="173"/>
                    </a:lnTo>
                    <a:lnTo>
                      <a:pt x="75" y="167"/>
                    </a:lnTo>
                    <a:lnTo>
                      <a:pt x="75" y="159"/>
                    </a:lnTo>
                    <a:lnTo>
                      <a:pt x="76" y="149"/>
                    </a:lnTo>
                    <a:lnTo>
                      <a:pt x="76" y="139"/>
                    </a:lnTo>
                    <a:lnTo>
                      <a:pt x="76" y="128"/>
                    </a:lnTo>
                    <a:lnTo>
                      <a:pt x="77" y="117"/>
                    </a:lnTo>
                    <a:lnTo>
                      <a:pt x="77" y="105"/>
                    </a:lnTo>
                    <a:lnTo>
                      <a:pt x="78" y="93"/>
                    </a:lnTo>
                    <a:lnTo>
                      <a:pt x="78" y="80"/>
                    </a:lnTo>
                    <a:lnTo>
                      <a:pt x="78" y="68"/>
                    </a:lnTo>
                    <a:lnTo>
                      <a:pt x="79" y="57"/>
                    </a:lnTo>
                    <a:lnTo>
                      <a:pt x="79" y="46"/>
                    </a:lnTo>
                    <a:lnTo>
                      <a:pt x="80" y="37"/>
                    </a:lnTo>
                    <a:lnTo>
                      <a:pt x="80" y="28"/>
                    </a:lnTo>
                    <a:lnTo>
                      <a:pt x="81" y="20"/>
                    </a:lnTo>
                    <a:lnTo>
                      <a:pt x="81" y="14"/>
                    </a:lnTo>
                    <a:lnTo>
                      <a:pt x="81" y="8"/>
                    </a:lnTo>
                    <a:lnTo>
                      <a:pt x="82" y="5"/>
                    </a:lnTo>
                    <a:lnTo>
                      <a:pt x="82" y="2"/>
                    </a:lnTo>
                    <a:lnTo>
                      <a:pt x="83" y="0"/>
                    </a:lnTo>
                    <a:lnTo>
                      <a:pt x="84" y="1"/>
                    </a:lnTo>
                    <a:lnTo>
                      <a:pt x="84" y="2"/>
                    </a:lnTo>
                    <a:lnTo>
                      <a:pt x="84" y="4"/>
                    </a:lnTo>
                    <a:lnTo>
                      <a:pt x="85" y="6"/>
                    </a:lnTo>
                    <a:lnTo>
                      <a:pt x="85" y="9"/>
                    </a:lnTo>
                    <a:lnTo>
                      <a:pt x="86" y="11"/>
                    </a:lnTo>
                    <a:lnTo>
                      <a:pt x="86" y="14"/>
                    </a:lnTo>
                    <a:lnTo>
                      <a:pt x="86" y="16"/>
                    </a:lnTo>
                    <a:lnTo>
                      <a:pt x="87" y="19"/>
                    </a:lnTo>
                    <a:lnTo>
                      <a:pt x="87" y="20"/>
                    </a:lnTo>
                    <a:lnTo>
                      <a:pt x="88" y="22"/>
                    </a:lnTo>
                    <a:lnTo>
                      <a:pt x="89" y="23"/>
                    </a:lnTo>
                    <a:lnTo>
                      <a:pt x="89" y="22"/>
                    </a:lnTo>
                    <a:lnTo>
                      <a:pt x="90" y="21"/>
                    </a:lnTo>
                    <a:lnTo>
                      <a:pt x="90" y="19"/>
                    </a:lnTo>
                    <a:lnTo>
                      <a:pt x="91" y="18"/>
                    </a:lnTo>
                    <a:lnTo>
                      <a:pt x="91" y="16"/>
                    </a:lnTo>
                    <a:lnTo>
                      <a:pt x="91" y="14"/>
                    </a:lnTo>
                    <a:lnTo>
                      <a:pt x="92" y="13"/>
                    </a:lnTo>
                    <a:lnTo>
                      <a:pt x="92" y="11"/>
                    </a:lnTo>
                    <a:lnTo>
                      <a:pt x="93" y="10"/>
                    </a:lnTo>
                    <a:lnTo>
                      <a:pt x="93" y="9"/>
                    </a:lnTo>
                    <a:lnTo>
                      <a:pt x="94" y="9"/>
                    </a:lnTo>
                    <a:lnTo>
                      <a:pt x="95" y="9"/>
                    </a:lnTo>
                    <a:lnTo>
                      <a:pt x="95" y="10"/>
                    </a:lnTo>
                    <a:lnTo>
                      <a:pt x="96" y="11"/>
                    </a:lnTo>
                    <a:lnTo>
                      <a:pt x="96" y="12"/>
                    </a:lnTo>
                    <a:lnTo>
                      <a:pt x="97" y="13"/>
                    </a:lnTo>
                    <a:lnTo>
                      <a:pt x="97" y="15"/>
                    </a:lnTo>
                    <a:lnTo>
                      <a:pt x="97" y="16"/>
                    </a:lnTo>
                    <a:lnTo>
                      <a:pt x="98" y="17"/>
                    </a:lnTo>
                    <a:lnTo>
                      <a:pt x="98" y="18"/>
                    </a:lnTo>
                    <a:lnTo>
                      <a:pt x="99" y="19"/>
                    </a:lnTo>
                    <a:lnTo>
                      <a:pt x="100" y="19"/>
                    </a:lnTo>
                    <a:lnTo>
                      <a:pt x="101" y="18"/>
                    </a:lnTo>
                    <a:lnTo>
                      <a:pt x="101" y="17"/>
                    </a:lnTo>
                    <a:lnTo>
                      <a:pt x="102" y="17"/>
                    </a:lnTo>
                    <a:lnTo>
                      <a:pt x="102" y="15"/>
                    </a:lnTo>
                    <a:lnTo>
                      <a:pt x="102" y="14"/>
                    </a:lnTo>
                    <a:lnTo>
                      <a:pt x="103" y="13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5" y="10"/>
                    </a:lnTo>
                    <a:lnTo>
                      <a:pt x="106" y="11"/>
                    </a:lnTo>
                    <a:lnTo>
                      <a:pt x="107" y="12"/>
                    </a:lnTo>
                    <a:lnTo>
                      <a:pt x="107" y="13"/>
                    </a:lnTo>
                    <a:lnTo>
                      <a:pt x="107" y="14"/>
                    </a:lnTo>
                    <a:lnTo>
                      <a:pt x="108" y="15"/>
                    </a:lnTo>
                    <a:lnTo>
                      <a:pt x="108" y="16"/>
                    </a:lnTo>
                    <a:lnTo>
                      <a:pt x="109" y="17"/>
                    </a:lnTo>
                    <a:lnTo>
                      <a:pt x="110" y="18"/>
                    </a:lnTo>
                    <a:lnTo>
                      <a:pt x="110" y="19"/>
                    </a:lnTo>
                    <a:lnTo>
                      <a:pt x="111" y="19"/>
                    </a:lnTo>
                    <a:lnTo>
                      <a:pt x="111" y="18"/>
                    </a:lnTo>
                    <a:lnTo>
                      <a:pt x="112" y="18"/>
                    </a:lnTo>
                    <a:lnTo>
                      <a:pt x="112" y="17"/>
                    </a:lnTo>
                    <a:lnTo>
                      <a:pt x="112" y="16"/>
                    </a:lnTo>
                    <a:lnTo>
                      <a:pt x="113" y="15"/>
                    </a:lnTo>
                    <a:lnTo>
                      <a:pt x="113" y="14"/>
                    </a:lnTo>
                    <a:lnTo>
                      <a:pt x="114" y="13"/>
                    </a:lnTo>
                    <a:lnTo>
                      <a:pt x="114" y="12"/>
                    </a:lnTo>
                    <a:lnTo>
                      <a:pt x="115" y="12"/>
                    </a:lnTo>
                    <a:lnTo>
                      <a:pt x="115" y="11"/>
                    </a:lnTo>
                    <a:lnTo>
                      <a:pt x="115" y="10"/>
                    </a:lnTo>
                    <a:lnTo>
                      <a:pt x="116" y="10"/>
                    </a:lnTo>
                    <a:lnTo>
                      <a:pt x="117" y="10"/>
                    </a:lnTo>
                    <a:lnTo>
                      <a:pt x="117" y="11"/>
                    </a:lnTo>
                    <a:lnTo>
                      <a:pt x="118" y="12"/>
                    </a:lnTo>
                    <a:lnTo>
                      <a:pt x="118" y="13"/>
                    </a:lnTo>
                    <a:lnTo>
                      <a:pt x="118" y="14"/>
                    </a:lnTo>
                    <a:lnTo>
                      <a:pt x="119" y="15"/>
                    </a:lnTo>
                    <a:lnTo>
                      <a:pt x="119" y="16"/>
                    </a:lnTo>
                    <a:lnTo>
                      <a:pt x="120" y="17"/>
                    </a:lnTo>
                    <a:lnTo>
                      <a:pt x="120" y="18"/>
                    </a:lnTo>
                    <a:lnTo>
                      <a:pt x="121" y="19"/>
                    </a:lnTo>
                    <a:lnTo>
                      <a:pt x="122" y="19"/>
                    </a:lnTo>
                    <a:lnTo>
                      <a:pt x="123" y="19"/>
                    </a:lnTo>
                    <a:lnTo>
                      <a:pt x="123" y="18"/>
                    </a:lnTo>
                    <a:lnTo>
                      <a:pt x="123" y="17"/>
                    </a:lnTo>
                    <a:lnTo>
                      <a:pt x="124" y="16"/>
                    </a:lnTo>
                    <a:lnTo>
                      <a:pt x="124" y="14"/>
                    </a:lnTo>
                    <a:lnTo>
                      <a:pt x="125" y="13"/>
                    </a:lnTo>
                    <a:lnTo>
                      <a:pt x="125" y="12"/>
                    </a:lnTo>
                    <a:lnTo>
                      <a:pt x="126" y="11"/>
                    </a:lnTo>
                    <a:lnTo>
                      <a:pt x="126" y="10"/>
                    </a:lnTo>
                    <a:lnTo>
                      <a:pt x="126" y="9"/>
                    </a:lnTo>
                    <a:lnTo>
                      <a:pt x="127" y="9"/>
                    </a:lnTo>
                    <a:lnTo>
                      <a:pt x="128" y="9"/>
                    </a:lnTo>
                    <a:lnTo>
                      <a:pt x="128" y="10"/>
                    </a:lnTo>
                    <a:lnTo>
                      <a:pt x="128" y="11"/>
                    </a:lnTo>
                    <a:lnTo>
                      <a:pt x="129" y="12"/>
                    </a:lnTo>
                    <a:lnTo>
                      <a:pt x="129" y="13"/>
                    </a:lnTo>
                    <a:lnTo>
                      <a:pt x="130" y="15"/>
                    </a:lnTo>
                    <a:lnTo>
                      <a:pt x="130" y="17"/>
                    </a:lnTo>
                    <a:lnTo>
                      <a:pt x="131" y="18"/>
                    </a:lnTo>
                    <a:lnTo>
                      <a:pt x="131" y="20"/>
                    </a:lnTo>
                    <a:lnTo>
                      <a:pt x="131" y="21"/>
                    </a:lnTo>
                    <a:lnTo>
                      <a:pt x="132" y="22"/>
                    </a:lnTo>
                    <a:lnTo>
                      <a:pt x="132" y="23"/>
                    </a:lnTo>
                    <a:lnTo>
                      <a:pt x="133" y="23"/>
                    </a:lnTo>
                    <a:lnTo>
                      <a:pt x="133" y="22"/>
                    </a:lnTo>
                    <a:lnTo>
                      <a:pt x="133" y="21"/>
                    </a:lnTo>
                    <a:lnTo>
                      <a:pt x="134" y="20"/>
                    </a:lnTo>
                    <a:lnTo>
                      <a:pt x="134" y="18"/>
                    </a:lnTo>
                    <a:lnTo>
                      <a:pt x="135" y="16"/>
                    </a:lnTo>
                    <a:lnTo>
                      <a:pt x="135" y="13"/>
                    </a:lnTo>
                    <a:lnTo>
                      <a:pt x="136" y="11"/>
                    </a:lnTo>
                    <a:lnTo>
                      <a:pt x="136" y="8"/>
                    </a:lnTo>
                    <a:lnTo>
                      <a:pt x="136" y="5"/>
                    </a:lnTo>
                    <a:lnTo>
                      <a:pt x="137" y="3"/>
                    </a:lnTo>
                    <a:lnTo>
                      <a:pt x="137" y="1"/>
                    </a:lnTo>
                    <a:lnTo>
                      <a:pt x="138" y="0"/>
                    </a:lnTo>
                    <a:lnTo>
                      <a:pt x="139" y="1"/>
                    </a:lnTo>
                    <a:lnTo>
                      <a:pt x="139" y="2"/>
                    </a:lnTo>
                    <a:lnTo>
                      <a:pt x="139" y="5"/>
                    </a:lnTo>
                    <a:lnTo>
                      <a:pt x="140" y="10"/>
                    </a:lnTo>
                    <a:lnTo>
                      <a:pt x="140" y="15"/>
                    </a:lnTo>
                    <a:lnTo>
                      <a:pt x="141" y="22"/>
                    </a:lnTo>
                    <a:lnTo>
                      <a:pt x="141" y="30"/>
                    </a:lnTo>
                    <a:lnTo>
                      <a:pt x="141" y="39"/>
                    </a:lnTo>
                    <a:lnTo>
                      <a:pt x="142" y="49"/>
                    </a:lnTo>
                    <a:lnTo>
                      <a:pt x="142" y="60"/>
                    </a:lnTo>
                    <a:lnTo>
                      <a:pt x="143" y="71"/>
                    </a:lnTo>
                    <a:lnTo>
                      <a:pt x="143" y="83"/>
                    </a:lnTo>
                    <a:lnTo>
                      <a:pt x="144" y="95"/>
                    </a:lnTo>
                    <a:lnTo>
                      <a:pt x="144" y="108"/>
                    </a:lnTo>
                    <a:lnTo>
                      <a:pt x="144" y="120"/>
                    </a:lnTo>
                    <a:lnTo>
                      <a:pt x="145" y="131"/>
                    </a:lnTo>
                    <a:lnTo>
                      <a:pt x="145" y="142"/>
                    </a:lnTo>
                    <a:lnTo>
                      <a:pt x="146" y="152"/>
                    </a:lnTo>
                    <a:lnTo>
                      <a:pt x="146" y="161"/>
                    </a:lnTo>
                    <a:lnTo>
                      <a:pt x="147" y="168"/>
                    </a:lnTo>
                    <a:lnTo>
                      <a:pt x="147" y="175"/>
                    </a:lnTo>
                    <a:lnTo>
                      <a:pt x="147" y="180"/>
                    </a:lnTo>
                    <a:lnTo>
                      <a:pt x="148" y="184"/>
                    </a:lnTo>
                    <a:lnTo>
                      <a:pt x="148" y="187"/>
                    </a:lnTo>
                    <a:lnTo>
                      <a:pt x="149" y="188"/>
                    </a:lnTo>
                    <a:lnTo>
                      <a:pt x="149" y="189"/>
                    </a:lnTo>
                    <a:lnTo>
                      <a:pt x="150" y="187"/>
                    </a:lnTo>
                    <a:lnTo>
                      <a:pt x="150" y="185"/>
                    </a:lnTo>
                    <a:lnTo>
                      <a:pt x="151" y="183"/>
                    </a:lnTo>
                    <a:lnTo>
                      <a:pt x="151" y="181"/>
                    </a:lnTo>
                    <a:lnTo>
                      <a:pt x="152" y="178"/>
                    </a:lnTo>
                    <a:lnTo>
                      <a:pt x="152" y="175"/>
                    </a:lnTo>
                    <a:lnTo>
                      <a:pt x="152" y="173"/>
                    </a:lnTo>
                    <a:lnTo>
                      <a:pt x="153" y="171"/>
                    </a:lnTo>
                    <a:lnTo>
                      <a:pt x="153" y="169"/>
                    </a:lnTo>
                    <a:lnTo>
                      <a:pt x="154" y="167"/>
                    </a:lnTo>
                    <a:lnTo>
                      <a:pt x="154" y="166"/>
                    </a:lnTo>
                    <a:lnTo>
                      <a:pt x="155" y="167"/>
                    </a:lnTo>
                    <a:lnTo>
                      <a:pt x="156" y="168"/>
                    </a:lnTo>
                    <a:lnTo>
                      <a:pt x="156" y="170"/>
                    </a:lnTo>
                    <a:lnTo>
                      <a:pt x="157" y="171"/>
                    </a:lnTo>
                    <a:lnTo>
                      <a:pt x="157" y="173"/>
                    </a:lnTo>
                    <a:lnTo>
                      <a:pt x="157" y="174"/>
                    </a:lnTo>
                    <a:lnTo>
                      <a:pt x="158" y="176"/>
                    </a:lnTo>
                    <a:lnTo>
                      <a:pt x="158" y="177"/>
                    </a:lnTo>
                    <a:lnTo>
                      <a:pt x="159" y="179"/>
                    </a:lnTo>
                    <a:lnTo>
                      <a:pt x="159" y="180"/>
                    </a:lnTo>
                    <a:lnTo>
                      <a:pt x="160" y="180"/>
                    </a:lnTo>
                    <a:lnTo>
                      <a:pt x="161" y="180"/>
                    </a:lnTo>
                    <a:lnTo>
                      <a:pt x="161" y="179"/>
                    </a:lnTo>
                    <a:lnTo>
                      <a:pt x="162" y="178"/>
                    </a:lnTo>
                    <a:lnTo>
                      <a:pt x="162" y="177"/>
                    </a:lnTo>
                    <a:lnTo>
                      <a:pt x="162" y="176"/>
                    </a:lnTo>
                    <a:lnTo>
                      <a:pt x="163" y="174"/>
                    </a:lnTo>
                    <a:lnTo>
                      <a:pt x="163" y="173"/>
                    </a:lnTo>
                    <a:lnTo>
                      <a:pt x="164" y="172"/>
                    </a:lnTo>
                    <a:lnTo>
                      <a:pt x="164" y="171"/>
                    </a:lnTo>
                    <a:lnTo>
                      <a:pt x="165" y="170"/>
                    </a:lnTo>
                    <a:lnTo>
                      <a:pt x="166" y="170"/>
                    </a:lnTo>
                    <a:lnTo>
                      <a:pt x="167" y="171"/>
                    </a:lnTo>
                    <a:lnTo>
                      <a:pt x="168" y="172"/>
                    </a:lnTo>
                    <a:lnTo>
                      <a:pt x="168" y="173"/>
                    </a:lnTo>
                    <a:lnTo>
                      <a:pt x="168" y="175"/>
                    </a:lnTo>
                    <a:lnTo>
                      <a:pt x="169" y="176"/>
                    </a:lnTo>
                    <a:lnTo>
                      <a:pt x="169" y="177"/>
                    </a:lnTo>
                    <a:lnTo>
                      <a:pt x="170" y="177"/>
                    </a:lnTo>
                    <a:lnTo>
                      <a:pt x="170" y="178"/>
                    </a:lnTo>
                    <a:lnTo>
                      <a:pt x="170" y="179"/>
                    </a:lnTo>
                    <a:lnTo>
                      <a:pt x="171" y="179"/>
                    </a:lnTo>
                    <a:lnTo>
                      <a:pt x="172" y="179"/>
                    </a:lnTo>
                    <a:lnTo>
                      <a:pt x="172" y="178"/>
                    </a:lnTo>
                    <a:lnTo>
                      <a:pt x="173" y="177"/>
                    </a:lnTo>
                    <a:lnTo>
                      <a:pt x="173" y="176"/>
                    </a:lnTo>
                    <a:lnTo>
                      <a:pt x="173" y="175"/>
                    </a:lnTo>
                    <a:lnTo>
                      <a:pt x="174" y="174"/>
                    </a:lnTo>
                    <a:lnTo>
                      <a:pt x="174" y="173"/>
                    </a:lnTo>
                    <a:lnTo>
                      <a:pt x="175" y="172"/>
                    </a:lnTo>
                    <a:lnTo>
                      <a:pt x="175" y="171"/>
                    </a:lnTo>
                    <a:lnTo>
                      <a:pt x="176" y="171"/>
                    </a:lnTo>
                    <a:lnTo>
                      <a:pt x="176" y="170"/>
                    </a:lnTo>
                    <a:lnTo>
                      <a:pt x="177" y="170"/>
                    </a:lnTo>
                    <a:lnTo>
                      <a:pt x="177" y="171"/>
                    </a:lnTo>
                    <a:lnTo>
                      <a:pt x="178" y="171"/>
                    </a:lnTo>
                    <a:lnTo>
                      <a:pt x="178" y="172"/>
                    </a:lnTo>
                    <a:lnTo>
                      <a:pt x="178" y="173"/>
                    </a:lnTo>
                    <a:lnTo>
                      <a:pt x="179" y="174"/>
                    </a:lnTo>
                    <a:lnTo>
                      <a:pt x="179" y="175"/>
                    </a:lnTo>
                    <a:lnTo>
                      <a:pt x="180" y="176"/>
                    </a:lnTo>
                    <a:lnTo>
                      <a:pt x="180" y="177"/>
                    </a:lnTo>
                    <a:lnTo>
                      <a:pt x="181" y="177"/>
                    </a:lnTo>
                    <a:lnTo>
                      <a:pt x="181" y="178"/>
                    </a:lnTo>
                    <a:lnTo>
                      <a:pt x="181" y="179"/>
                    </a:lnTo>
                    <a:lnTo>
                      <a:pt x="182" y="179"/>
                    </a:lnTo>
                    <a:lnTo>
                      <a:pt x="183" y="179"/>
                    </a:lnTo>
                    <a:lnTo>
                      <a:pt x="183" y="178"/>
                    </a:lnTo>
                    <a:lnTo>
                      <a:pt x="183" y="177"/>
                    </a:lnTo>
                    <a:lnTo>
                      <a:pt x="184" y="177"/>
                    </a:lnTo>
                    <a:lnTo>
                      <a:pt x="184" y="176"/>
                    </a:lnTo>
                    <a:lnTo>
                      <a:pt x="185" y="174"/>
                    </a:lnTo>
                    <a:lnTo>
                      <a:pt x="185" y="173"/>
                    </a:lnTo>
                    <a:lnTo>
                      <a:pt x="186" y="172"/>
                    </a:lnTo>
                    <a:lnTo>
                      <a:pt x="186" y="171"/>
                    </a:lnTo>
                    <a:lnTo>
                      <a:pt x="187" y="170"/>
                    </a:lnTo>
                    <a:lnTo>
                      <a:pt x="188" y="170"/>
                    </a:lnTo>
                    <a:lnTo>
                      <a:pt x="189" y="170"/>
                    </a:lnTo>
                    <a:lnTo>
                      <a:pt x="189" y="171"/>
                    </a:lnTo>
                    <a:lnTo>
                      <a:pt x="189" y="172"/>
                    </a:lnTo>
                    <a:lnTo>
                      <a:pt x="190" y="173"/>
                    </a:lnTo>
                    <a:lnTo>
                      <a:pt x="190" y="175"/>
                    </a:lnTo>
                    <a:lnTo>
                      <a:pt x="191" y="176"/>
                    </a:lnTo>
                    <a:lnTo>
                      <a:pt x="191" y="177"/>
                    </a:lnTo>
                    <a:lnTo>
                      <a:pt x="191" y="178"/>
                    </a:lnTo>
                    <a:lnTo>
                      <a:pt x="192" y="179"/>
                    </a:lnTo>
                    <a:lnTo>
                      <a:pt x="192" y="180"/>
                    </a:lnTo>
                    <a:lnTo>
                      <a:pt x="193" y="180"/>
                    </a:lnTo>
                    <a:lnTo>
                      <a:pt x="194" y="180"/>
                    </a:lnTo>
                    <a:lnTo>
                      <a:pt x="194" y="179"/>
                    </a:lnTo>
                    <a:lnTo>
                      <a:pt x="195" y="177"/>
                    </a:lnTo>
                    <a:lnTo>
                      <a:pt x="195" y="176"/>
                    </a:lnTo>
                    <a:lnTo>
                      <a:pt x="196" y="174"/>
                    </a:lnTo>
                    <a:lnTo>
                      <a:pt x="196" y="173"/>
                    </a:lnTo>
                    <a:lnTo>
                      <a:pt x="196" y="171"/>
                    </a:lnTo>
                    <a:lnTo>
                      <a:pt x="197" y="169"/>
                    </a:lnTo>
                    <a:lnTo>
                      <a:pt x="197" y="168"/>
                    </a:lnTo>
                    <a:lnTo>
                      <a:pt x="198" y="167"/>
                    </a:lnTo>
                    <a:lnTo>
                      <a:pt x="199" y="166"/>
                    </a:lnTo>
                    <a:lnTo>
                      <a:pt x="199" y="167"/>
                    </a:lnTo>
                    <a:lnTo>
                      <a:pt x="199" y="168"/>
                    </a:lnTo>
                    <a:lnTo>
                      <a:pt x="200" y="169"/>
                    </a:lnTo>
                    <a:lnTo>
                      <a:pt x="200" y="171"/>
                    </a:lnTo>
                    <a:lnTo>
                      <a:pt x="201" y="173"/>
                    </a:lnTo>
                    <a:lnTo>
                      <a:pt x="201" y="175"/>
                    </a:lnTo>
                    <a:lnTo>
                      <a:pt x="202" y="178"/>
                    </a:lnTo>
                    <a:lnTo>
                      <a:pt x="202" y="181"/>
                    </a:lnTo>
                    <a:lnTo>
                      <a:pt x="202" y="183"/>
                    </a:lnTo>
                    <a:lnTo>
                      <a:pt x="203" y="186"/>
                    </a:lnTo>
                    <a:lnTo>
                      <a:pt x="203" y="187"/>
                    </a:lnTo>
                    <a:lnTo>
                      <a:pt x="204" y="189"/>
                    </a:lnTo>
                    <a:lnTo>
                      <a:pt x="204" y="188"/>
                    </a:lnTo>
                    <a:lnTo>
                      <a:pt x="205" y="187"/>
                    </a:lnTo>
                    <a:lnTo>
                      <a:pt x="205" y="184"/>
                    </a:lnTo>
                    <a:lnTo>
                      <a:pt x="206" y="180"/>
                    </a:lnTo>
                    <a:lnTo>
                      <a:pt x="206" y="174"/>
                    </a:lnTo>
                    <a:lnTo>
                      <a:pt x="207" y="168"/>
                    </a:lnTo>
                    <a:lnTo>
                      <a:pt x="207" y="160"/>
                    </a:lnTo>
                    <a:lnTo>
                      <a:pt x="207" y="151"/>
                    </a:lnTo>
                    <a:lnTo>
                      <a:pt x="208" y="141"/>
                    </a:lnTo>
                    <a:lnTo>
                      <a:pt x="208" y="130"/>
                    </a:lnTo>
                    <a:lnTo>
                      <a:pt x="209" y="119"/>
                    </a:lnTo>
                    <a:lnTo>
                      <a:pt x="209" y="107"/>
                    </a:lnTo>
                    <a:lnTo>
                      <a:pt x="210" y="95"/>
                    </a:lnTo>
                    <a:lnTo>
                      <a:pt x="210" y="82"/>
                    </a:lnTo>
                    <a:lnTo>
                      <a:pt x="210" y="70"/>
                    </a:lnTo>
                    <a:lnTo>
                      <a:pt x="211" y="59"/>
                    </a:lnTo>
                    <a:lnTo>
                      <a:pt x="211" y="48"/>
                    </a:lnTo>
                    <a:lnTo>
                      <a:pt x="212" y="38"/>
                    </a:lnTo>
                    <a:lnTo>
                      <a:pt x="212" y="29"/>
                    </a:lnTo>
                    <a:lnTo>
                      <a:pt x="212" y="21"/>
                    </a:lnTo>
                    <a:lnTo>
                      <a:pt x="213" y="15"/>
                    </a:lnTo>
                    <a:lnTo>
                      <a:pt x="213" y="9"/>
                    </a:lnTo>
                    <a:lnTo>
                      <a:pt x="214" y="5"/>
                    </a:lnTo>
                    <a:lnTo>
                      <a:pt x="214" y="2"/>
                    </a:lnTo>
                    <a:lnTo>
                      <a:pt x="215" y="1"/>
                    </a:lnTo>
                    <a:lnTo>
                      <a:pt x="215" y="0"/>
                    </a:lnTo>
                    <a:lnTo>
                      <a:pt x="216" y="2"/>
                    </a:lnTo>
                    <a:lnTo>
                      <a:pt x="216" y="3"/>
                    </a:lnTo>
                    <a:lnTo>
                      <a:pt x="217" y="6"/>
                    </a:lnTo>
                    <a:lnTo>
                      <a:pt x="217" y="8"/>
                    </a:lnTo>
                    <a:lnTo>
                      <a:pt x="217" y="11"/>
                    </a:lnTo>
                    <a:lnTo>
                      <a:pt x="218" y="14"/>
                    </a:lnTo>
                    <a:lnTo>
                      <a:pt x="218" y="16"/>
                    </a:lnTo>
                    <a:lnTo>
                      <a:pt x="219" y="18"/>
                    </a:lnTo>
                    <a:lnTo>
                      <a:pt x="219" y="20"/>
                    </a:lnTo>
                    <a:lnTo>
                      <a:pt x="220" y="21"/>
                    </a:lnTo>
                    <a:lnTo>
                      <a:pt x="220" y="22"/>
                    </a:lnTo>
                    <a:lnTo>
                      <a:pt x="220" y="23"/>
                    </a:lnTo>
                    <a:lnTo>
                      <a:pt x="221" y="22"/>
                    </a:lnTo>
                    <a:lnTo>
                      <a:pt x="222" y="21"/>
                    </a:lnTo>
                    <a:lnTo>
                      <a:pt x="222" y="20"/>
                    </a:lnTo>
                    <a:lnTo>
                      <a:pt x="223" y="18"/>
                    </a:lnTo>
                    <a:lnTo>
                      <a:pt x="223" y="16"/>
                    </a:lnTo>
                    <a:lnTo>
                      <a:pt x="223" y="15"/>
                    </a:lnTo>
                    <a:lnTo>
                      <a:pt x="224" y="13"/>
                    </a:lnTo>
                    <a:lnTo>
                      <a:pt x="224" y="12"/>
                    </a:lnTo>
                    <a:lnTo>
                      <a:pt x="225" y="10"/>
                    </a:lnTo>
                    <a:lnTo>
                      <a:pt x="225" y="9"/>
                    </a:lnTo>
                    <a:lnTo>
                      <a:pt x="226" y="9"/>
                    </a:lnTo>
                    <a:lnTo>
                      <a:pt x="227" y="9"/>
                    </a:lnTo>
                    <a:lnTo>
                      <a:pt x="227" y="10"/>
                    </a:lnTo>
                    <a:lnTo>
                      <a:pt x="228" y="11"/>
                    </a:lnTo>
                    <a:lnTo>
                      <a:pt x="228" y="12"/>
                    </a:lnTo>
                    <a:lnTo>
                      <a:pt x="228" y="13"/>
                    </a:lnTo>
                    <a:lnTo>
                      <a:pt x="229" y="14"/>
                    </a:lnTo>
                    <a:lnTo>
                      <a:pt x="229" y="16"/>
                    </a:lnTo>
                    <a:lnTo>
                      <a:pt x="230" y="17"/>
                    </a:lnTo>
                    <a:lnTo>
                      <a:pt x="230" y="18"/>
                    </a:lnTo>
                    <a:lnTo>
                      <a:pt x="231" y="19"/>
                    </a:lnTo>
                    <a:lnTo>
                      <a:pt x="232" y="19"/>
                    </a:lnTo>
                    <a:lnTo>
                      <a:pt x="233" y="18"/>
                    </a:lnTo>
                    <a:lnTo>
                      <a:pt x="233" y="17"/>
                    </a:lnTo>
                    <a:lnTo>
                      <a:pt x="234" y="16"/>
                    </a:lnTo>
                    <a:lnTo>
                      <a:pt x="234" y="15"/>
                    </a:lnTo>
                    <a:lnTo>
                      <a:pt x="235" y="13"/>
                    </a:lnTo>
                    <a:lnTo>
                      <a:pt x="235" y="12"/>
                    </a:lnTo>
                    <a:lnTo>
                      <a:pt x="236" y="12"/>
                    </a:lnTo>
                    <a:lnTo>
                      <a:pt x="236" y="11"/>
                    </a:lnTo>
                    <a:lnTo>
                      <a:pt x="236" y="10"/>
                    </a:lnTo>
                    <a:lnTo>
                      <a:pt x="237" y="10"/>
                    </a:lnTo>
                    <a:lnTo>
                      <a:pt x="238" y="10"/>
                    </a:lnTo>
                    <a:lnTo>
                      <a:pt x="238" y="11"/>
                    </a:lnTo>
                    <a:lnTo>
                      <a:pt x="238" y="12"/>
                    </a:lnTo>
                    <a:lnTo>
                      <a:pt x="239" y="12"/>
                    </a:lnTo>
                    <a:lnTo>
                      <a:pt x="239" y="13"/>
                    </a:lnTo>
                    <a:lnTo>
                      <a:pt x="240" y="14"/>
                    </a:lnTo>
                    <a:lnTo>
                      <a:pt x="240" y="15"/>
                    </a:lnTo>
                    <a:lnTo>
                      <a:pt x="241" y="16"/>
                    </a:lnTo>
                    <a:lnTo>
                      <a:pt x="241" y="17"/>
                    </a:lnTo>
                    <a:lnTo>
                      <a:pt x="241" y="18"/>
                    </a:lnTo>
                    <a:lnTo>
                      <a:pt x="242" y="18"/>
                    </a:lnTo>
                    <a:lnTo>
                      <a:pt x="242" y="19"/>
                    </a:lnTo>
                    <a:lnTo>
                      <a:pt x="243" y="19"/>
                    </a:lnTo>
                    <a:lnTo>
                      <a:pt x="243" y="18"/>
                    </a:lnTo>
                    <a:lnTo>
                      <a:pt x="244" y="18"/>
                    </a:lnTo>
                    <a:lnTo>
                      <a:pt x="244" y="17"/>
                    </a:lnTo>
                    <a:lnTo>
                      <a:pt x="245" y="16"/>
                    </a:lnTo>
                    <a:lnTo>
                      <a:pt x="245" y="15"/>
                    </a:lnTo>
                    <a:lnTo>
                      <a:pt x="246" y="14"/>
                    </a:lnTo>
                    <a:lnTo>
                      <a:pt x="246" y="13"/>
                    </a:lnTo>
                    <a:lnTo>
                      <a:pt x="246" y="12"/>
                    </a:lnTo>
                    <a:lnTo>
                      <a:pt x="247" y="11"/>
                    </a:lnTo>
                    <a:lnTo>
                      <a:pt x="247" y="10"/>
                    </a:lnTo>
                    <a:lnTo>
                      <a:pt x="248" y="10"/>
                    </a:lnTo>
                    <a:lnTo>
                      <a:pt x="249" y="10"/>
                    </a:lnTo>
                    <a:lnTo>
                      <a:pt x="249" y="11"/>
                    </a:lnTo>
                    <a:lnTo>
                      <a:pt x="249" y="12"/>
                    </a:lnTo>
                    <a:lnTo>
                      <a:pt x="250" y="12"/>
                    </a:lnTo>
                    <a:lnTo>
                      <a:pt x="250" y="13"/>
                    </a:lnTo>
                    <a:lnTo>
                      <a:pt x="251" y="14"/>
                    </a:lnTo>
                    <a:lnTo>
                      <a:pt x="251" y="16"/>
                    </a:lnTo>
                    <a:lnTo>
                      <a:pt x="252" y="17"/>
                    </a:lnTo>
                    <a:lnTo>
                      <a:pt x="252" y="18"/>
                    </a:lnTo>
                    <a:lnTo>
                      <a:pt x="253" y="19"/>
                    </a:lnTo>
                    <a:lnTo>
                      <a:pt x="254" y="19"/>
                    </a:lnTo>
                    <a:lnTo>
                      <a:pt x="255" y="18"/>
                    </a:lnTo>
                    <a:lnTo>
                      <a:pt x="255" y="17"/>
                    </a:lnTo>
                    <a:lnTo>
                      <a:pt x="256" y="16"/>
                    </a:lnTo>
                    <a:lnTo>
                      <a:pt x="256" y="15"/>
                    </a:lnTo>
                    <a:lnTo>
                      <a:pt x="257" y="13"/>
                    </a:lnTo>
                    <a:lnTo>
                      <a:pt x="257" y="12"/>
                    </a:lnTo>
                    <a:lnTo>
                      <a:pt x="257" y="11"/>
                    </a:lnTo>
                    <a:lnTo>
                      <a:pt x="258" y="10"/>
                    </a:lnTo>
                    <a:lnTo>
                      <a:pt x="258" y="9"/>
                    </a:lnTo>
                    <a:lnTo>
                      <a:pt x="259" y="9"/>
                    </a:lnTo>
                    <a:lnTo>
                      <a:pt x="260" y="9"/>
                    </a:lnTo>
                    <a:lnTo>
                      <a:pt x="260" y="10"/>
                    </a:lnTo>
                    <a:lnTo>
                      <a:pt x="261" y="12"/>
                    </a:lnTo>
                    <a:lnTo>
                      <a:pt x="261" y="13"/>
                    </a:lnTo>
                    <a:lnTo>
                      <a:pt x="262" y="15"/>
                    </a:lnTo>
                    <a:lnTo>
                      <a:pt x="262" y="16"/>
                    </a:lnTo>
                    <a:lnTo>
                      <a:pt x="262" y="18"/>
                    </a:lnTo>
                    <a:lnTo>
                      <a:pt x="263" y="19"/>
                    </a:lnTo>
                    <a:lnTo>
                      <a:pt x="263" y="21"/>
                    </a:lnTo>
                    <a:lnTo>
                      <a:pt x="264" y="22"/>
                    </a:lnTo>
                    <a:lnTo>
                      <a:pt x="265" y="23"/>
                    </a:lnTo>
                    <a:lnTo>
                      <a:pt x="265" y="22"/>
                    </a:lnTo>
                    <a:lnTo>
                      <a:pt x="266" y="20"/>
                    </a:lnTo>
                    <a:lnTo>
                      <a:pt x="266" y="18"/>
                    </a:lnTo>
                    <a:lnTo>
                      <a:pt x="267" y="16"/>
                    </a:lnTo>
                    <a:lnTo>
                      <a:pt x="267" y="14"/>
                    </a:lnTo>
                    <a:lnTo>
                      <a:pt x="267" y="11"/>
                    </a:lnTo>
                    <a:lnTo>
                      <a:pt x="268" y="8"/>
                    </a:lnTo>
                    <a:lnTo>
                      <a:pt x="268" y="6"/>
                    </a:lnTo>
                    <a:lnTo>
                      <a:pt x="269" y="4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70" y="1"/>
                    </a:lnTo>
                    <a:lnTo>
                      <a:pt x="271" y="2"/>
                    </a:lnTo>
                    <a:lnTo>
                      <a:pt x="271" y="5"/>
                    </a:lnTo>
                    <a:lnTo>
                      <a:pt x="272" y="9"/>
                    </a:lnTo>
                    <a:lnTo>
                      <a:pt x="272" y="14"/>
                    </a:lnTo>
                    <a:lnTo>
                      <a:pt x="273" y="21"/>
                    </a:lnTo>
                    <a:lnTo>
                      <a:pt x="273" y="28"/>
                    </a:lnTo>
                    <a:lnTo>
                      <a:pt x="273" y="37"/>
                    </a:lnTo>
                    <a:lnTo>
                      <a:pt x="274" y="47"/>
                    </a:lnTo>
                    <a:lnTo>
                      <a:pt x="274" y="58"/>
                    </a:lnTo>
                    <a:lnTo>
                      <a:pt x="275" y="69"/>
                    </a:lnTo>
                    <a:lnTo>
                      <a:pt x="275" y="81"/>
                    </a:lnTo>
                    <a:lnTo>
                      <a:pt x="275" y="94"/>
                    </a:lnTo>
                    <a:lnTo>
                      <a:pt x="276" y="106"/>
                    </a:lnTo>
                    <a:lnTo>
                      <a:pt x="276" y="118"/>
                    </a:lnTo>
                    <a:lnTo>
                      <a:pt x="277" y="129"/>
                    </a:lnTo>
                    <a:lnTo>
                      <a:pt x="277" y="140"/>
                    </a:lnTo>
                    <a:lnTo>
                      <a:pt x="278" y="150"/>
                    </a:lnTo>
                    <a:lnTo>
                      <a:pt x="278" y="159"/>
                    </a:lnTo>
                    <a:lnTo>
                      <a:pt x="278" y="167"/>
                    </a:lnTo>
                    <a:lnTo>
                      <a:pt x="279" y="174"/>
                    </a:lnTo>
                    <a:lnTo>
                      <a:pt x="279" y="179"/>
                    </a:lnTo>
                    <a:lnTo>
                      <a:pt x="280" y="184"/>
                    </a:lnTo>
                    <a:lnTo>
                      <a:pt x="280" y="187"/>
                    </a:lnTo>
                    <a:lnTo>
                      <a:pt x="280" y="188"/>
                    </a:lnTo>
                    <a:lnTo>
                      <a:pt x="281" y="189"/>
                    </a:lnTo>
                    <a:lnTo>
                      <a:pt x="282" y="188"/>
                    </a:lnTo>
                    <a:lnTo>
                      <a:pt x="282" y="186"/>
                    </a:lnTo>
                    <a:lnTo>
                      <a:pt x="283" y="184"/>
                    </a:lnTo>
                    <a:lnTo>
                      <a:pt x="283" y="181"/>
                    </a:lnTo>
                    <a:lnTo>
                      <a:pt x="283" y="178"/>
                    </a:lnTo>
                    <a:lnTo>
                      <a:pt x="284" y="176"/>
                    </a:lnTo>
                    <a:lnTo>
                      <a:pt x="284" y="173"/>
                    </a:lnTo>
                    <a:lnTo>
                      <a:pt x="285" y="171"/>
                    </a:lnTo>
                    <a:lnTo>
                      <a:pt x="285" y="169"/>
                    </a:lnTo>
                    <a:lnTo>
                      <a:pt x="286" y="168"/>
                    </a:lnTo>
                    <a:lnTo>
                      <a:pt x="286" y="167"/>
                    </a:lnTo>
                    <a:lnTo>
                      <a:pt x="286" y="166"/>
                    </a:lnTo>
                    <a:lnTo>
                      <a:pt x="287" y="166"/>
                    </a:lnTo>
                    <a:lnTo>
                      <a:pt x="287" y="167"/>
                    </a:lnTo>
                    <a:lnTo>
                      <a:pt x="288" y="168"/>
                    </a:lnTo>
                    <a:lnTo>
                      <a:pt x="288" y="169"/>
                    </a:lnTo>
                    <a:lnTo>
                      <a:pt x="288" y="171"/>
                    </a:lnTo>
                    <a:lnTo>
                      <a:pt x="289" y="172"/>
                    </a:lnTo>
                    <a:lnTo>
                      <a:pt x="289" y="174"/>
                    </a:lnTo>
                    <a:lnTo>
                      <a:pt x="290" y="176"/>
                    </a:lnTo>
                    <a:lnTo>
                      <a:pt x="290" y="177"/>
                    </a:lnTo>
                    <a:lnTo>
                      <a:pt x="291" y="178"/>
                    </a:lnTo>
                    <a:lnTo>
                      <a:pt x="291" y="179"/>
                    </a:lnTo>
                    <a:lnTo>
                      <a:pt x="291" y="180"/>
                    </a:lnTo>
                    <a:lnTo>
                      <a:pt x="292" y="180"/>
                    </a:lnTo>
                    <a:lnTo>
                      <a:pt x="293" y="180"/>
                    </a:lnTo>
                    <a:lnTo>
                      <a:pt x="293" y="179"/>
                    </a:lnTo>
                    <a:lnTo>
                      <a:pt x="294" y="178"/>
                    </a:lnTo>
                    <a:lnTo>
                      <a:pt x="294" y="177"/>
                    </a:lnTo>
                    <a:lnTo>
                      <a:pt x="294" y="176"/>
                    </a:lnTo>
                    <a:lnTo>
                      <a:pt x="295" y="175"/>
                    </a:lnTo>
                    <a:lnTo>
                      <a:pt x="295" y="173"/>
                    </a:lnTo>
                    <a:lnTo>
                      <a:pt x="296" y="172"/>
                    </a:lnTo>
                    <a:lnTo>
                      <a:pt x="296" y="171"/>
                    </a:lnTo>
                    <a:lnTo>
                      <a:pt x="296" y="170"/>
                    </a:lnTo>
                    <a:lnTo>
                      <a:pt x="297" y="170"/>
                    </a:lnTo>
                    <a:lnTo>
                      <a:pt x="298" y="170"/>
                    </a:lnTo>
                    <a:lnTo>
                      <a:pt x="299" y="171"/>
                    </a:lnTo>
                    <a:lnTo>
                      <a:pt x="299" y="172"/>
                    </a:lnTo>
                    <a:lnTo>
                      <a:pt x="300" y="173"/>
                    </a:lnTo>
                    <a:lnTo>
                      <a:pt x="300" y="174"/>
                    </a:lnTo>
                    <a:lnTo>
                      <a:pt x="301" y="175"/>
                    </a:lnTo>
                    <a:lnTo>
                      <a:pt x="301" y="176"/>
                    </a:lnTo>
                    <a:lnTo>
                      <a:pt x="301" y="177"/>
                    </a:lnTo>
                    <a:lnTo>
                      <a:pt x="302" y="178"/>
                    </a:lnTo>
                    <a:lnTo>
                      <a:pt x="302" y="179"/>
                    </a:lnTo>
                    <a:lnTo>
                      <a:pt x="303" y="179"/>
                    </a:lnTo>
                    <a:lnTo>
                      <a:pt x="304" y="179"/>
                    </a:lnTo>
                    <a:lnTo>
                      <a:pt x="304" y="178"/>
                    </a:lnTo>
                    <a:lnTo>
                      <a:pt x="304" y="177"/>
                    </a:lnTo>
                    <a:lnTo>
                      <a:pt x="305" y="177"/>
                    </a:lnTo>
                    <a:lnTo>
                      <a:pt x="305" y="176"/>
                    </a:lnTo>
                    <a:lnTo>
                      <a:pt x="306" y="175"/>
                    </a:lnTo>
                    <a:lnTo>
                      <a:pt x="306" y="174"/>
                    </a:lnTo>
                    <a:lnTo>
                      <a:pt x="307" y="173"/>
                    </a:lnTo>
                    <a:lnTo>
                      <a:pt x="307" y="172"/>
                    </a:lnTo>
                    <a:lnTo>
                      <a:pt x="307" y="171"/>
                    </a:lnTo>
                    <a:lnTo>
                      <a:pt x="308" y="171"/>
                    </a:lnTo>
                    <a:lnTo>
                      <a:pt x="308" y="170"/>
                    </a:lnTo>
                    <a:lnTo>
                      <a:pt x="309" y="170"/>
                    </a:lnTo>
                    <a:lnTo>
                      <a:pt x="309" y="171"/>
                    </a:lnTo>
                    <a:lnTo>
                      <a:pt x="310" y="172"/>
                    </a:lnTo>
                    <a:lnTo>
                      <a:pt x="311" y="173"/>
                    </a:lnTo>
                    <a:lnTo>
                      <a:pt x="311" y="174"/>
                    </a:lnTo>
                    <a:lnTo>
                      <a:pt x="312" y="175"/>
                    </a:lnTo>
                    <a:lnTo>
                      <a:pt x="312" y="176"/>
                    </a:lnTo>
                    <a:lnTo>
                      <a:pt x="312" y="177"/>
                    </a:lnTo>
                    <a:lnTo>
                      <a:pt x="313" y="178"/>
                    </a:lnTo>
                    <a:lnTo>
                      <a:pt x="314" y="179"/>
                    </a:lnTo>
                    <a:lnTo>
                      <a:pt x="315" y="179"/>
                    </a:lnTo>
                    <a:lnTo>
                      <a:pt x="315" y="178"/>
                    </a:lnTo>
                    <a:lnTo>
                      <a:pt x="316" y="177"/>
                    </a:lnTo>
                    <a:lnTo>
                      <a:pt x="316" y="176"/>
                    </a:lnTo>
                    <a:lnTo>
                      <a:pt x="317" y="175"/>
                    </a:lnTo>
                    <a:lnTo>
                      <a:pt x="317" y="174"/>
                    </a:lnTo>
                    <a:lnTo>
                      <a:pt x="317" y="172"/>
                    </a:lnTo>
                    <a:lnTo>
                      <a:pt x="318" y="172"/>
                    </a:lnTo>
                    <a:lnTo>
                      <a:pt x="318" y="171"/>
                    </a:lnTo>
                    <a:lnTo>
                      <a:pt x="319" y="170"/>
                    </a:lnTo>
                    <a:lnTo>
                      <a:pt x="320" y="170"/>
                    </a:lnTo>
                    <a:lnTo>
                      <a:pt x="321" y="171"/>
                    </a:lnTo>
                    <a:lnTo>
                      <a:pt x="321" y="172"/>
                    </a:lnTo>
                    <a:lnTo>
                      <a:pt x="322" y="173"/>
                    </a:lnTo>
                    <a:lnTo>
                      <a:pt x="322" y="174"/>
                    </a:lnTo>
                    <a:lnTo>
                      <a:pt x="322" y="176"/>
                    </a:lnTo>
                    <a:lnTo>
                      <a:pt x="323" y="177"/>
                    </a:lnTo>
                    <a:lnTo>
                      <a:pt x="323" y="178"/>
                    </a:lnTo>
                    <a:lnTo>
                      <a:pt x="324" y="179"/>
                    </a:lnTo>
                    <a:lnTo>
                      <a:pt x="324" y="180"/>
                    </a:lnTo>
                    <a:lnTo>
                      <a:pt x="325" y="180"/>
                    </a:lnTo>
                    <a:lnTo>
                      <a:pt x="326" y="180"/>
                    </a:lnTo>
                    <a:lnTo>
                      <a:pt x="326" y="179"/>
                    </a:lnTo>
                    <a:lnTo>
                      <a:pt x="327" y="178"/>
                    </a:lnTo>
                    <a:lnTo>
                      <a:pt x="327" y="176"/>
                    </a:lnTo>
                    <a:lnTo>
                      <a:pt x="328" y="175"/>
                    </a:lnTo>
                    <a:lnTo>
                      <a:pt x="328" y="173"/>
                    </a:lnTo>
                    <a:lnTo>
                      <a:pt x="328" y="171"/>
                    </a:lnTo>
                    <a:lnTo>
                      <a:pt x="329" y="170"/>
                    </a:lnTo>
                    <a:lnTo>
                      <a:pt x="329" y="168"/>
                    </a:lnTo>
                    <a:lnTo>
                      <a:pt x="330" y="167"/>
                    </a:lnTo>
                    <a:lnTo>
                      <a:pt x="330" y="166"/>
                    </a:lnTo>
                    <a:lnTo>
                      <a:pt x="331" y="167"/>
                    </a:lnTo>
                    <a:lnTo>
                      <a:pt x="332" y="169"/>
                    </a:lnTo>
                    <a:lnTo>
                      <a:pt x="332" y="170"/>
                    </a:lnTo>
                    <a:lnTo>
                      <a:pt x="333" y="173"/>
                    </a:lnTo>
                    <a:lnTo>
                      <a:pt x="333" y="175"/>
                    </a:lnTo>
                    <a:lnTo>
                      <a:pt x="333" y="178"/>
                    </a:lnTo>
                    <a:lnTo>
                      <a:pt x="334" y="180"/>
                    </a:lnTo>
                    <a:lnTo>
                      <a:pt x="334" y="183"/>
                    </a:lnTo>
                    <a:lnTo>
                      <a:pt x="335" y="185"/>
                    </a:lnTo>
                    <a:lnTo>
                      <a:pt x="335" y="187"/>
                    </a:lnTo>
                    <a:lnTo>
                      <a:pt x="336" y="188"/>
                    </a:lnTo>
                    <a:lnTo>
                      <a:pt x="336" y="189"/>
                    </a:lnTo>
                    <a:lnTo>
                      <a:pt x="337" y="187"/>
                    </a:lnTo>
                    <a:lnTo>
                      <a:pt x="337" y="184"/>
                    </a:lnTo>
                    <a:lnTo>
                      <a:pt x="338" y="181"/>
                    </a:lnTo>
                    <a:lnTo>
                      <a:pt x="338" y="175"/>
                    </a:lnTo>
                    <a:lnTo>
                      <a:pt x="338" y="169"/>
                    </a:lnTo>
                    <a:lnTo>
                      <a:pt x="339" y="161"/>
                    </a:lnTo>
                    <a:lnTo>
                      <a:pt x="339" y="152"/>
                    </a:lnTo>
                    <a:lnTo>
                      <a:pt x="340" y="143"/>
                    </a:lnTo>
                    <a:lnTo>
                      <a:pt x="340" y="132"/>
                    </a:lnTo>
                    <a:lnTo>
                      <a:pt x="341" y="121"/>
                    </a:lnTo>
                    <a:lnTo>
                      <a:pt x="341" y="109"/>
                    </a:lnTo>
                    <a:lnTo>
                      <a:pt x="341" y="96"/>
                    </a:lnTo>
                    <a:lnTo>
                      <a:pt x="342" y="84"/>
                    </a:lnTo>
                    <a:lnTo>
                      <a:pt x="342" y="72"/>
                    </a:lnTo>
                    <a:lnTo>
                      <a:pt x="343" y="61"/>
                    </a:lnTo>
                    <a:lnTo>
                      <a:pt x="343" y="50"/>
                    </a:lnTo>
                    <a:lnTo>
                      <a:pt x="343" y="40"/>
                    </a:lnTo>
                    <a:lnTo>
                      <a:pt x="344" y="30"/>
                    </a:lnTo>
                    <a:lnTo>
                      <a:pt x="344" y="22"/>
                    </a:lnTo>
                    <a:lnTo>
                      <a:pt x="345" y="16"/>
                    </a:lnTo>
                    <a:lnTo>
                      <a:pt x="345" y="10"/>
                    </a:lnTo>
                    <a:lnTo>
                      <a:pt x="346" y="6"/>
                    </a:lnTo>
                    <a:lnTo>
                      <a:pt x="346" y="3"/>
                    </a:lnTo>
                    <a:lnTo>
                      <a:pt x="346" y="1"/>
                    </a:lnTo>
                    <a:lnTo>
                      <a:pt x="347" y="0"/>
                    </a:lnTo>
                    <a:lnTo>
                      <a:pt x="348" y="1"/>
                    </a:lnTo>
                    <a:lnTo>
                      <a:pt x="348" y="3"/>
                    </a:lnTo>
                    <a:lnTo>
                      <a:pt x="349" y="5"/>
                    </a:lnTo>
                    <a:lnTo>
                      <a:pt x="349" y="8"/>
                    </a:lnTo>
                    <a:lnTo>
                      <a:pt x="349" y="11"/>
                    </a:lnTo>
                    <a:lnTo>
                      <a:pt x="350" y="13"/>
                    </a:lnTo>
                    <a:lnTo>
                      <a:pt x="350" y="16"/>
                    </a:lnTo>
                    <a:lnTo>
                      <a:pt x="351" y="18"/>
                    </a:lnTo>
                    <a:lnTo>
                      <a:pt x="351" y="20"/>
                    </a:lnTo>
                    <a:lnTo>
                      <a:pt x="351" y="21"/>
                    </a:lnTo>
                    <a:lnTo>
                      <a:pt x="352" y="22"/>
                    </a:lnTo>
                    <a:lnTo>
                      <a:pt x="352" y="23"/>
                    </a:lnTo>
                    <a:lnTo>
                      <a:pt x="353" y="23"/>
                    </a:lnTo>
                    <a:lnTo>
                      <a:pt x="353" y="22"/>
                    </a:lnTo>
                    <a:lnTo>
                      <a:pt x="354" y="21"/>
                    </a:lnTo>
                    <a:lnTo>
                      <a:pt x="354" y="20"/>
                    </a:lnTo>
                    <a:lnTo>
                      <a:pt x="354" y="18"/>
                    </a:lnTo>
                    <a:lnTo>
                      <a:pt x="355" y="17"/>
                    </a:lnTo>
                    <a:lnTo>
                      <a:pt x="355" y="15"/>
                    </a:lnTo>
                    <a:lnTo>
                      <a:pt x="356" y="13"/>
                    </a:lnTo>
                    <a:lnTo>
                      <a:pt x="356" y="12"/>
                    </a:lnTo>
                    <a:lnTo>
                      <a:pt x="357" y="11"/>
                    </a:lnTo>
                    <a:lnTo>
                      <a:pt x="357" y="10"/>
                    </a:lnTo>
                    <a:lnTo>
                      <a:pt x="357" y="9"/>
                    </a:lnTo>
                    <a:lnTo>
                      <a:pt x="358" y="9"/>
                    </a:lnTo>
                    <a:lnTo>
                      <a:pt x="359" y="9"/>
                    </a:lnTo>
                    <a:lnTo>
                      <a:pt x="359" y="10"/>
                    </a:lnTo>
                    <a:lnTo>
                      <a:pt x="359" y="11"/>
                    </a:lnTo>
                    <a:lnTo>
                      <a:pt x="360" y="12"/>
                    </a:lnTo>
                    <a:lnTo>
                      <a:pt x="360" y="13"/>
                    </a:lnTo>
                    <a:lnTo>
                      <a:pt x="361" y="14"/>
                    </a:lnTo>
                    <a:lnTo>
                      <a:pt x="361" y="15"/>
                    </a:lnTo>
                    <a:lnTo>
                      <a:pt x="362" y="17"/>
                    </a:lnTo>
                    <a:lnTo>
                      <a:pt x="362" y="18"/>
                    </a:lnTo>
                    <a:lnTo>
                      <a:pt x="363" y="19"/>
                    </a:lnTo>
                    <a:lnTo>
                      <a:pt x="364" y="19"/>
                    </a:lnTo>
                    <a:lnTo>
                      <a:pt x="365" y="18"/>
                    </a:lnTo>
                    <a:lnTo>
                      <a:pt x="365" y="17"/>
                    </a:lnTo>
                    <a:lnTo>
                      <a:pt x="366" y="16"/>
                    </a:lnTo>
                    <a:lnTo>
                      <a:pt x="366" y="15"/>
                    </a:lnTo>
                    <a:lnTo>
                      <a:pt x="367" y="14"/>
                    </a:lnTo>
                    <a:lnTo>
                      <a:pt x="367" y="13"/>
                    </a:lnTo>
                    <a:lnTo>
                      <a:pt x="367" y="12"/>
                    </a:lnTo>
                    <a:lnTo>
                      <a:pt x="368" y="11"/>
                    </a:lnTo>
                    <a:lnTo>
                      <a:pt x="368" y="10"/>
                    </a:lnTo>
                    <a:lnTo>
                      <a:pt x="369" y="10"/>
                    </a:lnTo>
                    <a:lnTo>
                      <a:pt x="370" y="10"/>
                    </a:lnTo>
                    <a:lnTo>
                      <a:pt x="370" y="11"/>
                    </a:lnTo>
                    <a:lnTo>
                      <a:pt x="370" y="12"/>
                    </a:lnTo>
                    <a:lnTo>
                      <a:pt x="371" y="12"/>
                    </a:lnTo>
                    <a:lnTo>
                      <a:pt x="371" y="13"/>
                    </a:lnTo>
                    <a:lnTo>
                      <a:pt x="372" y="14"/>
                    </a:lnTo>
                    <a:lnTo>
                      <a:pt x="372" y="15"/>
                    </a:lnTo>
                    <a:lnTo>
                      <a:pt x="372" y="16"/>
                    </a:lnTo>
                    <a:lnTo>
                      <a:pt x="373" y="17"/>
                    </a:lnTo>
                    <a:lnTo>
                      <a:pt x="373" y="18"/>
                    </a:lnTo>
                    <a:lnTo>
                      <a:pt x="374" y="18"/>
                    </a:lnTo>
                    <a:lnTo>
                      <a:pt x="374" y="19"/>
                    </a:lnTo>
                    <a:lnTo>
                      <a:pt x="375" y="19"/>
                    </a:lnTo>
                    <a:lnTo>
                      <a:pt x="375" y="18"/>
                    </a:lnTo>
                    <a:lnTo>
                      <a:pt x="376" y="17"/>
                    </a:lnTo>
                    <a:lnTo>
                      <a:pt x="377" y="16"/>
                    </a:lnTo>
                    <a:lnTo>
                      <a:pt x="377" y="15"/>
                    </a:lnTo>
                    <a:lnTo>
                      <a:pt x="378" y="14"/>
                    </a:lnTo>
                    <a:lnTo>
                      <a:pt x="378" y="13"/>
                    </a:lnTo>
                    <a:lnTo>
                      <a:pt x="378" y="12"/>
                    </a:lnTo>
                    <a:lnTo>
                      <a:pt x="379" y="11"/>
                    </a:lnTo>
                    <a:lnTo>
                      <a:pt x="380" y="10"/>
                    </a:lnTo>
                    <a:lnTo>
                      <a:pt x="381" y="11"/>
                    </a:lnTo>
                    <a:lnTo>
                      <a:pt x="382" y="12"/>
                    </a:lnTo>
                    <a:lnTo>
                      <a:pt x="382" y="13"/>
                    </a:lnTo>
                    <a:lnTo>
                      <a:pt x="383" y="14"/>
                    </a:lnTo>
                    <a:lnTo>
                      <a:pt x="383" y="15"/>
                    </a:lnTo>
                    <a:lnTo>
                      <a:pt x="383" y="16"/>
                    </a:lnTo>
                    <a:lnTo>
                      <a:pt x="384" y="17"/>
                    </a:lnTo>
                    <a:lnTo>
                      <a:pt x="384" y="18"/>
                    </a:lnTo>
                    <a:lnTo>
                      <a:pt x="385" y="19"/>
                    </a:lnTo>
                    <a:lnTo>
                      <a:pt x="386" y="19"/>
                    </a:lnTo>
                    <a:lnTo>
                      <a:pt x="387" y="18"/>
                    </a:lnTo>
                    <a:lnTo>
                      <a:pt x="387" y="17"/>
                    </a:lnTo>
                    <a:lnTo>
                      <a:pt x="388" y="16"/>
                    </a:lnTo>
                    <a:lnTo>
                      <a:pt x="388" y="15"/>
                    </a:lnTo>
                    <a:lnTo>
                      <a:pt x="388" y="13"/>
                    </a:lnTo>
                    <a:lnTo>
                      <a:pt x="389" y="12"/>
                    </a:lnTo>
                    <a:lnTo>
                      <a:pt x="389" y="11"/>
                    </a:lnTo>
                    <a:lnTo>
                      <a:pt x="390" y="10"/>
                    </a:lnTo>
                    <a:lnTo>
                      <a:pt x="390" y="9"/>
                    </a:lnTo>
                    <a:lnTo>
                      <a:pt x="391" y="9"/>
                    </a:lnTo>
                    <a:lnTo>
                      <a:pt x="392" y="9"/>
                    </a:lnTo>
                    <a:lnTo>
                      <a:pt x="392" y="10"/>
                    </a:lnTo>
                    <a:lnTo>
                      <a:pt x="393" y="11"/>
                    </a:lnTo>
                    <a:lnTo>
                      <a:pt x="393" y="13"/>
                    </a:lnTo>
                    <a:lnTo>
                      <a:pt x="393" y="14"/>
                    </a:lnTo>
                    <a:lnTo>
                      <a:pt x="394" y="16"/>
                    </a:lnTo>
                    <a:lnTo>
                      <a:pt x="394" y="18"/>
                    </a:lnTo>
                    <a:lnTo>
                      <a:pt x="395" y="19"/>
                    </a:lnTo>
                    <a:lnTo>
                      <a:pt x="395" y="21"/>
                    </a:lnTo>
                    <a:lnTo>
                      <a:pt x="396" y="22"/>
                    </a:lnTo>
                    <a:lnTo>
                      <a:pt x="396" y="23"/>
                    </a:lnTo>
                    <a:lnTo>
                      <a:pt x="397" y="22"/>
                    </a:lnTo>
                    <a:lnTo>
                      <a:pt x="398" y="20"/>
                    </a:lnTo>
                    <a:lnTo>
                      <a:pt x="398" y="19"/>
                    </a:lnTo>
                    <a:lnTo>
                      <a:pt x="399" y="17"/>
                    </a:lnTo>
                    <a:lnTo>
                      <a:pt x="399" y="14"/>
                    </a:lnTo>
                    <a:lnTo>
                      <a:pt x="399" y="12"/>
                    </a:lnTo>
                    <a:lnTo>
                      <a:pt x="400" y="9"/>
                    </a:lnTo>
                    <a:lnTo>
                      <a:pt x="400" y="6"/>
                    </a:lnTo>
                    <a:lnTo>
                      <a:pt x="401" y="4"/>
                    </a:lnTo>
                    <a:lnTo>
                      <a:pt x="401" y="2"/>
                    </a:lnTo>
                    <a:lnTo>
                      <a:pt x="401" y="1"/>
                    </a:lnTo>
                    <a:lnTo>
                      <a:pt x="402" y="0"/>
                    </a:lnTo>
                    <a:lnTo>
                      <a:pt x="403" y="2"/>
                    </a:lnTo>
                    <a:lnTo>
                      <a:pt x="403" y="4"/>
                    </a:lnTo>
                    <a:lnTo>
                      <a:pt x="404" y="8"/>
                    </a:lnTo>
                    <a:lnTo>
                      <a:pt x="404" y="13"/>
                    </a:lnTo>
                    <a:lnTo>
                      <a:pt x="404" y="20"/>
                    </a:lnTo>
                    <a:lnTo>
                      <a:pt x="405" y="27"/>
                    </a:lnTo>
                    <a:lnTo>
                      <a:pt x="405" y="36"/>
                    </a:lnTo>
                    <a:lnTo>
                      <a:pt x="406" y="46"/>
                    </a:lnTo>
                    <a:lnTo>
                      <a:pt x="406" y="56"/>
                    </a:lnTo>
                    <a:lnTo>
                      <a:pt x="406" y="68"/>
                    </a:lnTo>
                    <a:lnTo>
                      <a:pt x="407" y="79"/>
                    </a:lnTo>
                    <a:lnTo>
                      <a:pt x="407" y="92"/>
                    </a:lnTo>
                    <a:lnTo>
                      <a:pt x="408" y="104"/>
                    </a:lnTo>
                    <a:lnTo>
                      <a:pt x="408" y="116"/>
                    </a:lnTo>
                    <a:lnTo>
                      <a:pt x="409" y="127"/>
                    </a:lnTo>
                    <a:lnTo>
                      <a:pt x="409" y="138"/>
                    </a:lnTo>
                    <a:lnTo>
                      <a:pt x="409" y="149"/>
                    </a:lnTo>
                    <a:lnTo>
                      <a:pt x="410" y="158"/>
                    </a:lnTo>
                    <a:lnTo>
                      <a:pt x="410" y="166"/>
                    </a:lnTo>
                    <a:lnTo>
                      <a:pt x="411" y="173"/>
                    </a:lnTo>
                    <a:lnTo>
                      <a:pt x="411" y="179"/>
                    </a:lnTo>
                    <a:lnTo>
                      <a:pt x="412" y="183"/>
                    </a:lnTo>
                    <a:lnTo>
                      <a:pt x="412" y="186"/>
                    </a:lnTo>
                    <a:lnTo>
                      <a:pt x="412" y="188"/>
                    </a:lnTo>
                    <a:lnTo>
                      <a:pt x="413" y="189"/>
                    </a:lnTo>
                    <a:lnTo>
                      <a:pt x="414" y="188"/>
                    </a:lnTo>
                    <a:lnTo>
                      <a:pt x="414" y="186"/>
                    </a:lnTo>
                    <a:lnTo>
                      <a:pt x="414" y="184"/>
                    </a:lnTo>
                    <a:lnTo>
                      <a:pt x="415" y="181"/>
                    </a:lnTo>
                    <a:lnTo>
                      <a:pt x="415" y="179"/>
                    </a:lnTo>
                    <a:lnTo>
                      <a:pt x="416" y="176"/>
                    </a:lnTo>
                    <a:lnTo>
                      <a:pt x="416" y="173"/>
                    </a:lnTo>
                    <a:lnTo>
                      <a:pt x="417" y="171"/>
                    </a:lnTo>
                    <a:lnTo>
                      <a:pt x="417" y="169"/>
                    </a:lnTo>
                    <a:lnTo>
                      <a:pt x="417" y="168"/>
                    </a:lnTo>
                    <a:lnTo>
                      <a:pt x="418" y="167"/>
                    </a:lnTo>
                    <a:lnTo>
                      <a:pt x="418" y="166"/>
                    </a:lnTo>
                    <a:lnTo>
                      <a:pt x="419" y="166"/>
                    </a:lnTo>
                    <a:lnTo>
                      <a:pt x="419" y="167"/>
                    </a:lnTo>
                    <a:lnTo>
                      <a:pt x="420" y="168"/>
                    </a:lnTo>
                  </a:path>
                </a:pathLst>
              </a:cu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5822" name="Line 59">
                <a:extLst>
                  <a:ext uri="{FF2B5EF4-FFF2-40B4-BE49-F238E27FC236}">
                    <a16:creationId xmlns:a16="http://schemas.microsoft.com/office/drawing/2014/main" id="{AD9E19E8-2076-4902-AFC8-56814A6E2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450"/>
                <a:ext cx="232" cy="1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23" name="Rectangle 71">
                <a:extLst>
                  <a:ext uri="{FF2B5EF4-FFF2-40B4-BE49-F238E27FC236}">
                    <a16:creationId xmlns:a16="http://schemas.microsoft.com/office/drawing/2014/main" id="{3E4E621D-554F-4005-8360-1ED066A01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232"/>
                <a:ext cx="35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24" name="Rectangle 72">
                <a:extLst>
                  <a:ext uri="{FF2B5EF4-FFF2-40B4-BE49-F238E27FC236}">
                    <a16:creationId xmlns:a16="http://schemas.microsoft.com/office/drawing/2014/main" id="{2DC6FE6A-1D99-409E-AEB7-0BDBBC3DE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" y="2232"/>
                <a:ext cx="55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25" name="Rectangle 73">
                <a:extLst>
                  <a:ext uri="{FF2B5EF4-FFF2-40B4-BE49-F238E27FC236}">
                    <a16:creationId xmlns:a16="http://schemas.microsoft.com/office/drawing/2014/main" id="{58705FF1-9EB1-495D-89F6-7511F2222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7" y="2232"/>
                <a:ext cx="35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26" name="Rectangle 74">
                <a:extLst>
                  <a:ext uri="{FF2B5EF4-FFF2-40B4-BE49-F238E27FC236}">
                    <a16:creationId xmlns:a16="http://schemas.microsoft.com/office/drawing/2014/main" id="{D8533EC7-FE7D-4B0C-9435-797107872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" y="2232"/>
                <a:ext cx="35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5827" name="Rectangle 86">
                <a:extLst>
                  <a:ext uri="{FF2B5EF4-FFF2-40B4-BE49-F238E27FC236}">
                    <a16:creationId xmlns:a16="http://schemas.microsoft.com/office/drawing/2014/main" id="{F42E8C85-0AB9-4A91-84CB-69F9A8876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3" y="3641"/>
                <a:ext cx="54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5781" name="Line 89">
              <a:extLst>
                <a:ext uri="{FF2B5EF4-FFF2-40B4-BE49-F238E27FC236}">
                  <a16:creationId xmlns:a16="http://schemas.microsoft.com/office/drawing/2014/main" id="{D48C10EE-0D0E-4239-B083-D8BE958D2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2286"/>
              <a:ext cx="38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62867B27-45A2-4F20-A107-7A545D226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"/>
            <a:ext cx="815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When we consider 8 terms, the function looks like the following.</a:t>
            </a:r>
          </a:p>
        </p:txBody>
      </p:sp>
      <p:grpSp>
        <p:nvGrpSpPr>
          <p:cNvPr id="2" name="Group 140">
            <a:extLst>
              <a:ext uri="{FF2B5EF4-FFF2-40B4-BE49-F238E27FC236}">
                <a16:creationId xmlns:a16="http://schemas.microsoft.com/office/drawing/2014/main" id="{42A88ABA-5E96-4EB8-93E9-4889809A47BB}"/>
              </a:ext>
            </a:extLst>
          </p:cNvPr>
          <p:cNvGrpSpPr>
            <a:grpSpLocks/>
          </p:cNvGrpSpPr>
          <p:nvPr/>
        </p:nvGrpSpPr>
        <p:grpSpPr bwMode="auto">
          <a:xfrm>
            <a:off x="2136775" y="1603376"/>
            <a:ext cx="7766050" cy="4346575"/>
            <a:chOff x="386" y="1010"/>
            <a:chExt cx="4892" cy="2738"/>
          </a:xfrm>
        </p:grpSpPr>
        <p:grpSp>
          <p:nvGrpSpPr>
            <p:cNvPr id="76804" name="Group 138">
              <a:extLst>
                <a:ext uri="{FF2B5EF4-FFF2-40B4-BE49-F238E27FC236}">
                  <a16:creationId xmlns:a16="http://schemas.microsoft.com/office/drawing/2014/main" id="{08D2952B-8EC2-4FED-B429-E78B49C6CD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" y="1010"/>
              <a:ext cx="4892" cy="2738"/>
              <a:chOff x="386" y="1010"/>
              <a:chExt cx="4892" cy="2738"/>
            </a:xfrm>
          </p:grpSpPr>
          <p:sp>
            <p:nvSpPr>
              <p:cNvPr id="76806" name="Rectangle 58">
                <a:extLst>
                  <a:ext uri="{FF2B5EF4-FFF2-40B4-BE49-F238E27FC236}">
                    <a16:creationId xmlns:a16="http://schemas.microsoft.com/office/drawing/2014/main" id="{16F9C75E-3BD4-425D-9924-D0A50B60D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" y="1010"/>
                <a:ext cx="4892" cy="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6807" name="Line 66">
                <a:extLst>
                  <a:ext uri="{FF2B5EF4-FFF2-40B4-BE49-F238E27FC236}">
                    <a16:creationId xmlns:a16="http://schemas.microsoft.com/office/drawing/2014/main" id="{58790014-A18E-4B64-9B47-EA59A84752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1194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08" name="Line 67">
                <a:extLst>
                  <a:ext uri="{FF2B5EF4-FFF2-40B4-BE49-F238E27FC236}">
                    <a16:creationId xmlns:a16="http://schemas.microsoft.com/office/drawing/2014/main" id="{7B588E3A-1222-4EF8-8F02-A23FC22BE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3327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09" name="Line 68">
                <a:extLst>
                  <a:ext uri="{FF2B5EF4-FFF2-40B4-BE49-F238E27FC236}">
                    <a16:creationId xmlns:a16="http://schemas.microsoft.com/office/drawing/2014/main" id="{D816B524-03E1-4EAE-8ACE-6A4E34510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6" y="1194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0" name="Line 69">
                <a:extLst>
                  <a:ext uri="{FF2B5EF4-FFF2-40B4-BE49-F238E27FC236}">
                    <a16:creationId xmlns:a16="http://schemas.microsoft.com/office/drawing/2014/main" id="{8BDD8646-DDED-401E-8F0C-11ABC38E9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6" y="3327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1" name="Line 70">
                <a:extLst>
                  <a:ext uri="{FF2B5EF4-FFF2-40B4-BE49-F238E27FC236}">
                    <a16:creationId xmlns:a16="http://schemas.microsoft.com/office/drawing/2014/main" id="{5205DFA3-15A3-47E2-A58B-7005EE3C26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1194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2" name="Line 71">
                <a:extLst>
                  <a:ext uri="{FF2B5EF4-FFF2-40B4-BE49-F238E27FC236}">
                    <a16:creationId xmlns:a16="http://schemas.microsoft.com/office/drawing/2014/main" id="{53FE11CE-3A02-4D8C-9375-043ED0B05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3327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3" name="Line 72">
                <a:extLst>
                  <a:ext uri="{FF2B5EF4-FFF2-40B4-BE49-F238E27FC236}">
                    <a16:creationId xmlns:a16="http://schemas.microsoft.com/office/drawing/2014/main" id="{47737ECD-A092-4523-B189-6BAA2A2C5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1194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4" name="Line 73">
                <a:extLst>
                  <a:ext uri="{FF2B5EF4-FFF2-40B4-BE49-F238E27FC236}">
                    <a16:creationId xmlns:a16="http://schemas.microsoft.com/office/drawing/2014/main" id="{2D427DEA-49F7-4847-97B8-13D7DA1AA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3327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5" name="Line 74">
                <a:extLst>
                  <a:ext uri="{FF2B5EF4-FFF2-40B4-BE49-F238E27FC236}">
                    <a16:creationId xmlns:a16="http://schemas.microsoft.com/office/drawing/2014/main" id="{B7FEFDA6-DF44-4739-A293-1B1DC2AA8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3" y="1194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6" name="Line 75">
                <a:extLst>
                  <a:ext uri="{FF2B5EF4-FFF2-40B4-BE49-F238E27FC236}">
                    <a16:creationId xmlns:a16="http://schemas.microsoft.com/office/drawing/2014/main" id="{BCCA4BF4-BDDA-4CA5-B69B-A96BE6F12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3" y="3327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7" name="Line 76">
                <a:extLst>
                  <a:ext uri="{FF2B5EF4-FFF2-40B4-BE49-F238E27FC236}">
                    <a16:creationId xmlns:a16="http://schemas.microsoft.com/office/drawing/2014/main" id="{CD0AB5DA-C269-4165-A920-BFCA35D6C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3400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8" name="Line 77">
                <a:extLst>
                  <a:ext uri="{FF2B5EF4-FFF2-40B4-BE49-F238E27FC236}">
                    <a16:creationId xmlns:a16="http://schemas.microsoft.com/office/drawing/2014/main" id="{8EA002BE-E238-4ABE-B4C9-E8150CD5EC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3400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9" name="Line 78">
                <a:extLst>
                  <a:ext uri="{FF2B5EF4-FFF2-40B4-BE49-F238E27FC236}">
                    <a16:creationId xmlns:a16="http://schemas.microsoft.com/office/drawing/2014/main" id="{7C3410B3-C9DF-4B2F-9515-90F177176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3033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0" name="Line 79">
                <a:extLst>
                  <a:ext uri="{FF2B5EF4-FFF2-40B4-BE49-F238E27FC236}">
                    <a16:creationId xmlns:a16="http://schemas.microsoft.com/office/drawing/2014/main" id="{F54AB885-6BBD-4381-8FC0-11820E987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3033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1" name="Line 80">
                <a:extLst>
                  <a:ext uri="{FF2B5EF4-FFF2-40B4-BE49-F238E27FC236}">
                    <a16:creationId xmlns:a16="http://schemas.microsoft.com/office/drawing/2014/main" id="{CBA5D500-90D6-4CD8-B9DC-496036802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2665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2" name="Line 81">
                <a:extLst>
                  <a:ext uri="{FF2B5EF4-FFF2-40B4-BE49-F238E27FC236}">
                    <a16:creationId xmlns:a16="http://schemas.microsoft.com/office/drawing/2014/main" id="{2F4C92F9-F80B-48F1-958A-48FF8EEF8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2665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3" name="Line 82">
                <a:extLst>
                  <a:ext uri="{FF2B5EF4-FFF2-40B4-BE49-F238E27FC236}">
                    <a16:creationId xmlns:a16="http://schemas.microsoft.com/office/drawing/2014/main" id="{FA40DD60-4F0A-4114-846B-0327DDCF1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2297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4" name="Line 83">
                <a:extLst>
                  <a:ext uri="{FF2B5EF4-FFF2-40B4-BE49-F238E27FC236}">
                    <a16:creationId xmlns:a16="http://schemas.microsoft.com/office/drawing/2014/main" id="{11CCDC00-A433-4E2C-8B6D-A84DF0C48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2297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5" name="Line 84">
                <a:extLst>
                  <a:ext uri="{FF2B5EF4-FFF2-40B4-BE49-F238E27FC236}">
                    <a16:creationId xmlns:a16="http://schemas.microsoft.com/office/drawing/2014/main" id="{19B1F862-AF24-4ED4-B951-DF1A2DBCF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1929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6" name="Line 85">
                <a:extLst>
                  <a:ext uri="{FF2B5EF4-FFF2-40B4-BE49-F238E27FC236}">
                    <a16:creationId xmlns:a16="http://schemas.microsoft.com/office/drawing/2014/main" id="{17990693-071D-4574-A811-0DA47820F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1929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7" name="Line 86">
                <a:extLst>
                  <a:ext uri="{FF2B5EF4-FFF2-40B4-BE49-F238E27FC236}">
                    <a16:creationId xmlns:a16="http://schemas.microsoft.com/office/drawing/2014/main" id="{F6FD9F35-255A-4E27-878F-0FBEE1488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1562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8" name="Line 87">
                <a:extLst>
                  <a:ext uri="{FF2B5EF4-FFF2-40B4-BE49-F238E27FC236}">
                    <a16:creationId xmlns:a16="http://schemas.microsoft.com/office/drawing/2014/main" id="{133F88F7-2FAE-4FC5-94FA-D5B9360DA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1562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29" name="Line 88">
                <a:extLst>
                  <a:ext uri="{FF2B5EF4-FFF2-40B4-BE49-F238E27FC236}">
                    <a16:creationId xmlns:a16="http://schemas.microsoft.com/office/drawing/2014/main" id="{2DDAA983-F195-4A85-9CDA-AEF30A862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1" y="1194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30" name="Line 89">
                <a:extLst>
                  <a:ext uri="{FF2B5EF4-FFF2-40B4-BE49-F238E27FC236}">
                    <a16:creationId xmlns:a16="http://schemas.microsoft.com/office/drawing/2014/main" id="{293BAA61-285F-4151-91BC-0706B2788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1194"/>
                <a:ext cx="74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31" name="Line 97">
                <a:extLst>
                  <a:ext uri="{FF2B5EF4-FFF2-40B4-BE49-F238E27FC236}">
                    <a16:creationId xmlns:a16="http://schemas.microsoft.com/office/drawing/2014/main" id="{E53141D2-2EBF-4C6A-89DB-987FF8DBA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" y="3400"/>
                <a:ext cx="4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32" name="Rectangle 98">
                <a:extLst>
                  <a:ext uri="{FF2B5EF4-FFF2-40B4-BE49-F238E27FC236}">
                    <a16:creationId xmlns:a16="http://schemas.microsoft.com/office/drawing/2014/main" id="{95C0AEA4-76FB-45F3-B0A0-4DEE539B7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360"/>
                <a:ext cx="14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33" name="Line 99">
                <a:extLst>
                  <a:ext uri="{FF2B5EF4-FFF2-40B4-BE49-F238E27FC236}">
                    <a16:creationId xmlns:a16="http://schemas.microsoft.com/office/drawing/2014/main" id="{F3626C64-9EAA-46D0-85A5-EA7E266B3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5" y="3033"/>
                <a:ext cx="4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34" name="Rectangle 100">
                <a:extLst>
                  <a:ext uri="{FF2B5EF4-FFF2-40B4-BE49-F238E27FC236}">
                    <a16:creationId xmlns:a16="http://schemas.microsoft.com/office/drawing/2014/main" id="{4E19C93E-0232-4623-9976-5EB1AF8EF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2978"/>
                <a:ext cx="5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35" name="Line 101">
                <a:extLst>
                  <a:ext uri="{FF2B5EF4-FFF2-40B4-BE49-F238E27FC236}">
                    <a16:creationId xmlns:a16="http://schemas.microsoft.com/office/drawing/2014/main" id="{8EA49264-AD43-4BCD-B65E-323BD96BF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3" y="2665"/>
                <a:ext cx="4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36" name="Rectangle 102">
                <a:extLst>
                  <a:ext uri="{FF2B5EF4-FFF2-40B4-BE49-F238E27FC236}">
                    <a16:creationId xmlns:a16="http://schemas.microsoft.com/office/drawing/2014/main" id="{4D3C5F39-9415-4043-AB18-4C029D4D4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8" y="2610"/>
                <a:ext cx="14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37" name="Rectangle 103">
                <a:extLst>
                  <a:ext uri="{FF2B5EF4-FFF2-40B4-BE49-F238E27FC236}">
                    <a16:creationId xmlns:a16="http://schemas.microsoft.com/office/drawing/2014/main" id="{C98776AF-5B67-48EC-BA98-93E53F56B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0" y="2242"/>
                <a:ext cx="5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38" name="Rectangle 104">
                <a:extLst>
                  <a:ext uri="{FF2B5EF4-FFF2-40B4-BE49-F238E27FC236}">
                    <a16:creationId xmlns:a16="http://schemas.microsoft.com/office/drawing/2014/main" id="{E66EDA90-C8E4-4A05-A365-1D532E080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875"/>
                <a:ext cx="14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39" name="Rectangle 105">
                <a:extLst>
                  <a:ext uri="{FF2B5EF4-FFF2-40B4-BE49-F238E27FC236}">
                    <a16:creationId xmlns:a16="http://schemas.microsoft.com/office/drawing/2014/main" id="{C4505F1B-42B9-40E7-9D04-131021E97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0" y="1507"/>
                <a:ext cx="5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0" name="Rectangle 106">
                <a:extLst>
                  <a:ext uri="{FF2B5EF4-FFF2-40B4-BE49-F238E27FC236}">
                    <a16:creationId xmlns:a16="http://schemas.microsoft.com/office/drawing/2014/main" id="{C85CC626-59D8-49C0-A8CB-03250221E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39"/>
                <a:ext cx="14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1" name="Rectangle 107">
                <a:extLst>
                  <a:ext uri="{FF2B5EF4-FFF2-40B4-BE49-F238E27FC236}">
                    <a16:creationId xmlns:a16="http://schemas.microsoft.com/office/drawing/2014/main" id="{8A8D0CE9-BC65-4F9D-B3BD-8993A7094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" y="1194"/>
                <a:ext cx="3862" cy="2206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6842" name="Freeform 108">
                <a:extLst>
                  <a:ext uri="{FF2B5EF4-FFF2-40B4-BE49-F238E27FC236}">
                    <a16:creationId xmlns:a16="http://schemas.microsoft.com/office/drawing/2014/main" id="{2AFDFADB-7B03-4F98-9DDF-37BC6C994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0" y="1424"/>
                <a:ext cx="3862" cy="1737"/>
              </a:xfrm>
              <a:custGeom>
                <a:avLst/>
                <a:gdLst>
                  <a:gd name="T0" fmla="*/ 46 w 420"/>
                  <a:gd name="T1" fmla="*/ 119 h 189"/>
                  <a:gd name="T2" fmla="*/ 101 w 420"/>
                  <a:gd name="T3" fmla="*/ 754 h 189"/>
                  <a:gd name="T4" fmla="*/ 156 w 420"/>
                  <a:gd name="T5" fmla="*/ 1673 h 189"/>
                  <a:gd name="T6" fmla="*/ 211 w 420"/>
                  <a:gd name="T7" fmla="*/ 1654 h 189"/>
                  <a:gd name="T8" fmla="*/ 285 w 420"/>
                  <a:gd name="T9" fmla="*/ 1618 h 189"/>
                  <a:gd name="T10" fmla="*/ 340 w 420"/>
                  <a:gd name="T11" fmla="*/ 1581 h 189"/>
                  <a:gd name="T12" fmla="*/ 395 w 420"/>
                  <a:gd name="T13" fmla="*/ 1590 h 189"/>
                  <a:gd name="T14" fmla="*/ 460 w 420"/>
                  <a:gd name="T15" fmla="*/ 1618 h 189"/>
                  <a:gd name="T16" fmla="*/ 533 w 420"/>
                  <a:gd name="T17" fmla="*/ 1627 h 189"/>
                  <a:gd name="T18" fmla="*/ 607 w 420"/>
                  <a:gd name="T19" fmla="*/ 1645 h 189"/>
                  <a:gd name="T20" fmla="*/ 662 w 420"/>
                  <a:gd name="T21" fmla="*/ 1682 h 189"/>
                  <a:gd name="T22" fmla="*/ 717 w 420"/>
                  <a:gd name="T23" fmla="*/ 698 h 189"/>
                  <a:gd name="T24" fmla="*/ 772 w 420"/>
                  <a:gd name="T25" fmla="*/ 129 h 189"/>
                  <a:gd name="T26" fmla="*/ 837 w 420"/>
                  <a:gd name="T27" fmla="*/ 101 h 189"/>
                  <a:gd name="T28" fmla="*/ 901 w 420"/>
                  <a:gd name="T29" fmla="*/ 101 h 189"/>
                  <a:gd name="T30" fmla="*/ 966 w 420"/>
                  <a:gd name="T31" fmla="*/ 119 h 189"/>
                  <a:gd name="T32" fmla="*/ 1030 w 420"/>
                  <a:gd name="T33" fmla="*/ 156 h 189"/>
                  <a:gd name="T34" fmla="*/ 1085 w 420"/>
                  <a:gd name="T35" fmla="*/ 165 h 189"/>
                  <a:gd name="T36" fmla="*/ 1159 w 420"/>
                  <a:gd name="T37" fmla="*/ 147 h 189"/>
                  <a:gd name="T38" fmla="*/ 1223 w 420"/>
                  <a:gd name="T39" fmla="*/ 110 h 189"/>
                  <a:gd name="T40" fmla="*/ 1278 w 420"/>
                  <a:gd name="T41" fmla="*/ 9 h 189"/>
                  <a:gd name="T42" fmla="*/ 1333 w 420"/>
                  <a:gd name="T43" fmla="*/ 1305 h 189"/>
                  <a:gd name="T44" fmla="*/ 1388 w 420"/>
                  <a:gd name="T45" fmla="*/ 1553 h 189"/>
                  <a:gd name="T46" fmla="*/ 1453 w 420"/>
                  <a:gd name="T47" fmla="*/ 1608 h 189"/>
                  <a:gd name="T48" fmla="*/ 1517 w 420"/>
                  <a:gd name="T49" fmla="*/ 1627 h 189"/>
                  <a:gd name="T50" fmla="*/ 1582 w 420"/>
                  <a:gd name="T51" fmla="*/ 1627 h 189"/>
                  <a:gd name="T52" fmla="*/ 1637 w 420"/>
                  <a:gd name="T53" fmla="*/ 1590 h 189"/>
                  <a:gd name="T54" fmla="*/ 1701 w 420"/>
                  <a:gd name="T55" fmla="*/ 1572 h 189"/>
                  <a:gd name="T56" fmla="*/ 1775 w 420"/>
                  <a:gd name="T57" fmla="*/ 1562 h 189"/>
                  <a:gd name="T58" fmla="*/ 1830 w 420"/>
                  <a:gd name="T59" fmla="*/ 1590 h 189"/>
                  <a:gd name="T60" fmla="*/ 1894 w 420"/>
                  <a:gd name="T61" fmla="*/ 1728 h 189"/>
                  <a:gd name="T62" fmla="*/ 1949 w 420"/>
                  <a:gd name="T63" fmla="*/ 221 h 189"/>
                  <a:gd name="T64" fmla="*/ 1995 w 420"/>
                  <a:gd name="T65" fmla="*/ 202 h 189"/>
                  <a:gd name="T66" fmla="*/ 2060 w 420"/>
                  <a:gd name="T67" fmla="*/ 138 h 189"/>
                  <a:gd name="T68" fmla="*/ 2133 w 420"/>
                  <a:gd name="T69" fmla="*/ 119 h 189"/>
                  <a:gd name="T70" fmla="*/ 2198 w 420"/>
                  <a:gd name="T71" fmla="*/ 110 h 189"/>
                  <a:gd name="T72" fmla="*/ 2253 w 420"/>
                  <a:gd name="T73" fmla="*/ 119 h 189"/>
                  <a:gd name="T74" fmla="*/ 2317 w 420"/>
                  <a:gd name="T75" fmla="*/ 147 h 189"/>
                  <a:gd name="T76" fmla="*/ 2391 w 420"/>
                  <a:gd name="T77" fmla="*/ 165 h 189"/>
                  <a:gd name="T78" fmla="*/ 2446 w 420"/>
                  <a:gd name="T79" fmla="*/ 184 h 189"/>
                  <a:gd name="T80" fmla="*/ 2510 w 420"/>
                  <a:gd name="T81" fmla="*/ 129 h 189"/>
                  <a:gd name="T82" fmla="*/ 2565 w 420"/>
                  <a:gd name="T83" fmla="*/ 1709 h 189"/>
                  <a:gd name="T84" fmla="*/ 2621 w 420"/>
                  <a:gd name="T85" fmla="*/ 1562 h 189"/>
                  <a:gd name="T86" fmla="*/ 2685 w 420"/>
                  <a:gd name="T87" fmla="*/ 1562 h 189"/>
                  <a:gd name="T88" fmla="*/ 2749 w 420"/>
                  <a:gd name="T89" fmla="*/ 1590 h 189"/>
                  <a:gd name="T90" fmla="*/ 2814 w 420"/>
                  <a:gd name="T91" fmla="*/ 1608 h 189"/>
                  <a:gd name="T92" fmla="*/ 2878 w 420"/>
                  <a:gd name="T93" fmla="*/ 1636 h 189"/>
                  <a:gd name="T94" fmla="*/ 2933 w 420"/>
                  <a:gd name="T95" fmla="*/ 1618 h 189"/>
                  <a:gd name="T96" fmla="*/ 3007 w 420"/>
                  <a:gd name="T97" fmla="*/ 1599 h 189"/>
                  <a:gd name="T98" fmla="*/ 3071 w 420"/>
                  <a:gd name="T99" fmla="*/ 1535 h 189"/>
                  <a:gd name="T100" fmla="*/ 3126 w 420"/>
                  <a:gd name="T101" fmla="*/ 1434 h 189"/>
                  <a:gd name="T102" fmla="*/ 3182 w 420"/>
                  <a:gd name="T103" fmla="*/ 0 h 189"/>
                  <a:gd name="T104" fmla="*/ 3237 w 420"/>
                  <a:gd name="T105" fmla="*/ 138 h 189"/>
                  <a:gd name="T106" fmla="*/ 3310 w 420"/>
                  <a:gd name="T107" fmla="*/ 138 h 189"/>
                  <a:gd name="T108" fmla="*/ 3375 w 420"/>
                  <a:gd name="T109" fmla="*/ 156 h 189"/>
                  <a:gd name="T110" fmla="*/ 3439 w 420"/>
                  <a:gd name="T111" fmla="*/ 165 h 189"/>
                  <a:gd name="T112" fmla="*/ 3503 w 420"/>
                  <a:gd name="T113" fmla="*/ 138 h 189"/>
                  <a:gd name="T114" fmla="*/ 3568 w 420"/>
                  <a:gd name="T115" fmla="*/ 101 h 189"/>
                  <a:gd name="T116" fmla="*/ 3623 w 420"/>
                  <a:gd name="T117" fmla="*/ 92 h 189"/>
                  <a:gd name="T118" fmla="*/ 3687 w 420"/>
                  <a:gd name="T119" fmla="*/ 129 h 189"/>
                  <a:gd name="T120" fmla="*/ 3742 w 420"/>
                  <a:gd name="T121" fmla="*/ 680 h 189"/>
                  <a:gd name="T122" fmla="*/ 3798 w 420"/>
                  <a:gd name="T123" fmla="*/ 1682 h 189"/>
                  <a:gd name="T124" fmla="*/ 3853 w 420"/>
                  <a:gd name="T125" fmla="*/ 1645 h 189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420"/>
                  <a:gd name="T190" fmla="*/ 0 h 189"/>
                  <a:gd name="T191" fmla="*/ 420 w 420"/>
                  <a:gd name="T192" fmla="*/ 189 h 189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420" h="189">
                    <a:moveTo>
                      <a:pt x="0" y="9"/>
                    </a:moveTo>
                    <a:lnTo>
                      <a:pt x="0" y="10"/>
                    </a:lnTo>
                    <a:lnTo>
                      <a:pt x="0" y="11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2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3" y="22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13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8" y="1"/>
                    </a:lnTo>
                    <a:lnTo>
                      <a:pt x="8" y="4"/>
                    </a:lnTo>
                    <a:lnTo>
                      <a:pt x="9" y="9"/>
                    </a:lnTo>
                    <a:lnTo>
                      <a:pt x="9" y="17"/>
                    </a:lnTo>
                    <a:lnTo>
                      <a:pt x="10" y="26"/>
                    </a:lnTo>
                    <a:lnTo>
                      <a:pt x="10" y="38"/>
                    </a:lnTo>
                    <a:lnTo>
                      <a:pt x="10" y="51"/>
                    </a:lnTo>
                    <a:lnTo>
                      <a:pt x="11" y="66"/>
                    </a:lnTo>
                    <a:lnTo>
                      <a:pt x="11" y="82"/>
                    </a:lnTo>
                    <a:lnTo>
                      <a:pt x="12" y="98"/>
                    </a:lnTo>
                    <a:lnTo>
                      <a:pt x="12" y="115"/>
                    </a:lnTo>
                    <a:lnTo>
                      <a:pt x="13" y="130"/>
                    </a:lnTo>
                    <a:lnTo>
                      <a:pt x="13" y="144"/>
                    </a:lnTo>
                    <a:lnTo>
                      <a:pt x="13" y="157"/>
                    </a:lnTo>
                    <a:lnTo>
                      <a:pt x="14" y="168"/>
                    </a:lnTo>
                    <a:lnTo>
                      <a:pt x="14" y="176"/>
                    </a:lnTo>
                    <a:lnTo>
                      <a:pt x="15" y="183"/>
                    </a:lnTo>
                    <a:lnTo>
                      <a:pt x="15" y="187"/>
                    </a:lnTo>
                    <a:lnTo>
                      <a:pt x="15" y="189"/>
                    </a:lnTo>
                    <a:lnTo>
                      <a:pt x="16" y="189"/>
                    </a:lnTo>
                    <a:lnTo>
                      <a:pt x="16" y="187"/>
                    </a:lnTo>
                    <a:lnTo>
                      <a:pt x="17" y="185"/>
                    </a:lnTo>
                    <a:lnTo>
                      <a:pt x="17" y="182"/>
                    </a:lnTo>
                    <a:lnTo>
                      <a:pt x="18" y="178"/>
                    </a:lnTo>
                    <a:lnTo>
                      <a:pt x="18" y="175"/>
                    </a:lnTo>
                    <a:lnTo>
                      <a:pt x="18" y="172"/>
                    </a:lnTo>
                    <a:lnTo>
                      <a:pt x="19" y="169"/>
                    </a:lnTo>
                    <a:lnTo>
                      <a:pt x="19" y="167"/>
                    </a:lnTo>
                    <a:lnTo>
                      <a:pt x="20" y="167"/>
                    </a:lnTo>
                    <a:lnTo>
                      <a:pt x="21" y="168"/>
                    </a:lnTo>
                    <a:lnTo>
                      <a:pt x="21" y="169"/>
                    </a:lnTo>
                    <a:lnTo>
                      <a:pt x="21" y="171"/>
                    </a:lnTo>
                    <a:lnTo>
                      <a:pt x="22" y="173"/>
                    </a:lnTo>
                    <a:lnTo>
                      <a:pt x="22" y="175"/>
                    </a:lnTo>
                    <a:lnTo>
                      <a:pt x="23" y="177"/>
                    </a:lnTo>
                    <a:lnTo>
                      <a:pt x="23" y="179"/>
                    </a:lnTo>
                    <a:lnTo>
                      <a:pt x="23" y="180"/>
                    </a:lnTo>
                    <a:lnTo>
                      <a:pt x="24" y="180"/>
                    </a:lnTo>
                    <a:lnTo>
                      <a:pt x="25" y="179"/>
                    </a:lnTo>
                    <a:lnTo>
                      <a:pt x="25" y="178"/>
                    </a:lnTo>
                    <a:lnTo>
                      <a:pt x="26" y="177"/>
                    </a:lnTo>
                    <a:lnTo>
                      <a:pt x="26" y="175"/>
                    </a:lnTo>
                    <a:lnTo>
                      <a:pt x="26" y="173"/>
                    </a:lnTo>
                    <a:lnTo>
                      <a:pt x="27" y="172"/>
                    </a:lnTo>
                    <a:lnTo>
                      <a:pt x="27" y="171"/>
                    </a:lnTo>
                    <a:lnTo>
                      <a:pt x="28" y="170"/>
                    </a:lnTo>
                    <a:lnTo>
                      <a:pt x="29" y="171"/>
                    </a:lnTo>
                    <a:lnTo>
                      <a:pt x="29" y="172"/>
                    </a:lnTo>
                    <a:lnTo>
                      <a:pt x="30" y="173"/>
                    </a:lnTo>
                    <a:lnTo>
                      <a:pt x="30" y="174"/>
                    </a:lnTo>
                    <a:lnTo>
                      <a:pt x="31" y="176"/>
                    </a:lnTo>
                    <a:lnTo>
                      <a:pt x="31" y="177"/>
                    </a:lnTo>
                    <a:lnTo>
                      <a:pt x="31" y="178"/>
                    </a:lnTo>
                    <a:lnTo>
                      <a:pt x="32" y="178"/>
                    </a:lnTo>
                    <a:lnTo>
                      <a:pt x="33" y="178"/>
                    </a:lnTo>
                    <a:lnTo>
                      <a:pt x="33" y="177"/>
                    </a:lnTo>
                    <a:lnTo>
                      <a:pt x="34" y="177"/>
                    </a:lnTo>
                    <a:lnTo>
                      <a:pt x="34" y="175"/>
                    </a:lnTo>
                    <a:lnTo>
                      <a:pt x="34" y="174"/>
                    </a:lnTo>
                    <a:lnTo>
                      <a:pt x="35" y="173"/>
                    </a:lnTo>
                    <a:lnTo>
                      <a:pt x="35" y="172"/>
                    </a:lnTo>
                    <a:lnTo>
                      <a:pt x="36" y="172"/>
                    </a:lnTo>
                    <a:lnTo>
                      <a:pt x="36" y="171"/>
                    </a:lnTo>
                    <a:lnTo>
                      <a:pt x="37" y="171"/>
                    </a:lnTo>
                    <a:lnTo>
                      <a:pt x="37" y="172"/>
                    </a:lnTo>
                    <a:lnTo>
                      <a:pt x="38" y="173"/>
                    </a:lnTo>
                    <a:lnTo>
                      <a:pt x="38" y="174"/>
                    </a:lnTo>
                    <a:lnTo>
                      <a:pt x="39" y="175"/>
                    </a:lnTo>
                    <a:lnTo>
                      <a:pt x="39" y="176"/>
                    </a:lnTo>
                    <a:lnTo>
                      <a:pt x="39" y="177"/>
                    </a:lnTo>
                    <a:lnTo>
                      <a:pt x="40" y="177"/>
                    </a:lnTo>
                    <a:lnTo>
                      <a:pt x="40" y="178"/>
                    </a:lnTo>
                    <a:lnTo>
                      <a:pt x="41" y="178"/>
                    </a:lnTo>
                    <a:lnTo>
                      <a:pt x="41" y="177"/>
                    </a:lnTo>
                    <a:lnTo>
                      <a:pt x="42" y="177"/>
                    </a:lnTo>
                    <a:lnTo>
                      <a:pt x="42" y="176"/>
                    </a:lnTo>
                    <a:lnTo>
                      <a:pt x="42" y="175"/>
                    </a:lnTo>
                    <a:lnTo>
                      <a:pt x="43" y="174"/>
                    </a:lnTo>
                    <a:lnTo>
                      <a:pt x="43" y="173"/>
                    </a:lnTo>
                    <a:lnTo>
                      <a:pt x="44" y="172"/>
                    </a:lnTo>
                    <a:lnTo>
                      <a:pt x="44" y="171"/>
                    </a:lnTo>
                    <a:lnTo>
                      <a:pt x="45" y="171"/>
                    </a:lnTo>
                    <a:lnTo>
                      <a:pt x="45" y="172"/>
                    </a:lnTo>
                    <a:lnTo>
                      <a:pt x="46" y="172"/>
                    </a:lnTo>
                    <a:lnTo>
                      <a:pt x="46" y="173"/>
                    </a:lnTo>
                    <a:lnTo>
                      <a:pt x="47" y="174"/>
                    </a:lnTo>
                    <a:lnTo>
                      <a:pt x="47" y="175"/>
                    </a:lnTo>
                    <a:lnTo>
                      <a:pt x="47" y="176"/>
                    </a:lnTo>
                    <a:lnTo>
                      <a:pt x="48" y="177"/>
                    </a:lnTo>
                    <a:lnTo>
                      <a:pt x="48" y="178"/>
                    </a:lnTo>
                    <a:lnTo>
                      <a:pt x="49" y="178"/>
                    </a:lnTo>
                    <a:lnTo>
                      <a:pt x="49" y="177"/>
                    </a:lnTo>
                    <a:lnTo>
                      <a:pt x="50" y="176"/>
                    </a:lnTo>
                    <a:lnTo>
                      <a:pt x="51" y="174"/>
                    </a:lnTo>
                    <a:lnTo>
                      <a:pt x="51" y="173"/>
                    </a:lnTo>
                    <a:lnTo>
                      <a:pt x="52" y="172"/>
                    </a:lnTo>
                    <a:lnTo>
                      <a:pt x="52" y="171"/>
                    </a:lnTo>
                    <a:lnTo>
                      <a:pt x="53" y="171"/>
                    </a:lnTo>
                    <a:lnTo>
                      <a:pt x="54" y="172"/>
                    </a:lnTo>
                    <a:lnTo>
                      <a:pt x="54" y="173"/>
                    </a:lnTo>
                    <a:lnTo>
                      <a:pt x="55" y="174"/>
                    </a:lnTo>
                    <a:lnTo>
                      <a:pt x="55" y="175"/>
                    </a:lnTo>
                    <a:lnTo>
                      <a:pt x="55" y="176"/>
                    </a:lnTo>
                    <a:lnTo>
                      <a:pt x="56" y="177"/>
                    </a:lnTo>
                    <a:lnTo>
                      <a:pt x="56" y="178"/>
                    </a:lnTo>
                    <a:lnTo>
                      <a:pt x="57" y="178"/>
                    </a:lnTo>
                    <a:lnTo>
                      <a:pt x="58" y="177"/>
                    </a:lnTo>
                    <a:lnTo>
                      <a:pt x="58" y="176"/>
                    </a:lnTo>
                    <a:lnTo>
                      <a:pt x="59" y="175"/>
                    </a:lnTo>
                    <a:lnTo>
                      <a:pt x="59" y="174"/>
                    </a:lnTo>
                    <a:lnTo>
                      <a:pt x="60" y="173"/>
                    </a:lnTo>
                    <a:lnTo>
                      <a:pt x="60" y="171"/>
                    </a:lnTo>
                    <a:lnTo>
                      <a:pt x="61" y="170"/>
                    </a:lnTo>
                    <a:lnTo>
                      <a:pt x="62" y="171"/>
                    </a:lnTo>
                    <a:lnTo>
                      <a:pt x="63" y="173"/>
                    </a:lnTo>
                    <a:lnTo>
                      <a:pt x="63" y="174"/>
                    </a:lnTo>
                    <a:lnTo>
                      <a:pt x="63" y="176"/>
                    </a:lnTo>
                    <a:lnTo>
                      <a:pt x="64" y="177"/>
                    </a:lnTo>
                    <a:lnTo>
                      <a:pt x="64" y="179"/>
                    </a:lnTo>
                    <a:lnTo>
                      <a:pt x="65" y="180"/>
                    </a:lnTo>
                    <a:lnTo>
                      <a:pt x="66" y="179"/>
                    </a:lnTo>
                    <a:lnTo>
                      <a:pt x="66" y="178"/>
                    </a:lnTo>
                    <a:lnTo>
                      <a:pt x="67" y="176"/>
                    </a:lnTo>
                    <a:lnTo>
                      <a:pt x="67" y="174"/>
                    </a:lnTo>
                    <a:lnTo>
                      <a:pt x="68" y="172"/>
                    </a:lnTo>
                    <a:lnTo>
                      <a:pt x="68" y="170"/>
                    </a:lnTo>
                    <a:lnTo>
                      <a:pt x="68" y="168"/>
                    </a:lnTo>
                    <a:lnTo>
                      <a:pt x="69" y="167"/>
                    </a:lnTo>
                    <a:lnTo>
                      <a:pt x="70" y="167"/>
                    </a:lnTo>
                    <a:lnTo>
                      <a:pt x="70" y="168"/>
                    </a:lnTo>
                    <a:lnTo>
                      <a:pt x="70" y="170"/>
                    </a:lnTo>
                    <a:lnTo>
                      <a:pt x="71" y="173"/>
                    </a:lnTo>
                    <a:lnTo>
                      <a:pt x="71" y="176"/>
                    </a:lnTo>
                    <a:lnTo>
                      <a:pt x="72" y="180"/>
                    </a:lnTo>
                    <a:lnTo>
                      <a:pt x="72" y="183"/>
                    </a:lnTo>
                    <a:lnTo>
                      <a:pt x="73" y="186"/>
                    </a:lnTo>
                    <a:lnTo>
                      <a:pt x="73" y="188"/>
                    </a:lnTo>
                    <a:lnTo>
                      <a:pt x="73" y="189"/>
                    </a:lnTo>
                    <a:lnTo>
                      <a:pt x="74" y="188"/>
                    </a:lnTo>
                    <a:lnTo>
                      <a:pt x="74" y="185"/>
                    </a:lnTo>
                    <a:lnTo>
                      <a:pt x="75" y="180"/>
                    </a:lnTo>
                    <a:lnTo>
                      <a:pt x="75" y="173"/>
                    </a:lnTo>
                    <a:lnTo>
                      <a:pt x="76" y="164"/>
                    </a:lnTo>
                    <a:lnTo>
                      <a:pt x="76" y="152"/>
                    </a:lnTo>
                    <a:lnTo>
                      <a:pt x="76" y="139"/>
                    </a:lnTo>
                    <a:lnTo>
                      <a:pt x="77" y="124"/>
                    </a:lnTo>
                    <a:lnTo>
                      <a:pt x="77" y="108"/>
                    </a:lnTo>
                    <a:lnTo>
                      <a:pt x="78" y="92"/>
                    </a:lnTo>
                    <a:lnTo>
                      <a:pt x="78" y="76"/>
                    </a:lnTo>
                    <a:lnTo>
                      <a:pt x="78" y="60"/>
                    </a:lnTo>
                    <a:lnTo>
                      <a:pt x="79" y="46"/>
                    </a:lnTo>
                    <a:lnTo>
                      <a:pt x="79" y="33"/>
                    </a:lnTo>
                    <a:lnTo>
                      <a:pt x="80" y="22"/>
                    </a:lnTo>
                    <a:lnTo>
                      <a:pt x="80" y="13"/>
                    </a:lnTo>
                    <a:lnTo>
                      <a:pt x="81" y="7"/>
                    </a:lnTo>
                    <a:lnTo>
                      <a:pt x="81" y="3"/>
                    </a:lnTo>
                    <a:lnTo>
                      <a:pt x="81" y="0"/>
                    </a:lnTo>
                    <a:lnTo>
                      <a:pt x="82" y="0"/>
                    </a:lnTo>
                    <a:lnTo>
                      <a:pt x="82" y="1"/>
                    </a:lnTo>
                    <a:lnTo>
                      <a:pt x="83" y="4"/>
                    </a:lnTo>
                    <a:lnTo>
                      <a:pt x="83" y="7"/>
                    </a:lnTo>
                    <a:lnTo>
                      <a:pt x="84" y="11"/>
                    </a:lnTo>
                    <a:lnTo>
                      <a:pt x="84" y="14"/>
                    </a:lnTo>
                    <a:lnTo>
                      <a:pt x="84" y="17"/>
                    </a:lnTo>
                    <a:lnTo>
                      <a:pt x="85" y="20"/>
                    </a:lnTo>
                    <a:lnTo>
                      <a:pt x="85" y="22"/>
                    </a:lnTo>
                    <a:lnTo>
                      <a:pt x="86" y="22"/>
                    </a:lnTo>
                    <a:lnTo>
                      <a:pt x="87" y="20"/>
                    </a:lnTo>
                    <a:lnTo>
                      <a:pt x="87" y="18"/>
                    </a:lnTo>
                    <a:lnTo>
                      <a:pt x="88" y="16"/>
                    </a:lnTo>
                    <a:lnTo>
                      <a:pt x="88" y="14"/>
                    </a:lnTo>
                    <a:lnTo>
                      <a:pt x="89" y="12"/>
                    </a:lnTo>
                    <a:lnTo>
                      <a:pt x="89" y="10"/>
                    </a:lnTo>
                    <a:lnTo>
                      <a:pt x="89" y="9"/>
                    </a:lnTo>
                    <a:lnTo>
                      <a:pt x="90" y="9"/>
                    </a:lnTo>
                    <a:lnTo>
                      <a:pt x="91" y="10"/>
                    </a:lnTo>
                    <a:lnTo>
                      <a:pt x="91" y="11"/>
                    </a:lnTo>
                    <a:lnTo>
                      <a:pt x="91" y="12"/>
                    </a:lnTo>
                    <a:lnTo>
                      <a:pt x="92" y="14"/>
                    </a:lnTo>
                    <a:lnTo>
                      <a:pt x="92" y="15"/>
                    </a:lnTo>
                    <a:lnTo>
                      <a:pt x="93" y="17"/>
                    </a:lnTo>
                    <a:lnTo>
                      <a:pt x="93" y="18"/>
                    </a:lnTo>
                    <a:lnTo>
                      <a:pt x="94" y="19"/>
                    </a:lnTo>
                    <a:lnTo>
                      <a:pt x="95" y="18"/>
                    </a:lnTo>
                    <a:lnTo>
                      <a:pt x="95" y="17"/>
                    </a:lnTo>
                    <a:lnTo>
                      <a:pt x="96" y="16"/>
                    </a:lnTo>
                    <a:lnTo>
                      <a:pt x="96" y="15"/>
                    </a:lnTo>
                    <a:lnTo>
                      <a:pt x="97" y="13"/>
                    </a:lnTo>
                    <a:lnTo>
                      <a:pt x="97" y="12"/>
                    </a:lnTo>
                    <a:lnTo>
                      <a:pt x="97" y="11"/>
                    </a:lnTo>
                    <a:lnTo>
                      <a:pt x="98" y="11"/>
                    </a:lnTo>
                    <a:lnTo>
                      <a:pt x="99" y="11"/>
                    </a:lnTo>
                    <a:lnTo>
                      <a:pt x="99" y="12"/>
                    </a:lnTo>
                    <a:lnTo>
                      <a:pt x="100" y="13"/>
                    </a:lnTo>
                    <a:lnTo>
                      <a:pt x="100" y="15"/>
                    </a:lnTo>
                    <a:lnTo>
                      <a:pt x="101" y="16"/>
                    </a:lnTo>
                    <a:lnTo>
                      <a:pt x="101" y="17"/>
                    </a:lnTo>
                    <a:lnTo>
                      <a:pt x="102" y="17"/>
                    </a:lnTo>
                    <a:lnTo>
                      <a:pt x="102" y="18"/>
                    </a:lnTo>
                    <a:lnTo>
                      <a:pt x="103" y="18"/>
                    </a:lnTo>
                    <a:lnTo>
                      <a:pt x="103" y="17"/>
                    </a:lnTo>
                    <a:lnTo>
                      <a:pt x="104" y="16"/>
                    </a:lnTo>
                    <a:lnTo>
                      <a:pt x="104" y="15"/>
                    </a:lnTo>
                    <a:lnTo>
                      <a:pt x="105" y="14"/>
                    </a:lnTo>
                    <a:lnTo>
                      <a:pt x="105" y="13"/>
                    </a:lnTo>
                    <a:lnTo>
                      <a:pt x="105" y="12"/>
                    </a:lnTo>
                    <a:lnTo>
                      <a:pt x="106" y="12"/>
                    </a:lnTo>
                    <a:lnTo>
                      <a:pt x="106" y="11"/>
                    </a:lnTo>
                    <a:lnTo>
                      <a:pt x="107" y="11"/>
                    </a:lnTo>
                    <a:lnTo>
                      <a:pt x="107" y="12"/>
                    </a:lnTo>
                    <a:lnTo>
                      <a:pt x="108" y="13"/>
                    </a:lnTo>
                    <a:lnTo>
                      <a:pt x="108" y="14"/>
                    </a:lnTo>
                    <a:lnTo>
                      <a:pt x="109" y="15"/>
                    </a:lnTo>
                    <a:lnTo>
                      <a:pt x="109" y="16"/>
                    </a:lnTo>
                    <a:lnTo>
                      <a:pt x="110" y="17"/>
                    </a:lnTo>
                    <a:lnTo>
                      <a:pt x="110" y="18"/>
                    </a:lnTo>
                    <a:lnTo>
                      <a:pt x="111" y="18"/>
                    </a:lnTo>
                    <a:lnTo>
                      <a:pt x="111" y="17"/>
                    </a:lnTo>
                    <a:lnTo>
                      <a:pt x="112" y="17"/>
                    </a:lnTo>
                    <a:lnTo>
                      <a:pt x="112" y="16"/>
                    </a:lnTo>
                    <a:lnTo>
                      <a:pt x="112" y="15"/>
                    </a:lnTo>
                    <a:lnTo>
                      <a:pt x="113" y="14"/>
                    </a:lnTo>
                    <a:lnTo>
                      <a:pt x="113" y="13"/>
                    </a:lnTo>
                    <a:lnTo>
                      <a:pt x="114" y="12"/>
                    </a:lnTo>
                    <a:lnTo>
                      <a:pt x="115" y="11"/>
                    </a:lnTo>
                    <a:lnTo>
                      <a:pt x="115" y="12"/>
                    </a:lnTo>
                    <a:lnTo>
                      <a:pt x="116" y="12"/>
                    </a:lnTo>
                    <a:lnTo>
                      <a:pt x="116" y="13"/>
                    </a:lnTo>
                    <a:lnTo>
                      <a:pt x="117" y="14"/>
                    </a:lnTo>
                    <a:lnTo>
                      <a:pt x="117" y="16"/>
                    </a:lnTo>
                    <a:lnTo>
                      <a:pt x="118" y="16"/>
                    </a:lnTo>
                    <a:lnTo>
                      <a:pt x="118" y="17"/>
                    </a:lnTo>
                    <a:lnTo>
                      <a:pt x="118" y="18"/>
                    </a:lnTo>
                    <a:lnTo>
                      <a:pt x="119" y="18"/>
                    </a:lnTo>
                    <a:lnTo>
                      <a:pt x="120" y="17"/>
                    </a:lnTo>
                    <a:lnTo>
                      <a:pt x="120" y="16"/>
                    </a:lnTo>
                    <a:lnTo>
                      <a:pt x="120" y="15"/>
                    </a:lnTo>
                    <a:lnTo>
                      <a:pt x="121" y="14"/>
                    </a:lnTo>
                    <a:lnTo>
                      <a:pt x="121" y="13"/>
                    </a:lnTo>
                    <a:lnTo>
                      <a:pt x="122" y="12"/>
                    </a:lnTo>
                    <a:lnTo>
                      <a:pt x="122" y="11"/>
                    </a:lnTo>
                    <a:lnTo>
                      <a:pt x="123" y="11"/>
                    </a:lnTo>
                    <a:lnTo>
                      <a:pt x="124" y="12"/>
                    </a:lnTo>
                    <a:lnTo>
                      <a:pt x="124" y="13"/>
                    </a:lnTo>
                    <a:lnTo>
                      <a:pt x="125" y="14"/>
                    </a:lnTo>
                    <a:lnTo>
                      <a:pt x="125" y="15"/>
                    </a:lnTo>
                    <a:lnTo>
                      <a:pt x="126" y="16"/>
                    </a:lnTo>
                    <a:lnTo>
                      <a:pt x="126" y="17"/>
                    </a:lnTo>
                    <a:lnTo>
                      <a:pt x="126" y="18"/>
                    </a:lnTo>
                    <a:lnTo>
                      <a:pt x="127" y="19"/>
                    </a:lnTo>
                    <a:lnTo>
                      <a:pt x="128" y="19"/>
                    </a:lnTo>
                    <a:lnTo>
                      <a:pt x="128" y="18"/>
                    </a:lnTo>
                    <a:lnTo>
                      <a:pt x="128" y="16"/>
                    </a:lnTo>
                    <a:lnTo>
                      <a:pt x="129" y="15"/>
                    </a:lnTo>
                    <a:lnTo>
                      <a:pt x="129" y="13"/>
                    </a:lnTo>
                    <a:lnTo>
                      <a:pt x="130" y="12"/>
                    </a:lnTo>
                    <a:lnTo>
                      <a:pt x="130" y="10"/>
                    </a:lnTo>
                    <a:lnTo>
                      <a:pt x="131" y="9"/>
                    </a:lnTo>
                    <a:lnTo>
                      <a:pt x="132" y="10"/>
                    </a:lnTo>
                    <a:lnTo>
                      <a:pt x="132" y="11"/>
                    </a:lnTo>
                    <a:lnTo>
                      <a:pt x="133" y="12"/>
                    </a:lnTo>
                    <a:lnTo>
                      <a:pt x="133" y="14"/>
                    </a:lnTo>
                    <a:lnTo>
                      <a:pt x="133" y="17"/>
                    </a:lnTo>
                    <a:lnTo>
                      <a:pt x="134" y="19"/>
                    </a:lnTo>
                    <a:lnTo>
                      <a:pt x="134" y="21"/>
                    </a:lnTo>
                    <a:lnTo>
                      <a:pt x="135" y="22"/>
                    </a:lnTo>
                    <a:lnTo>
                      <a:pt x="136" y="22"/>
                    </a:lnTo>
                    <a:lnTo>
                      <a:pt x="136" y="21"/>
                    </a:lnTo>
                    <a:lnTo>
                      <a:pt x="136" y="19"/>
                    </a:lnTo>
                    <a:lnTo>
                      <a:pt x="137" y="17"/>
                    </a:lnTo>
                    <a:lnTo>
                      <a:pt x="137" y="13"/>
                    </a:lnTo>
                    <a:lnTo>
                      <a:pt x="138" y="10"/>
                    </a:lnTo>
                    <a:lnTo>
                      <a:pt x="138" y="6"/>
                    </a:lnTo>
                    <a:lnTo>
                      <a:pt x="139" y="3"/>
                    </a:lnTo>
                    <a:lnTo>
                      <a:pt x="139" y="1"/>
                    </a:lnTo>
                    <a:lnTo>
                      <a:pt x="139" y="0"/>
                    </a:lnTo>
                    <a:lnTo>
                      <a:pt x="140" y="1"/>
                    </a:lnTo>
                    <a:lnTo>
                      <a:pt x="140" y="3"/>
                    </a:lnTo>
                    <a:lnTo>
                      <a:pt x="141" y="8"/>
                    </a:lnTo>
                    <a:lnTo>
                      <a:pt x="141" y="15"/>
                    </a:lnTo>
                    <a:lnTo>
                      <a:pt x="141" y="25"/>
                    </a:lnTo>
                    <a:lnTo>
                      <a:pt x="142" y="36"/>
                    </a:lnTo>
                    <a:lnTo>
                      <a:pt x="142" y="49"/>
                    </a:lnTo>
                    <a:lnTo>
                      <a:pt x="143" y="64"/>
                    </a:lnTo>
                    <a:lnTo>
                      <a:pt x="143" y="80"/>
                    </a:lnTo>
                    <a:lnTo>
                      <a:pt x="144" y="96"/>
                    </a:lnTo>
                    <a:lnTo>
                      <a:pt x="144" y="112"/>
                    </a:lnTo>
                    <a:lnTo>
                      <a:pt x="144" y="128"/>
                    </a:lnTo>
                    <a:lnTo>
                      <a:pt x="145" y="142"/>
                    </a:lnTo>
                    <a:lnTo>
                      <a:pt x="145" y="155"/>
                    </a:lnTo>
                    <a:lnTo>
                      <a:pt x="146" y="166"/>
                    </a:lnTo>
                    <a:lnTo>
                      <a:pt x="146" y="175"/>
                    </a:lnTo>
                    <a:lnTo>
                      <a:pt x="147" y="182"/>
                    </a:lnTo>
                    <a:lnTo>
                      <a:pt x="147" y="186"/>
                    </a:lnTo>
                    <a:lnTo>
                      <a:pt x="147" y="188"/>
                    </a:lnTo>
                    <a:lnTo>
                      <a:pt x="148" y="189"/>
                    </a:lnTo>
                    <a:lnTo>
                      <a:pt x="148" y="188"/>
                    </a:lnTo>
                    <a:lnTo>
                      <a:pt x="149" y="185"/>
                    </a:lnTo>
                    <a:lnTo>
                      <a:pt x="149" y="182"/>
                    </a:lnTo>
                    <a:lnTo>
                      <a:pt x="149" y="179"/>
                    </a:lnTo>
                    <a:lnTo>
                      <a:pt x="150" y="175"/>
                    </a:lnTo>
                    <a:lnTo>
                      <a:pt x="150" y="172"/>
                    </a:lnTo>
                    <a:lnTo>
                      <a:pt x="151" y="169"/>
                    </a:lnTo>
                    <a:lnTo>
                      <a:pt x="151" y="168"/>
                    </a:lnTo>
                    <a:lnTo>
                      <a:pt x="152" y="167"/>
                    </a:lnTo>
                    <a:lnTo>
                      <a:pt x="153" y="169"/>
                    </a:lnTo>
                    <a:lnTo>
                      <a:pt x="153" y="171"/>
                    </a:lnTo>
                    <a:lnTo>
                      <a:pt x="154" y="173"/>
                    </a:lnTo>
                    <a:lnTo>
                      <a:pt x="154" y="175"/>
                    </a:lnTo>
                    <a:lnTo>
                      <a:pt x="154" y="177"/>
                    </a:lnTo>
                    <a:lnTo>
                      <a:pt x="155" y="178"/>
                    </a:lnTo>
                    <a:lnTo>
                      <a:pt x="155" y="180"/>
                    </a:lnTo>
                    <a:lnTo>
                      <a:pt x="156" y="180"/>
                    </a:lnTo>
                    <a:lnTo>
                      <a:pt x="157" y="179"/>
                    </a:lnTo>
                    <a:lnTo>
                      <a:pt x="157" y="178"/>
                    </a:lnTo>
                    <a:lnTo>
                      <a:pt x="157" y="177"/>
                    </a:lnTo>
                    <a:lnTo>
                      <a:pt x="158" y="175"/>
                    </a:lnTo>
                    <a:lnTo>
                      <a:pt x="158" y="174"/>
                    </a:lnTo>
                    <a:lnTo>
                      <a:pt x="159" y="172"/>
                    </a:lnTo>
                    <a:lnTo>
                      <a:pt x="159" y="171"/>
                    </a:lnTo>
                    <a:lnTo>
                      <a:pt x="160" y="170"/>
                    </a:lnTo>
                    <a:lnTo>
                      <a:pt x="161" y="171"/>
                    </a:lnTo>
                    <a:lnTo>
                      <a:pt x="161" y="172"/>
                    </a:lnTo>
                    <a:lnTo>
                      <a:pt x="162" y="173"/>
                    </a:lnTo>
                    <a:lnTo>
                      <a:pt x="162" y="174"/>
                    </a:lnTo>
                    <a:lnTo>
                      <a:pt x="162" y="175"/>
                    </a:lnTo>
                    <a:lnTo>
                      <a:pt x="163" y="177"/>
                    </a:lnTo>
                    <a:lnTo>
                      <a:pt x="163" y="178"/>
                    </a:lnTo>
                    <a:lnTo>
                      <a:pt x="164" y="178"/>
                    </a:lnTo>
                    <a:lnTo>
                      <a:pt x="165" y="178"/>
                    </a:lnTo>
                    <a:lnTo>
                      <a:pt x="165" y="177"/>
                    </a:lnTo>
                    <a:lnTo>
                      <a:pt x="166" y="176"/>
                    </a:lnTo>
                    <a:lnTo>
                      <a:pt x="166" y="175"/>
                    </a:lnTo>
                    <a:lnTo>
                      <a:pt x="167" y="173"/>
                    </a:lnTo>
                    <a:lnTo>
                      <a:pt x="167" y="172"/>
                    </a:lnTo>
                    <a:lnTo>
                      <a:pt x="168" y="172"/>
                    </a:lnTo>
                    <a:lnTo>
                      <a:pt x="168" y="171"/>
                    </a:lnTo>
                    <a:lnTo>
                      <a:pt x="169" y="171"/>
                    </a:lnTo>
                    <a:lnTo>
                      <a:pt x="169" y="172"/>
                    </a:lnTo>
                    <a:lnTo>
                      <a:pt x="170" y="173"/>
                    </a:lnTo>
                    <a:lnTo>
                      <a:pt x="170" y="174"/>
                    </a:lnTo>
                    <a:lnTo>
                      <a:pt x="170" y="175"/>
                    </a:lnTo>
                    <a:lnTo>
                      <a:pt x="171" y="176"/>
                    </a:lnTo>
                    <a:lnTo>
                      <a:pt x="171" y="177"/>
                    </a:lnTo>
                    <a:lnTo>
                      <a:pt x="172" y="177"/>
                    </a:lnTo>
                    <a:lnTo>
                      <a:pt x="172" y="178"/>
                    </a:lnTo>
                    <a:lnTo>
                      <a:pt x="173" y="178"/>
                    </a:lnTo>
                    <a:lnTo>
                      <a:pt x="173" y="177"/>
                    </a:lnTo>
                    <a:lnTo>
                      <a:pt x="174" y="176"/>
                    </a:lnTo>
                    <a:lnTo>
                      <a:pt x="174" y="175"/>
                    </a:lnTo>
                    <a:lnTo>
                      <a:pt x="175" y="174"/>
                    </a:lnTo>
                    <a:lnTo>
                      <a:pt x="175" y="173"/>
                    </a:lnTo>
                    <a:lnTo>
                      <a:pt x="175" y="172"/>
                    </a:lnTo>
                    <a:lnTo>
                      <a:pt x="176" y="172"/>
                    </a:lnTo>
                    <a:lnTo>
                      <a:pt x="176" y="171"/>
                    </a:lnTo>
                    <a:lnTo>
                      <a:pt x="177" y="171"/>
                    </a:lnTo>
                    <a:lnTo>
                      <a:pt x="177" y="172"/>
                    </a:lnTo>
                    <a:lnTo>
                      <a:pt x="178" y="172"/>
                    </a:lnTo>
                    <a:lnTo>
                      <a:pt x="178" y="173"/>
                    </a:lnTo>
                    <a:lnTo>
                      <a:pt x="178" y="174"/>
                    </a:lnTo>
                    <a:lnTo>
                      <a:pt x="179" y="175"/>
                    </a:lnTo>
                    <a:lnTo>
                      <a:pt x="179" y="176"/>
                    </a:lnTo>
                    <a:lnTo>
                      <a:pt x="180" y="177"/>
                    </a:lnTo>
                    <a:lnTo>
                      <a:pt x="181" y="178"/>
                    </a:lnTo>
                    <a:lnTo>
                      <a:pt x="181" y="177"/>
                    </a:lnTo>
                    <a:lnTo>
                      <a:pt x="182" y="177"/>
                    </a:lnTo>
                    <a:lnTo>
                      <a:pt x="182" y="176"/>
                    </a:lnTo>
                    <a:lnTo>
                      <a:pt x="183" y="175"/>
                    </a:lnTo>
                    <a:lnTo>
                      <a:pt x="183" y="174"/>
                    </a:lnTo>
                    <a:lnTo>
                      <a:pt x="183" y="173"/>
                    </a:lnTo>
                    <a:lnTo>
                      <a:pt x="184" y="172"/>
                    </a:lnTo>
                    <a:lnTo>
                      <a:pt x="184" y="171"/>
                    </a:lnTo>
                    <a:lnTo>
                      <a:pt x="185" y="171"/>
                    </a:lnTo>
                    <a:lnTo>
                      <a:pt x="186" y="172"/>
                    </a:lnTo>
                    <a:lnTo>
                      <a:pt x="186" y="173"/>
                    </a:lnTo>
                    <a:lnTo>
                      <a:pt x="187" y="175"/>
                    </a:lnTo>
                    <a:lnTo>
                      <a:pt x="187" y="176"/>
                    </a:lnTo>
                    <a:lnTo>
                      <a:pt x="188" y="177"/>
                    </a:lnTo>
                    <a:lnTo>
                      <a:pt x="188" y="178"/>
                    </a:lnTo>
                    <a:lnTo>
                      <a:pt x="189" y="178"/>
                    </a:lnTo>
                    <a:lnTo>
                      <a:pt x="190" y="177"/>
                    </a:lnTo>
                    <a:lnTo>
                      <a:pt x="191" y="175"/>
                    </a:lnTo>
                    <a:lnTo>
                      <a:pt x="191" y="174"/>
                    </a:lnTo>
                    <a:lnTo>
                      <a:pt x="191" y="173"/>
                    </a:lnTo>
                    <a:lnTo>
                      <a:pt x="192" y="172"/>
                    </a:lnTo>
                    <a:lnTo>
                      <a:pt x="192" y="171"/>
                    </a:lnTo>
                    <a:lnTo>
                      <a:pt x="193" y="170"/>
                    </a:lnTo>
                    <a:lnTo>
                      <a:pt x="194" y="170"/>
                    </a:lnTo>
                    <a:lnTo>
                      <a:pt x="194" y="171"/>
                    </a:lnTo>
                    <a:lnTo>
                      <a:pt x="194" y="172"/>
                    </a:lnTo>
                    <a:lnTo>
                      <a:pt x="195" y="174"/>
                    </a:lnTo>
                    <a:lnTo>
                      <a:pt x="195" y="175"/>
                    </a:lnTo>
                    <a:lnTo>
                      <a:pt x="196" y="177"/>
                    </a:lnTo>
                    <a:lnTo>
                      <a:pt x="196" y="178"/>
                    </a:lnTo>
                    <a:lnTo>
                      <a:pt x="196" y="179"/>
                    </a:lnTo>
                    <a:lnTo>
                      <a:pt x="197" y="180"/>
                    </a:lnTo>
                    <a:lnTo>
                      <a:pt x="198" y="179"/>
                    </a:lnTo>
                    <a:lnTo>
                      <a:pt x="198" y="178"/>
                    </a:lnTo>
                    <a:lnTo>
                      <a:pt x="199" y="177"/>
                    </a:lnTo>
                    <a:lnTo>
                      <a:pt x="199" y="175"/>
                    </a:lnTo>
                    <a:lnTo>
                      <a:pt x="199" y="173"/>
                    </a:lnTo>
                    <a:lnTo>
                      <a:pt x="200" y="170"/>
                    </a:lnTo>
                    <a:lnTo>
                      <a:pt x="200" y="169"/>
                    </a:lnTo>
                    <a:lnTo>
                      <a:pt x="201" y="167"/>
                    </a:lnTo>
                    <a:lnTo>
                      <a:pt x="202" y="167"/>
                    </a:lnTo>
                    <a:lnTo>
                      <a:pt x="202" y="168"/>
                    </a:lnTo>
                    <a:lnTo>
                      <a:pt x="202" y="170"/>
                    </a:lnTo>
                    <a:lnTo>
                      <a:pt x="203" y="172"/>
                    </a:lnTo>
                    <a:lnTo>
                      <a:pt x="203" y="175"/>
                    </a:lnTo>
                    <a:lnTo>
                      <a:pt x="204" y="179"/>
                    </a:lnTo>
                    <a:lnTo>
                      <a:pt x="204" y="182"/>
                    </a:lnTo>
                    <a:lnTo>
                      <a:pt x="204" y="186"/>
                    </a:lnTo>
                    <a:lnTo>
                      <a:pt x="205" y="188"/>
                    </a:lnTo>
                    <a:lnTo>
                      <a:pt x="205" y="189"/>
                    </a:lnTo>
                    <a:lnTo>
                      <a:pt x="206" y="188"/>
                    </a:lnTo>
                    <a:lnTo>
                      <a:pt x="206" y="186"/>
                    </a:lnTo>
                    <a:lnTo>
                      <a:pt x="207" y="181"/>
                    </a:lnTo>
                    <a:lnTo>
                      <a:pt x="207" y="174"/>
                    </a:lnTo>
                    <a:lnTo>
                      <a:pt x="207" y="165"/>
                    </a:lnTo>
                    <a:lnTo>
                      <a:pt x="208" y="154"/>
                    </a:lnTo>
                    <a:lnTo>
                      <a:pt x="208" y="141"/>
                    </a:lnTo>
                    <a:lnTo>
                      <a:pt x="209" y="126"/>
                    </a:lnTo>
                    <a:lnTo>
                      <a:pt x="209" y="111"/>
                    </a:lnTo>
                    <a:lnTo>
                      <a:pt x="210" y="95"/>
                    </a:lnTo>
                    <a:lnTo>
                      <a:pt x="210" y="78"/>
                    </a:lnTo>
                    <a:lnTo>
                      <a:pt x="210" y="63"/>
                    </a:lnTo>
                    <a:lnTo>
                      <a:pt x="211" y="48"/>
                    </a:lnTo>
                    <a:lnTo>
                      <a:pt x="211" y="35"/>
                    </a:lnTo>
                    <a:lnTo>
                      <a:pt x="212" y="24"/>
                    </a:lnTo>
                    <a:lnTo>
                      <a:pt x="212" y="15"/>
                    </a:lnTo>
                    <a:lnTo>
                      <a:pt x="212" y="8"/>
                    </a:lnTo>
                    <a:lnTo>
                      <a:pt x="213" y="3"/>
                    </a:lnTo>
                    <a:lnTo>
                      <a:pt x="213" y="1"/>
                    </a:lnTo>
                    <a:lnTo>
                      <a:pt x="214" y="0"/>
                    </a:lnTo>
                    <a:lnTo>
                      <a:pt x="214" y="1"/>
                    </a:lnTo>
                    <a:lnTo>
                      <a:pt x="215" y="3"/>
                    </a:lnTo>
                    <a:lnTo>
                      <a:pt x="215" y="7"/>
                    </a:lnTo>
                    <a:lnTo>
                      <a:pt x="215" y="10"/>
                    </a:lnTo>
                    <a:lnTo>
                      <a:pt x="216" y="14"/>
                    </a:lnTo>
                    <a:lnTo>
                      <a:pt x="216" y="17"/>
                    </a:lnTo>
                    <a:lnTo>
                      <a:pt x="217" y="19"/>
                    </a:lnTo>
                    <a:lnTo>
                      <a:pt x="217" y="21"/>
                    </a:lnTo>
                    <a:lnTo>
                      <a:pt x="217" y="22"/>
                    </a:lnTo>
                    <a:lnTo>
                      <a:pt x="218" y="22"/>
                    </a:lnTo>
                    <a:lnTo>
                      <a:pt x="219" y="20"/>
                    </a:lnTo>
                    <a:lnTo>
                      <a:pt x="219" y="19"/>
                    </a:lnTo>
                    <a:lnTo>
                      <a:pt x="220" y="16"/>
                    </a:lnTo>
                    <a:lnTo>
                      <a:pt x="220" y="14"/>
                    </a:lnTo>
                    <a:lnTo>
                      <a:pt x="220" y="12"/>
                    </a:lnTo>
                    <a:lnTo>
                      <a:pt x="221" y="11"/>
                    </a:lnTo>
                    <a:lnTo>
                      <a:pt x="221" y="10"/>
                    </a:lnTo>
                    <a:lnTo>
                      <a:pt x="222" y="9"/>
                    </a:lnTo>
                    <a:lnTo>
                      <a:pt x="223" y="10"/>
                    </a:lnTo>
                    <a:lnTo>
                      <a:pt x="223" y="11"/>
                    </a:lnTo>
                    <a:lnTo>
                      <a:pt x="223" y="12"/>
                    </a:lnTo>
                    <a:lnTo>
                      <a:pt x="224" y="14"/>
                    </a:lnTo>
                    <a:lnTo>
                      <a:pt x="224" y="15"/>
                    </a:lnTo>
                    <a:lnTo>
                      <a:pt x="225" y="17"/>
                    </a:lnTo>
                    <a:lnTo>
                      <a:pt x="225" y="18"/>
                    </a:lnTo>
                    <a:lnTo>
                      <a:pt x="225" y="19"/>
                    </a:lnTo>
                    <a:lnTo>
                      <a:pt x="226" y="19"/>
                    </a:lnTo>
                    <a:lnTo>
                      <a:pt x="227" y="18"/>
                    </a:lnTo>
                    <a:lnTo>
                      <a:pt x="227" y="17"/>
                    </a:lnTo>
                    <a:lnTo>
                      <a:pt x="228" y="16"/>
                    </a:lnTo>
                    <a:lnTo>
                      <a:pt x="228" y="15"/>
                    </a:lnTo>
                    <a:lnTo>
                      <a:pt x="228" y="14"/>
                    </a:lnTo>
                    <a:lnTo>
                      <a:pt x="229" y="12"/>
                    </a:lnTo>
                    <a:lnTo>
                      <a:pt x="230" y="11"/>
                    </a:lnTo>
                    <a:lnTo>
                      <a:pt x="231" y="11"/>
                    </a:lnTo>
                    <a:lnTo>
                      <a:pt x="231" y="12"/>
                    </a:lnTo>
                    <a:lnTo>
                      <a:pt x="232" y="13"/>
                    </a:lnTo>
                    <a:lnTo>
                      <a:pt x="232" y="14"/>
                    </a:lnTo>
                    <a:lnTo>
                      <a:pt x="233" y="16"/>
                    </a:lnTo>
                    <a:lnTo>
                      <a:pt x="233" y="17"/>
                    </a:lnTo>
                    <a:lnTo>
                      <a:pt x="234" y="18"/>
                    </a:lnTo>
                    <a:lnTo>
                      <a:pt x="235" y="18"/>
                    </a:lnTo>
                    <a:lnTo>
                      <a:pt x="235" y="17"/>
                    </a:lnTo>
                    <a:lnTo>
                      <a:pt x="236" y="16"/>
                    </a:lnTo>
                    <a:lnTo>
                      <a:pt x="236" y="15"/>
                    </a:lnTo>
                    <a:lnTo>
                      <a:pt x="236" y="14"/>
                    </a:lnTo>
                    <a:lnTo>
                      <a:pt x="237" y="13"/>
                    </a:lnTo>
                    <a:lnTo>
                      <a:pt x="237" y="12"/>
                    </a:lnTo>
                    <a:lnTo>
                      <a:pt x="238" y="12"/>
                    </a:lnTo>
                    <a:lnTo>
                      <a:pt x="238" y="11"/>
                    </a:lnTo>
                    <a:lnTo>
                      <a:pt x="239" y="12"/>
                    </a:lnTo>
                    <a:lnTo>
                      <a:pt x="240" y="13"/>
                    </a:lnTo>
                    <a:lnTo>
                      <a:pt x="240" y="14"/>
                    </a:lnTo>
                    <a:lnTo>
                      <a:pt x="241" y="15"/>
                    </a:lnTo>
                    <a:lnTo>
                      <a:pt x="241" y="16"/>
                    </a:lnTo>
                    <a:lnTo>
                      <a:pt x="241" y="17"/>
                    </a:lnTo>
                    <a:lnTo>
                      <a:pt x="242" y="17"/>
                    </a:lnTo>
                    <a:lnTo>
                      <a:pt x="242" y="18"/>
                    </a:lnTo>
                    <a:lnTo>
                      <a:pt x="243" y="18"/>
                    </a:lnTo>
                    <a:lnTo>
                      <a:pt x="243" y="17"/>
                    </a:lnTo>
                    <a:lnTo>
                      <a:pt x="244" y="17"/>
                    </a:lnTo>
                    <a:lnTo>
                      <a:pt x="244" y="16"/>
                    </a:lnTo>
                    <a:lnTo>
                      <a:pt x="244" y="15"/>
                    </a:lnTo>
                    <a:lnTo>
                      <a:pt x="245" y="14"/>
                    </a:lnTo>
                    <a:lnTo>
                      <a:pt x="245" y="13"/>
                    </a:lnTo>
                    <a:lnTo>
                      <a:pt x="246" y="12"/>
                    </a:lnTo>
                    <a:lnTo>
                      <a:pt x="246" y="11"/>
                    </a:lnTo>
                    <a:lnTo>
                      <a:pt x="247" y="11"/>
                    </a:lnTo>
                    <a:lnTo>
                      <a:pt x="247" y="12"/>
                    </a:lnTo>
                    <a:lnTo>
                      <a:pt x="248" y="12"/>
                    </a:lnTo>
                    <a:lnTo>
                      <a:pt x="248" y="13"/>
                    </a:lnTo>
                    <a:lnTo>
                      <a:pt x="249" y="14"/>
                    </a:lnTo>
                    <a:lnTo>
                      <a:pt x="249" y="15"/>
                    </a:lnTo>
                    <a:lnTo>
                      <a:pt x="249" y="16"/>
                    </a:lnTo>
                    <a:lnTo>
                      <a:pt x="250" y="17"/>
                    </a:lnTo>
                    <a:lnTo>
                      <a:pt x="250" y="18"/>
                    </a:lnTo>
                    <a:lnTo>
                      <a:pt x="251" y="18"/>
                    </a:lnTo>
                    <a:lnTo>
                      <a:pt x="252" y="17"/>
                    </a:lnTo>
                    <a:lnTo>
                      <a:pt x="252" y="16"/>
                    </a:lnTo>
                    <a:lnTo>
                      <a:pt x="253" y="14"/>
                    </a:lnTo>
                    <a:lnTo>
                      <a:pt x="253" y="13"/>
                    </a:lnTo>
                    <a:lnTo>
                      <a:pt x="254" y="12"/>
                    </a:lnTo>
                    <a:lnTo>
                      <a:pt x="254" y="11"/>
                    </a:lnTo>
                    <a:lnTo>
                      <a:pt x="255" y="11"/>
                    </a:lnTo>
                    <a:lnTo>
                      <a:pt x="256" y="11"/>
                    </a:lnTo>
                    <a:lnTo>
                      <a:pt x="256" y="12"/>
                    </a:lnTo>
                    <a:lnTo>
                      <a:pt x="257" y="14"/>
                    </a:lnTo>
                    <a:lnTo>
                      <a:pt x="257" y="15"/>
                    </a:lnTo>
                    <a:lnTo>
                      <a:pt x="257" y="16"/>
                    </a:lnTo>
                    <a:lnTo>
                      <a:pt x="258" y="17"/>
                    </a:lnTo>
                    <a:lnTo>
                      <a:pt x="258" y="18"/>
                    </a:lnTo>
                    <a:lnTo>
                      <a:pt x="259" y="19"/>
                    </a:lnTo>
                    <a:lnTo>
                      <a:pt x="260" y="18"/>
                    </a:lnTo>
                    <a:lnTo>
                      <a:pt x="260" y="17"/>
                    </a:lnTo>
                    <a:lnTo>
                      <a:pt x="261" y="15"/>
                    </a:lnTo>
                    <a:lnTo>
                      <a:pt x="261" y="14"/>
                    </a:lnTo>
                    <a:lnTo>
                      <a:pt x="262" y="12"/>
                    </a:lnTo>
                    <a:lnTo>
                      <a:pt x="262" y="11"/>
                    </a:lnTo>
                    <a:lnTo>
                      <a:pt x="262" y="10"/>
                    </a:lnTo>
                    <a:lnTo>
                      <a:pt x="263" y="9"/>
                    </a:lnTo>
                    <a:lnTo>
                      <a:pt x="264" y="9"/>
                    </a:lnTo>
                    <a:lnTo>
                      <a:pt x="264" y="11"/>
                    </a:lnTo>
                    <a:lnTo>
                      <a:pt x="265" y="12"/>
                    </a:lnTo>
                    <a:lnTo>
                      <a:pt x="265" y="14"/>
                    </a:lnTo>
                    <a:lnTo>
                      <a:pt x="265" y="16"/>
                    </a:lnTo>
                    <a:lnTo>
                      <a:pt x="266" y="18"/>
                    </a:lnTo>
                    <a:lnTo>
                      <a:pt x="266" y="20"/>
                    </a:lnTo>
                    <a:lnTo>
                      <a:pt x="267" y="22"/>
                    </a:lnTo>
                    <a:lnTo>
                      <a:pt x="268" y="21"/>
                    </a:lnTo>
                    <a:lnTo>
                      <a:pt x="268" y="20"/>
                    </a:lnTo>
                    <a:lnTo>
                      <a:pt x="269" y="17"/>
                    </a:lnTo>
                    <a:lnTo>
                      <a:pt x="269" y="14"/>
                    </a:lnTo>
                    <a:lnTo>
                      <a:pt x="270" y="10"/>
                    </a:lnTo>
                    <a:lnTo>
                      <a:pt x="270" y="7"/>
                    </a:lnTo>
                    <a:lnTo>
                      <a:pt x="270" y="4"/>
                    </a:lnTo>
                    <a:lnTo>
                      <a:pt x="271" y="1"/>
                    </a:lnTo>
                    <a:lnTo>
                      <a:pt x="271" y="0"/>
                    </a:lnTo>
                    <a:lnTo>
                      <a:pt x="272" y="1"/>
                    </a:lnTo>
                    <a:lnTo>
                      <a:pt x="272" y="3"/>
                    </a:lnTo>
                    <a:lnTo>
                      <a:pt x="273" y="7"/>
                    </a:lnTo>
                    <a:lnTo>
                      <a:pt x="273" y="14"/>
                    </a:lnTo>
                    <a:lnTo>
                      <a:pt x="273" y="23"/>
                    </a:lnTo>
                    <a:lnTo>
                      <a:pt x="274" y="34"/>
                    </a:lnTo>
                    <a:lnTo>
                      <a:pt x="274" y="47"/>
                    </a:lnTo>
                    <a:lnTo>
                      <a:pt x="275" y="61"/>
                    </a:lnTo>
                    <a:lnTo>
                      <a:pt x="275" y="77"/>
                    </a:lnTo>
                    <a:lnTo>
                      <a:pt x="275" y="93"/>
                    </a:lnTo>
                    <a:lnTo>
                      <a:pt x="276" y="109"/>
                    </a:lnTo>
                    <a:lnTo>
                      <a:pt x="276" y="125"/>
                    </a:lnTo>
                    <a:lnTo>
                      <a:pt x="277" y="140"/>
                    </a:lnTo>
                    <a:lnTo>
                      <a:pt x="277" y="153"/>
                    </a:lnTo>
                    <a:lnTo>
                      <a:pt x="278" y="164"/>
                    </a:lnTo>
                    <a:lnTo>
                      <a:pt x="278" y="174"/>
                    </a:lnTo>
                    <a:lnTo>
                      <a:pt x="278" y="181"/>
                    </a:lnTo>
                    <a:lnTo>
                      <a:pt x="279" y="186"/>
                    </a:lnTo>
                    <a:lnTo>
                      <a:pt x="279" y="188"/>
                    </a:lnTo>
                    <a:lnTo>
                      <a:pt x="280" y="189"/>
                    </a:lnTo>
                    <a:lnTo>
                      <a:pt x="280" y="188"/>
                    </a:lnTo>
                    <a:lnTo>
                      <a:pt x="280" y="186"/>
                    </a:lnTo>
                    <a:lnTo>
                      <a:pt x="281" y="183"/>
                    </a:lnTo>
                    <a:lnTo>
                      <a:pt x="281" y="179"/>
                    </a:lnTo>
                    <a:lnTo>
                      <a:pt x="282" y="176"/>
                    </a:lnTo>
                    <a:lnTo>
                      <a:pt x="282" y="172"/>
                    </a:lnTo>
                    <a:lnTo>
                      <a:pt x="283" y="170"/>
                    </a:lnTo>
                    <a:lnTo>
                      <a:pt x="283" y="168"/>
                    </a:lnTo>
                    <a:lnTo>
                      <a:pt x="283" y="167"/>
                    </a:lnTo>
                    <a:lnTo>
                      <a:pt x="284" y="167"/>
                    </a:lnTo>
                    <a:lnTo>
                      <a:pt x="285" y="168"/>
                    </a:lnTo>
                    <a:lnTo>
                      <a:pt x="285" y="170"/>
                    </a:lnTo>
                    <a:lnTo>
                      <a:pt x="286" y="172"/>
                    </a:lnTo>
                    <a:lnTo>
                      <a:pt x="286" y="175"/>
                    </a:lnTo>
                    <a:lnTo>
                      <a:pt x="286" y="177"/>
                    </a:lnTo>
                    <a:lnTo>
                      <a:pt x="287" y="178"/>
                    </a:lnTo>
                    <a:lnTo>
                      <a:pt x="287" y="179"/>
                    </a:lnTo>
                    <a:lnTo>
                      <a:pt x="288" y="180"/>
                    </a:lnTo>
                    <a:lnTo>
                      <a:pt x="289" y="179"/>
                    </a:lnTo>
                    <a:lnTo>
                      <a:pt x="289" y="177"/>
                    </a:lnTo>
                    <a:lnTo>
                      <a:pt x="290" y="176"/>
                    </a:lnTo>
                    <a:lnTo>
                      <a:pt x="290" y="174"/>
                    </a:lnTo>
                    <a:lnTo>
                      <a:pt x="291" y="173"/>
                    </a:lnTo>
                    <a:lnTo>
                      <a:pt x="291" y="171"/>
                    </a:lnTo>
                    <a:lnTo>
                      <a:pt x="291" y="170"/>
                    </a:lnTo>
                    <a:lnTo>
                      <a:pt x="292" y="170"/>
                    </a:lnTo>
                    <a:lnTo>
                      <a:pt x="293" y="171"/>
                    </a:lnTo>
                    <a:lnTo>
                      <a:pt x="293" y="172"/>
                    </a:lnTo>
                    <a:lnTo>
                      <a:pt x="294" y="173"/>
                    </a:lnTo>
                    <a:lnTo>
                      <a:pt x="294" y="174"/>
                    </a:lnTo>
                    <a:lnTo>
                      <a:pt x="294" y="175"/>
                    </a:lnTo>
                    <a:lnTo>
                      <a:pt x="295" y="176"/>
                    </a:lnTo>
                    <a:lnTo>
                      <a:pt x="295" y="177"/>
                    </a:lnTo>
                    <a:lnTo>
                      <a:pt x="296" y="178"/>
                    </a:lnTo>
                    <a:lnTo>
                      <a:pt x="297" y="178"/>
                    </a:lnTo>
                    <a:lnTo>
                      <a:pt x="297" y="177"/>
                    </a:lnTo>
                    <a:lnTo>
                      <a:pt x="298" y="176"/>
                    </a:lnTo>
                    <a:lnTo>
                      <a:pt x="298" y="175"/>
                    </a:lnTo>
                    <a:lnTo>
                      <a:pt x="299" y="174"/>
                    </a:lnTo>
                    <a:lnTo>
                      <a:pt x="299" y="173"/>
                    </a:lnTo>
                    <a:lnTo>
                      <a:pt x="299" y="172"/>
                    </a:lnTo>
                    <a:lnTo>
                      <a:pt x="300" y="171"/>
                    </a:lnTo>
                    <a:lnTo>
                      <a:pt x="301" y="171"/>
                    </a:lnTo>
                    <a:lnTo>
                      <a:pt x="301" y="172"/>
                    </a:lnTo>
                    <a:lnTo>
                      <a:pt x="301" y="173"/>
                    </a:lnTo>
                    <a:lnTo>
                      <a:pt x="302" y="173"/>
                    </a:lnTo>
                    <a:lnTo>
                      <a:pt x="302" y="175"/>
                    </a:lnTo>
                    <a:lnTo>
                      <a:pt x="303" y="176"/>
                    </a:lnTo>
                    <a:lnTo>
                      <a:pt x="303" y="177"/>
                    </a:lnTo>
                    <a:lnTo>
                      <a:pt x="304" y="177"/>
                    </a:lnTo>
                    <a:lnTo>
                      <a:pt x="304" y="178"/>
                    </a:lnTo>
                    <a:lnTo>
                      <a:pt x="305" y="177"/>
                    </a:lnTo>
                    <a:lnTo>
                      <a:pt x="306" y="176"/>
                    </a:lnTo>
                    <a:lnTo>
                      <a:pt x="306" y="175"/>
                    </a:lnTo>
                    <a:lnTo>
                      <a:pt x="307" y="174"/>
                    </a:lnTo>
                    <a:lnTo>
                      <a:pt x="307" y="173"/>
                    </a:lnTo>
                    <a:lnTo>
                      <a:pt x="307" y="172"/>
                    </a:lnTo>
                    <a:lnTo>
                      <a:pt x="308" y="172"/>
                    </a:lnTo>
                    <a:lnTo>
                      <a:pt x="308" y="171"/>
                    </a:lnTo>
                    <a:lnTo>
                      <a:pt x="309" y="171"/>
                    </a:lnTo>
                    <a:lnTo>
                      <a:pt x="309" y="172"/>
                    </a:lnTo>
                    <a:lnTo>
                      <a:pt x="310" y="173"/>
                    </a:lnTo>
                    <a:lnTo>
                      <a:pt x="310" y="174"/>
                    </a:lnTo>
                    <a:lnTo>
                      <a:pt x="311" y="175"/>
                    </a:lnTo>
                    <a:lnTo>
                      <a:pt x="311" y="176"/>
                    </a:lnTo>
                    <a:lnTo>
                      <a:pt x="312" y="177"/>
                    </a:lnTo>
                    <a:lnTo>
                      <a:pt x="312" y="178"/>
                    </a:lnTo>
                    <a:lnTo>
                      <a:pt x="313" y="178"/>
                    </a:lnTo>
                    <a:lnTo>
                      <a:pt x="313" y="177"/>
                    </a:lnTo>
                    <a:lnTo>
                      <a:pt x="314" y="177"/>
                    </a:lnTo>
                    <a:lnTo>
                      <a:pt x="314" y="176"/>
                    </a:lnTo>
                    <a:lnTo>
                      <a:pt x="315" y="175"/>
                    </a:lnTo>
                    <a:lnTo>
                      <a:pt x="315" y="174"/>
                    </a:lnTo>
                    <a:lnTo>
                      <a:pt x="315" y="173"/>
                    </a:lnTo>
                    <a:lnTo>
                      <a:pt x="316" y="172"/>
                    </a:lnTo>
                    <a:lnTo>
                      <a:pt x="316" y="171"/>
                    </a:lnTo>
                    <a:lnTo>
                      <a:pt x="317" y="171"/>
                    </a:lnTo>
                    <a:lnTo>
                      <a:pt x="317" y="172"/>
                    </a:lnTo>
                    <a:lnTo>
                      <a:pt x="318" y="172"/>
                    </a:lnTo>
                    <a:lnTo>
                      <a:pt x="318" y="173"/>
                    </a:lnTo>
                    <a:lnTo>
                      <a:pt x="319" y="174"/>
                    </a:lnTo>
                    <a:lnTo>
                      <a:pt x="319" y="176"/>
                    </a:lnTo>
                    <a:lnTo>
                      <a:pt x="320" y="177"/>
                    </a:lnTo>
                    <a:lnTo>
                      <a:pt x="320" y="178"/>
                    </a:lnTo>
                    <a:lnTo>
                      <a:pt x="321" y="178"/>
                    </a:lnTo>
                    <a:lnTo>
                      <a:pt x="322" y="178"/>
                    </a:lnTo>
                    <a:lnTo>
                      <a:pt x="322" y="177"/>
                    </a:lnTo>
                    <a:lnTo>
                      <a:pt x="322" y="176"/>
                    </a:lnTo>
                    <a:lnTo>
                      <a:pt x="323" y="174"/>
                    </a:lnTo>
                    <a:lnTo>
                      <a:pt x="323" y="173"/>
                    </a:lnTo>
                    <a:lnTo>
                      <a:pt x="324" y="172"/>
                    </a:lnTo>
                    <a:lnTo>
                      <a:pt x="324" y="171"/>
                    </a:lnTo>
                    <a:lnTo>
                      <a:pt x="325" y="170"/>
                    </a:lnTo>
                    <a:lnTo>
                      <a:pt x="326" y="171"/>
                    </a:lnTo>
                    <a:lnTo>
                      <a:pt x="326" y="172"/>
                    </a:lnTo>
                    <a:lnTo>
                      <a:pt x="327" y="174"/>
                    </a:lnTo>
                    <a:lnTo>
                      <a:pt x="327" y="175"/>
                    </a:lnTo>
                    <a:lnTo>
                      <a:pt x="328" y="177"/>
                    </a:lnTo>
                    <a:lnTo>
                      <a:pt x="328" y="178"/>
                    </a:lnTo>
                    <a:lnTo>
                      <a:pt x="328" y="179"/>
                    </a:lnTo>
                    <a:lnTo>
                      <a:pt x="329" y="180"/>
                    </a:lnTo>
                    <a:lnTo>
                      <a:pt x="330" y="180"/>
                    </a:lnTo>
                    <a:lnTo>
                      <a:pt x="330" y="179"/>
                    </a:lnTo>
                    <a:lnTo>
                      <a:pt x="330" y="177"/>
                    </a:lnTo>
                    <a:lnTo>
                      <a:pt x="331" y="175"/>
                    </a:lnTo>
                    <a:lnTo>
                      <a:pt x="331" y="173"/>
                    </a:lnTo>
                    <a:lnTo>
                      <a:pt x="332" y="171"/>
                    </a:lnTo>
                    <a:lnTo>
                      <a:pt x="332" y="169"/>
                    </a:lnTo>
                    <a:lnTo>
                      <a:pt x="333" y="167"/>
                    </a:lnTo>
                    <a:lnTo>
                      <a:pt x="334" y="167"/>
                    </a:lnTo>
                    <a:lnTo>
                      <a:pt x="334" y="169"/>
                    </a:lnTo>
                    <a:lnTo>
                      <a:pt x="335" y="172"/>
                    </a:lnTo>
                    <a:lnTo>
                      <a:pt x="335" y="175"/>
                    </a:lnTo>
                    <a:lnTo>
                      <a:pt x="336" y="178"/>
                    </a:lnTo>
                    <a:lnTo>
                      <a:pt x="336" y="182"/>
                    </a:lnTo>
                    <a:lnTo>
                      <a:pt x="336" y="185"/>
                    </a:lnTo>
                    <a:lnTo>
                      <a:pt x="337" y="188"/>
                    </a:lnTo>
                    <a:lnTo>
                      <a:pt x="337" y="189"/>
                    </a:lnTo>
                    <a:lnTo>
                      <a:pt x="338" y="189"/>
                    </a:lnTo>
                    <a:lnTo>
                      <a:pt x="338" y="186"/>
                    </a:lnTo>
                    <a:lnTo>
                      <a:pt x="338" y="182"/>
                    </a:lnTo>
                    <a:lnTo>
                      <a:pt x="339" y="176"/>
                    </a:lnTo>
                    <a:lnTo>
                      <a:pt x="339" y="167"/>
                    </a:lnTo>
                    <a:lnTo>
                      <a:pt x="340" y="156"/>
                    </a:lnTo>
                    <a:lnTo>
                      <a:pt x="340" y="143"/>
                    </a:lnTo>
                    <a:lnTo>
                      <a:pt x="341" y="129"/>
                    </a:lnTo>
                    <a:lnTo>
                      <a:pt x="341" y="113"/>
                    </a:lnTo>
                    <a:lnTo>
                      <a:pt x="341" y="97"/>
                    </a:lnTo>
                    <a:lnTo>
                      <a:pt x="342" y="81"/>
                    </a:lnTo>
                    <a:lnTo>
                      <a:pt x="342" y="65"/>
                    </a:lnTo>
                    <a:lnTo>
                      <a:pt x="343" y="50"/>
                    </a:lnTo>
                    <a:lnTo>
                      <a:pt x="343" y="37"/>
                    </a:lnTo>
                    <a:lnTo>
                      <a:pt x="343" y="25"/>
                    </a:lnTo>
                    <a:lnTo>
                      <a:pt x="344" y="16"/>
                    </a:lnTo>
                    <a:lnTo>
                      <a:pt x="344" y="9"/>
                    </a:lnTo>
                    <a:lnTo>
                      <a:pt x="345" y="4"/>
                    </a:lnTo>
                    <a:lnTo>
                      <a:pt x="345" y="1"/>
                    </a:lnTo>
                    <a:lnTo>
                      <a:pt x="346" y="0"/>
                    </a:lnTo>
                    <a:lnTo>
                      <a:pt x="346" y="1"/>
                    </a:lnTo>
                    <a:lnTo>
                      <a:pt x="346" y="3"/>
                    </a:lnTo>
                    <a:lnTo>
                      <a:pt x="347" y="6"/>
                    </a:lnTo>
                    <a:lnTo>
                      <a:pt x="347" y="9"/>
                    </a:lnTo>
                    <a:lnTo>
                      <a:pt x="348" y="13"/>
                    </a:lnTo>
                    <a:lnTo>
                      <a:pt x="348" y="16"/>
                    </a:lnTo>
                    <a:lnTo>
                      <a:pt x="349" y="19"/>
                    </a:lnTo>
                    <a:lnTo>
                      <a:pt x="349" y="21"/>
                    </a:lnTo>
                    <a:lnTo>
                      <a:pt x="349" y="22"/>
                    </a:lnTo>
                    <a:lnTo>
                      <a:pt x="350" y="22"/>
                    </a:lnTo>
                    <a:lnTo>
                      <a:pt x="351" y="21"/>
                    </a:lnTo>
                    <a:lnTo>
                      <a:pt x="351" y="19"/>
                    </a:lnTo>
                    <a:lnTo>
                      <a:pt x="351" y="17"/>
                    </a:lnTo>
                    <a:lnTo>
                      <a:pt x="352" y="15"/>
                    </a:lnTo>
                    <a:lnTo>
                      <a:pt x="352" y="13"/>
                    </a:lnTo>
                    <a:lnTo>
                      <a:pt x="353" y="11"/>
                    </a:lnTo>
                    <a:lnTo>
                      <a:pt x="353" y="10"/>
                    </a:lnTo>
                    <a:lnTo>
                      <a:pt x="354" y="9"/>
                    </a:lnTo>
                    <a:lnTo>
                      <a:pt x="355" y="10"/>
                    </a:lnTo>
                    <a:lnTo>
                      <a:pt x="355" y="12"/>
                    </a:lnTo>
                    <a:lnTo>
                      <a:pt x="356" y="13"/>
                    </a:lnTo>
                    <a:lnTo>
                      <a:pt x="356" y="15"/>
                    </a:lnTo>
                    <a:lnTo>
                      <a:pt x="357" y="16"/>
                    </a:lnTo>
                    <a:lnTo>
                      <a:pt x="357" y="18"/>
                    </a:lnTo>
                    <a:lnTo>
                      <a:pt x="358" y="19"/>
                    </a:lnTo>
                    <a:lnTo>
                      <a:pt x="359" y="18"/>
                    </a:lnTo>
                    <a:lnTo>
                      <a:pt x="359" y="16"/>
                    </a:lnTo>
                    <a:lnTo>
                      <a:pt x="360" y="15"/>
                    </a:lnTo>
                    <a:lnTo>
                      <a:pt x="360" y="14"/>
                    </a:lnTo>
                    <a:lnTo>
                      <a:pt x="361" y="13"/>
                    </a:lnTo>
                    <a:lnTo>
                      <a:pt x="361" y="12"/>
                    </a:lnTo>
                    <a:lnTo>
                      <a:pt x="362" y="11"/>
                    </a:lnTo>
                    <a:lnTo>
                      <a:pt x="363" y="11"/>
                    </a:lnTo>
                    <a:lnTo>
                      <a:pt x="363" y="12"/>
                    </a:lnTo>
                    <a:lnTo>
                      <a:pt x="364" y="13"/>
                    </a:lnTo>
                    <a:lnTo>
                      <a:pt x="364" y="14"/>
                    </a:lnTo>
                    <a:lnTo>
                      <a:pt x="364" y="15"/>
                    </a:lnTo>
                    <a:lnTo>
                      <a:pt x="365" y="16"/>
                    </a:lnTo>
                    <a:lnTo>
                      <a:pt x="365" y="17"/>
                    </a:lnTo>
                    <a:lnTo>
                      <a:pt x="366" y="18"/>
                    </a:lnTo>
                    <a:lnTo>
                      <a:pt x="367" y="18"/>
                    </a:lnTo>
                    <a:lnTo>
                      <a:pt x="367" y="17"/>
                    </a:lnTo>
                    <a:lnTo>
                      <a:pt x="368" y="16"/>
                    </a:lnTo>
                    <a:lnTo>
                      <a:pt x="368" y="15"/>
                    </a:lnTo>
                    <a:lnTo>
                      <a:pt x="369" y="13"/>
                    </a:lnTo>
                    <a:lnTo>
                      <a:pt x="370" y="12"/>
                    </a:lnTo>
                    <a:lnTo>
                      <a:pt x="370" y="11"/>
                    </a:lnTo>
                    <a:lnTo>
                      <a:pt x="371" y="11"/>
                    </a:lnTo>
                    <a:lnTo>
                      <a:pt x="371" y="12"/>
                    </a:lnTo>
                    <a:lnTo>
                      <a:pt x="372" y="13"/>
                    </a:lnTo>
                    <a:lnTo>
                      <a:pt x="372" y="14"/>
                    </a:lnTo>
                    <a:lnTo>
                      <a:pt x="372" y="15"/>
                    </a:lnTo>
                    <a:lnTo>
                      <a:pt x="373" y="16"/>
                    </a:lnTo>
                    <a:lnTo>
                      <a:pt x="373" y="17"/>
                    </a:lnTo>
                    <a:lnTo>
                      <a:pt x="374" y="17"/>
                    </a:lnTo>
                    <a:lnTo>
                      <a:pt x="374" y="18"/>
                    </a:lnTo>
                    <a:lnTo>
                      <a:pt x="375" y="18"/>
                    </a:lnTo>
                    <a:lnTo>
                      <a:pt x="375" y="17"/>
                    </a:lnTo>
                    <a:lnTo>
                      <a:pt x="376" y="16"/>
                    </a:lnTo>
                    <a:lnTo>
                      <a:pt x="376" y="15"/>
                    </a:lnTo>
                    <a:lnTo>
                      <a:pt x="377" y="14"/>
                    </a:lnTo>
                    <a:lnTo>
                      <a:pt x="377" y="13"/>
                    </a:lnTo>
                    <a:lnTo>
                      <a:pt x="378" y="12"/>
                    </a:lnTo>
                    <a:lnTo>
                      <a:pt x="378" y="11"/>
                    </a:lnTo>
                    <a:lnTo>
                      <a:pt x="379" y="11"/>
                    </a:lnTo>
                    <a:lnTo>
                      <a:pt x="379" y="12"/>
                    </a:lnTo>
                    <a:lnTo>
                      <a:pt x="380" y="12"/>
                    </a:lnTo>
                    <a:lnTo>
                      <a:pt x="380" y="13"/>
                    </a:lnTo>
                    <a:lnTo>
                      <a:pt x="380" y="14"/>
                    </a:lnTo>
                    <a:lnTo>
                      <a:pt x="381" y="15"/>
                    </a:lnTo>
                    <a:lnTo>
                      <a:pt x="381" y="16"/>
                    </a:lnTo>
                    <a:lnTo>
                      <a:pt x="382" y="17"/>
                    </a:lnTo>
                    <a:lnTo>
                      <a:pt x="382" y="18"/>
                    </a:lnTo>
                    <a:lnTo>
                      <a:pt x="383" y="18"/>
                    </a:lnTo>
                    <a:lnTo>
                      <a:pt x="383" y="17"/>
                    </a:lnTo>
                    <a:lnTo>
                      <a:pt x="384" y="17"/>
                    </a:lnTo>
                    <a:lnTo>
                      <a:pt x="384" y="16"/>
                    </a:lnTo>
                    <a:lnTo>
                      <a:pt x="385" y="15"/>
                    </a:lnTo>
                    <a:lnTo>
                      <a:pt x="385" y="14"/>
                    </a:lnTo>
                    <a:lnTo>
                      <a:pt x="385" y="12"/>
                    </a:lnTo>
                    <a:lnTo>
                      <a:pt x="386" y="12"/>
                    </a:lnTo>
                    <a:lnTo>
                      <a:pt x="386" y="11"/>
                    </a:lnTo>
                    <a:lnTo>
                      <a:pt x="387" y="11"/>
                    </a:lnTo>
                    <a:lnTo>
                      <a:pt x="388" y="11"/>
                    </a:lnTo>
                    <a:lnTo>
                      <a:pt x="388" y="12"/>
                    </a:lnTo>
                    <a:lnTo>
                      <a:pt x="388" y="13"/>
                    </a:lnTo>
                    <a:lnTo>
                      <a:pt x="389" y="15"/>
                    </a:lnTo>
                    <a:lnTo>
                      <a:pt x="389" y="16"/>
                    </a:lnTo>
                    <a:lnTo>
                      <a:pt x="390" y="17"/>
                    </a:lnTo>
                    <a:lnTo>
                      <a:pt x="390" y="18"/>
                    </a:lnTo>
                    <a:lnTo>
                      <a:pt x="391" y="19"/>
                    </a:lnTo>
                    <a:lnTo>
                      <a:pt x="392" y="18"/>
                    </a:lnTo>
                    <a:lnTo>
                      <a:pt x="392" y="17"/>
                    </a:lnTo>
                    <a:lnTo>
                      <a:pt x="393" y="16"/>
                    </a:lnTo>
                    <a:lnTo>
                      <a:pt x="393" y="14"/>
                    </a:lnTo>
                    <a:lnTo>
                      <a:pt x="393" y="12"/>
                    </a:lnTo>
                    <a:lnTo>
                      <a:pt x="394" y="11"/>
                    </a:lnTo>
                    <a:lnTo>
                      <a:pt x="394" y="10"/>
                    </a:lnTo>
                    <a:lnTo>
                      <a:pt x="395" y="9"/>
                    </a:lnTo>
                    <a:lnTo>
                      <a:pt x="396" y="9"/>
                    </a:lnTo>
                    <a:lnTo>
                      <a:pt x="396" y="10"/>
                    </a:lnTo>
                    <a:lnTo>
                      <a:pt x="396" y="12"/>
                    </a:lnTo>
                    <a:lnTo>
                      <a:pt x="397" y="14"/>
                    </a:lnTo>
                    <a:lnTo>
                      <a:pt x="397" y="16"/>
                    </a:lnTo>
                    <a:lnTo>
                      <a:pt x="398" y="18"/>
                    </a:lnTo>
                    <a:lnTo>
                      <a:pt x="398" y="20"/>
                    </a:lnTo>
                    <a:lnTo>
                      <a:pt x="399" y="21"/>
                    </a:lnTo>
                    <a:lnTo>
                      <a:pt x="399" y="22"/>
                    </a:lnTo>
                    <a:lnTo>
                      <a:pt x="400" y="22"/>
                    </a:lnTo>
                    <a:lnTo>
                      <a:pt x="400" y="20"/>
                    </a:lnTo>
                    <a:lnTo>
                      <a:pt x="401" y="17"/>
                    </a:lnTo>
                    <a:lnTo>
                      <a:pt x="401" y="14"/>
                    </a:lnTo>
                    <a:lnTo>
                      <a:pt x="401" y="11"/>
                    </a:lnTo>
                    <a:lnTo>
                      <a:pt x="402" y="7"/>
                    </a:lnTo>
                    <a:lnTo>
                      <a:pt x="402" y="4"/>
                    </a:lnTo>
                    <a:lnTo>
                      <a:pt x="403" y="2"/>
                    </a:lnTo>
                    <a:lnTo>
                      <a:pt x="403" y="0"/>
                    </a:lnTo>
                    <a:lnTo>
                      <a:pt x="404" y="0"/>
                    </a:lnTo>
                    <a:lnTo>
                      <a:pt x="404" y="2"/>
                    </a:lnTo>
                    <a:lnTo>
                      <a:pt x="404" y="6"/>
                    </a:lnTo>
                    <a:lnTo>
                      <a:pt x="405" y="13"/>
                    </a:lnTo>
                    <a:lnTo>
                      <a:pt x="405" y="21"/>
                    </a:lnTo>
                    <a:lnTo>
                      <a:pt x="406" y="32"/>
                    </a:lnTo>
                    <a:lnTo>
                      <a:pt x="406" y="45"/>
                    </a:lnTo>
                    <a:lnTo>
                      <a:pt x="406" y="59"/>
                    </a:lnTo>
                    <a:lnTo>
                      <a:pt x="407" y="74"/>
                    </a:lnTo>
                    <a:lnTo>
                      <a:pt x="407" y="91"/>
                    </a:lnTo>
                    <a:lnTo>
                      <a:pt x="408" y="107"/>
                    </a:lnTo>
                    <a:lnTo>
                      <a:pt x="408" y="123"/>
                    </a:lnTo>
                    <a:lnTo>
                      <a:pt x="409" y="138"/>
                    </a:lnTo>
                    <a:lnTo>
                      <a:pt x="409" y="151"/>
                    </a:lnTo>
                    <a:lnTo>
                      <a:pt x="409" y="163"/>
                    </a:lnTo>
                    <a:lnTo>
                      <a:pt x="410" y="172"/>
                    </a:lnTo>
                    <a:lnTo>
                      <a:pt x="410" y="180"/>
                    </a:lnTo>
                    <a:lnTo>
                      <a:pt x="411" y="185"/>
                    </a:lnTo>
                    <a:lnTo>
                      <a:pt x="411" y="188"/>
                    </a:lnTo>
                    <a:lnTo>
                      <a:pt x="412" y="189"/>
                    </a:lnTo>
                    <a:lnTo>
                      <a:pt x="412" y="188"/>
                    </a:lnTo>
                    <a:lnTo>
                      <a:pt x="412" y="186"/>
                    </a:lnTo>
                    <a:lnTo>
                      <a:pt x="413" y="183"/>
                    </a:lnTo>
                    <a:lnTo>
                      <a:pt x="413" y="180"/>
                    </a:lnTo>
                    <a:lnTo>
                      <a:pt x="414" y="176"/>
                    </a:lnTo>
                    <a:lnTo>
                      <a:pt x="414" y="173"/>
                    </a:lnTo>
                    <a:lnTo>
                      <a:pt x="414" y="170"/>
                    </a:lnTo>
                    <a:lnTo>
                      <a:pt x="415" y="168"/>
                    </a:lnTo>
                    <a:lnTo>
                      <a:pt x="415" y="167"/>
                    </a:lnTo>
                    <a:lnTo>
                      <a:pt x="416" y="167"/>
                    </a:lnTo>
                    <a:lnTo>
                      <a:pt x="417" y="168"/>
                    </a:lnTo>
                    <a:lnTo>
                      <a:pt x="417" y="170"/>
                    </a:lnTo>
                    <a:lnTo>
                      <a:pt x="417" y="172"/>
                    </a:lnTo>
                    <a:lnTo>
                      <a:pt x="418" y="174"/>
                    </a:lnTo>
                    <a:lnTo>
                      <a:pt x="418" y="176"/>
                    </a:lnTo>
                    <a:lnTo>
                      <a:pt x="419" y="178"/>
                    </a:lnTo>
                    <a:lnTo>
                      <a:pt x="419" y="179"/>
                    </a:lnTo>
                    <a:lnTo>
                      <a:pt x="420" y="180"/>
                    </a:lnTo>
                  </a:path>
                </a:pathLst>
              </a:custGeom>
              <a:noFill/>
              <a:ln w="444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6843" name="Line 109">
                <a:extLst>
                  <a:ext uri="{FF2B5EF4-FFF2-40B4-BE49-F238E27FC236}">
                    <a16:creationId xmlns:a16="http://schemas.microsoft.com/office/drawing/2014/main" id="{4115437E-E672-4C5C-BD21-B0FD72588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" y="2453"/>
                <a:ext cx="230" cy="1"/>
              </a:xfrm>
              <a:prstGeom prst="line">
                <a:avLst/>
              </a:prstGeom>
              <a:noFill/>
              <a:ln w="444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44" name="Rectangle 121">
                <a:extLst>
                  <a:ext uri="{FF2B5EF4-FFF2-40B4-BE49-F238E27FC236}">
                    <a16:creationId xmlns:a16="http://schemas.microsoft.com/office/drawing/2014/main" id="{AD064F39-E501-4C1D-86E9-CD8FBD8D9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242"/>
                <a:ext cx="3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5" name="Rectangle 122">
                <a:extLst>
                  <a:ext uri="{FF2B5EF4-FFF2-40B4-BE49-F238E27FC236}">
                    <a16:creationId xmlns:a16="http://schemas.microsoft.com/office/drawing/2014/main" id="{014F0B9E-08BD-4C4F-B51F-13B5CBD8C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2242"/>
                <a:ext cx="59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6" name="Rectangle 123">
                <a:extLst>
                  <a:ext uri="{FF2B5EF4-FFF2-40B4-BE49-F238E27FC236}">
                    <a16:creationId xmlns:a16="http://schemas.microsoft.com/office/drawing/2014/main" id="{8539E78D-81D8-449E-BB2D-E87C9BB67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" y="2242"/>
                <a:ext cx="3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7" name="Rectangle 124">
                <a:extLst>
                  <a:ext uri="{FF2B5EF4-FFF2-40B4-BE49-F238E27FC236}">
                    <a16:creationId xmlns:a16="http://schemas.microsoft.com/office/drawing/2014/main" id="{7E04E485-A742-431C-9EF5-5D4AEFA42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" y="2242"/>
                <a:ext cx="3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6848" name="Rectangle 136">
                <a:extLst>
                  <a:ext uri="{FF2B5EF4-FFF2-40B4-BE49-F238E27FC236}">
                    <a16:creationId xmlns:a16="http://schemas.microsoft.com/office/drawing/2014/main" id="{8B9B377D-BA40-4C3B-9315-CFA9F9580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" y="3612"/>
                <a:ext cx="59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6805" name="Line 139">
              <a:extLst>
                <a:ext uri="{FF2B5EF4-FFF2-40B4-BE49-F238E27FC236}">
                  <a16:creationId xmlns:a16="http://schemas.microsoft.com/office/drawing/2014/main" id="{F9F3FE4B-3DD5-4D12-9C49-C69D3D1EF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2295"/>
              <a:ext cx="38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extLst>
              <a:ext uri="{FF2B5EF4-FFF2-40B4-BE49-F238E27FC236}">
                <a16:creationId xmlns:a16="http://schemas.microsoft.com/office/drawing/2014/main" id="{1555A355-268E-4AFE-9E75-BE13814F7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"/>
            <a:ext cx="815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When we consider 12 terms, the function looks like the following.</a:t>
            </a:r>
          </a:p>
        </p:txBody>
      </p:sp>
      <p:grpSp>
        <p:nvGrpSpPr>
          <p:cNvPr id="2" name="Group 139">
            <a:extLst>
              <a:ext uri="{FF2B5EF4-FFF2-40B4-BE49-F238E27FC236}">
                <a16:creationId xmlns:a16="http://schemas.microsoft.com/office/drawing/2014/main" id="{6941A2EA-BB27-4299-8945-00523864DDF6}"/>
              </a:ext>
            </a:extLst>
          </p:cNvPr>
          <p:cNvGrpSpPr>
            <a:grpSpLocks/>
          </p:cNvGrpSpPr>
          <p:nvPr/>
        </p:nvGrpSpPr>
        <p:grpSpPr bwMode="auto">
          <a:xfrm>
            <a:off x="2082801" y="1593851"/>
            <a:ext cx="7466013" cy="4608513"/>
            <a:chOff x="352" y="1004"/>
            <a:chExt cx="4703" cy="2903"/>
          </a:xfrm>
        </p:grpSpPr>
        <p:grpSp>
          <p:nvGrpSpPr>
            <p:cNvPr id="77828" name="Group 137">
              <a:extLst>
                <a:ext uri="{FF2B5EF4-FFF2-40B4-BE49-F238E27FC236}">
                  <a16:creationId xmlns:a16="http://schemas.microsoft.com/office/drawing/2014/main" id="{9D388D09-A943-4611-826F-CA4E6F1CA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" y="1004"/>
              <a:ext cx="4703" cy="2903"/>
              <a:chOff x="480" y="1104"/>
              <a:chExt cx="4337" cy="2566"/>
            </a:xfrm>
          </p:grpSpPr>
          <p:sp>
            <p:nvSpPr>
              <p:cNvPr id="77830" name="Line 65">
                <a:extLst>
                  <a:ext uri="{FF2B5EF4-FFF2-40B4-BE49-F238E27FC236}">
                    <a16:creationId xmlns:a16="http://schemas.microsoft.com/office/drawing/2014/main" id="{DE52ABE5-F7B3-4C5A-862F-E7D334298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1158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1" name="Line 66">
                <a:extLst>
                  <a:ext uri="{FF2B5EF4-FFF2-40B4-BE49-F238E27FC236}">
                    <a16:creationId xmlns:a16="http://schemas.microsoft.com/office/drawing/2014/main" id="{9507353F-323C-469A-BAAA-F1184A876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3268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2" name="Line 67">
                <a:extLst>
                  <a:ext uri="{FF2B5EF4-FFF2-40B4-BE49-F238E27FC236}">
                    <a16:creationId xmlns:a16="http://schemas.microsoft.com/office/drawing/2014/main" id="{24713574-5742-4A34-BDF7-4FC660A93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1158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3" name="Line 68">
                <a:extLst>
                  <a:ext uri="{FF2B5EF4-FFF2-40B4-BE49-F238E27FC236}">
                    <a16:creationId xmlns:a16="http://schemas.microsoft.com/office/drawing/2014/main" id="{DF36E3F1-E76C-4282-9E82-25C5A2A2A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3268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4" name="Line 69">
                <a:extLst>
                  <a:ext uri="{FF2B5EF4-FFF2-40B4-BE49-F238E27FC236}">
                    <a16:creationId xmlns:a16="http://schemas.microsoft.com/office/drawing/2014/main" id="{3A96DADC-8EB9-4BCC-8063-3C5EB4EDD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1158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5" name="Line 70">
                <a:extLst>
                  <a:ext uri="{FF2B5EF4-FFF2-40B4-BE49-F238E27FC236}">
                    <a16:creationId xmlns:a16="http://schemas.microsoft.com/office/drawing/2014/main" id="{8E522F60-6EAD-4EDB-981E-AD2EF5E97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3268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6" name="Line 71">
                <a:extLst>
                  <a:ext uri="{FF2B5EF4-FFF2-40B4-BE49-F238E27FC236}">
                    <a16:creationId xmlns:a16="http://schemas.microsoft.com/office/drawing/2014/main" id="{6F756855-34F3-4336-8C68-4E65F11C2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3" y="1158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7" name="Line 72">
                <a:extLst>
                  <a:ext uri="{FF2B5EF4-FFF2-40B4-BE49-F238E27FC236}">
                    <a16:creationId xmlns:a16="http://schemas.microsoft.com/office/drawing/2014/main" id="{626D239E-209C-4A0C-AC68-6949AF30F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3" y="3268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8" name="Line 73">
                <a:extLst>
                  <a:ext uri="{FF2B5EF4-FFF2-40B4-BE49-F238E27FC236}">
                    <a16:creationId xmlns:a16="http://schemas.microsoft.com/office/drawing/2014/main" id="{851485DE-AA48-43C3-8D77-84D0D0C576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8" y="1158"/>
                <a:ext cx="1" cy="73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9" name="Line 74">
                <a:extLst>
                  <a:ext uri="{FF2B5EF4-FFF2-40B4-BE49-F238E27FC236}">
                    <a16:creationId xmlns:a16="http://schemas.microsoft.com/office/drawing/2014/main" id="{7D3E9241-3722-4AFC-A9B4-CDC014ADF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8" y="3268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0" name="Line 75">
                <a:extLst>
                  <a:ext uri="{FF2B5EF4-FFF2-40B4-BE49-F238E27FC236}">
                    <a16:creationId xmlns:a16="http://schemas.microsoft.com/office/drawing/2014/main" id="{3B53CED2-DC3A-47B1-891F-2D70F692E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3340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1" name="Line 76">
                <a:extLst>
                  <a:ext uri="{FF2B5EF4-FFF2-40B4-BE49-F238E27FC236}">
                    <a16:creationId xmlns:a16="http://schemas.microsoft.com/office/drawing/2014/main" id="{C769193F-6A99-4CCE-B072-B301481B6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3340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2" name="Line 77">
                <a:extLst>
                  <a:ext uri="{FF2B5EF4-FFF2-40B4-BE49-F238E27FC236}">
                    <a16:creationId xmlns:a16="http://schemas.microsoft.com/office/drawing/2014/main" id="{53F2A842-CF70-4AA2-A8F5-79F4942B4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977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3" name="Line 78">
                <a:extLst>
                  <a:ext uri="{FF2B5EF4-FFF2-40B4-BE49-F238E27FC236}">
                    <a16:creationId xmlns:a16="http://schemas.microsoft.com/office/drawing/2014/main" id="{EDB99A44-038E-4AD7-8EFA-B334579D0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2977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4" name="Line 79">
                <a:extLst>
                  <a:ext uri="{FF2B5EF4-FFF2-40B4-BE49-F238E27FC236}">
                    <a16:creationId xmlns:a16="http://schemas.microsoft.com/office/drawing/2014/main" id="{FCEE45C6-69AA-4EA3-9FA8-30D7DDB05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613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5" name="Line 80">
                <a:extLst>
                  <a:ext uri="{FF2B5EF4-FFF2-40B4-BE49-F238E27FC236}">
                    <a16:creationId xmlns:a16="http://schemas.microsoft.com/office/drawing/2014/main" id="{24651FCC-6EF8-4A29-A165-AC01116DF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2613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6" name="Line 81">
                <a:extLst>
                  <a:ext uri="{FF2B5EF4-FFF2-40B4-BE49-F238E27FC236}">
                    <a16:creationId xmlns:a16="http://schemas.microsoft.com/office/drawing/2014/main" id="{5877FF88-16EB-457D-935C-77A0070D1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249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7" name="Line 82">
                <a:extLst>
                  <a:ext uri="{FF2B5EF4-FFF2-40B4-BE49-F238E27FC236}">
                    <a16:creationId xmlns:a16="http://schemas.microsoft.com/office/drawing/2014/main" id="{E3C7B610-3815-4C2C-AD5D-29B665D51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2249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8" name="Line 83">
                <a:extLst>
                  <a:ext uri="{FF2B5EF4-FFF2-40B4-BE49-F238E27FC236}">
                    <a16:creationId xmlns:a16="http://schemas.microsoft.com/office/drawing/2014/main" id="{B3888559-13BF-4CFE-B2BF-6B7DC09E3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1886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9" name="Line 84">
                <a:extLst>
                  <a:ext uri="{FF2B5EF4-FFF2-40B4-BE49-F238E27FC236}">
                    <a16:creationId xmlns:a16="http://schemas.microsoft.com/office/drawing/2014/main" id="{CE663A9A-B7C0-41B0-AD8F-0E26CEFE2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1886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0" name="Line 85">
                <a:extLst>
                  <a:ext uri="{FF2B5EF4-FFF2-40B4-BE49-F238E27FC236}">
                    <a16:creationId xmlns:a16="http://schemas.microsoft.com/office/drawing/2014/main" id="{B6FA19FF-816C-405F-9640-61C2AFC50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1522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1" name="Line 86">
                <a:extLst>
                  <a:ext uri="{FF2B5EF4-FFF2-40B4-BE49-F238E27FC236}">
                    <a16:creationId xmlns:a16="http://schemas.microsoft.com/office/drawing/2014/main" id="{B2DD2B3B-80A4-4EEA-92BC-C84A7D289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1522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2" name="Line 87">
                <a:extLst>
                  <a:ext uri="{FF2B5EF4-FFF2-40B4-BE49-F238E27FC236}">
                    <a16:creationId xmlns:a16="http://schemas.microsoft.com/office/drawing/2014/main" id="{E16558B7-311A-4A97-BDCA-1C601BF5C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1158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3" name="Line 88">
                <a:extLst>
                  <a:ext uri="{FF2B5EF4-FFF2-40B4-BE49-F238E27FC236}">
                    <a16:creationId xmlns:a16="http://schemas.microsoft.com/office/drawing/2014/main" id="{2DCF3597-06F2-4D3F-9FFC-296696955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1158"/>
                <a:ext cx="7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4" name="Rectangle 97">
                <a:extLst>
                  <a:ext uri="{FF2B5EF4-FFF2-40B4-BE49-F238E27FC236}">
                    <a16:creationId xmlns:a16="http://schemas.microsoft.com/office/drawing/2014/main" id="{7625607E-6894-4093-B92D-C831CF7B1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3286"/>
                <a:ext cx="130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55" name="Line 98">
                <a:extLst>
                  <a:ext uri="{FF2B5EF4-FFF2-40B4-BE49-F238E27FC236}">
                    <a16:creationId xmlns:a16="http://schemas.microsoft.com/office/drawing/2014/main" id="{AE8BF8FA-A5FB-499E-8841-EC273CBA9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" y="2977"/>
                <a:ext cx="4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6" name="Rectangle 99">
                <a:extLst>
                  <a:ext uri="{FF2B5EF4-FFF2-40B4-BE49-F238E27FC236}">
                    <a16:creationId xmlns:a16="http://schemas.microsoft.com/office/drawing/2014/main" id="{DFABBE03-726C-458F-91C5-39BD7A52F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922"/>
                <a:ext cx="52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57" name="Line 100">
                <a:extLst>
                  <a:ext uri="{FF2B5EF4-FFF2-40B4-BE49-F238E27FC236}">
                    <a16:creationId xmlns:a16="http://schemas.microsoft.com/office/drawing/2014/main" id="{0B27E00D-B70D-4786-8CA9-3D109EA43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4" y="2613"/>
                <a:ext cx="4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8" name="Rectangle 101">
                <a:extLst>
                  <a:ext uri="{FF2B5EF4-FFF2-40B4-BE49-F238E27FC236}">
                    <a16:creationId xmlns:a16="http://schemas.microsoft.com/office/drawing/2014/main" id="{3AFF9C13-79DC-4C78-8375-87BC3874B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2559"/>
                <a:ext cx="130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59" name="Rectangle 102">
                <a:extLst>
                  <a:ext uri="{FF2B5EF4-FFF2-40B4-BE49-F238E27FC236}">
                    <a16:creationId xmlns:a16="http://schemas.microsoft.com/office/drawing/2014/main" id="{315BDE3D-2E74-4691-BCFE-014F04F75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2195"/>
                <a:ext cx="52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0" name="Rectangle 103">
                <a:extLst>
                  <a:ext uri="{FF2B5EF4-FFF2-40B4-BE49-F238E27FC236}">
                    <a16:creationId xmlns:a16="http://schemas.microsoft.com/office/drawing/2014/main" id="{2D46E0BA-54D7-4547-BE46-F3641FEFD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" y="1831"/>
                <a:ext cx="130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1" name="Rectangle 104">
                <a:extLst>
                  <a:ext uri="{FF2B5EF4-FFF2-40B4-BE49-F238E27FC236}">
                    <a16:creationId xmlns:a16="http://schemas.microsoft.com/office/drawing/2014/main" id="{6AC5FAA2-CAF7-4B74-A6E9-C310AEFF4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1468"/>
                <a:ext cx="52" cy="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2" name="Rectangle 105">
                <a:extLst>
                  <a:ext uri="{FF2B5EF4-FFF2-40B4-BE49-F238E27FC236}">
                    <a16:creationId xmlns:a16="http://schemas.microsoft.com/office/drawing/2014/main" id="{547A05D4-4A4B-4970-B26D-3E8FD3C25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" y="1104"/>
                <a:ext cx="130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3" name="Rectangle 106">
                <a:extLst>
                  <a:ext uri="{FF2B5EF4-FFF2-40B4-BE49-F238E27FC236}">
                    <a16:creationId xmlns:a16="http://schemas.microsoft.com/office/drawing/2014/main" id="{1DF24D37-3005-404D-ABC5-33C68F1F1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" y="1158"/>
                <a:ext cx="3819" cy="2182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7864" name="Freeform 107">
                <a:extLst>
                  <a:ext uri="{FF2B5EF4-FFF2-40B4-BE49-F238E27FC236}">
                    <a16:creationId xmlns:a16="http://schemas.microsoft.com/office/drawing/2014/main" id="{CA30AE30-6CBF-447C-B2D0-F211FC29A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" y="1386"/>
                <a:ext cx="3818" cy="1718"/>
              </a:xfrm>
              <a:custGeom>
                <a:avLst/>
                <a:gdLst>
                  <a:gd name="T0" fmla="*/ 45 w 420"/>
                  <a:gd name="T1" fmla="*/ 155 h 189"/>
                  <a:gd name="T2" fmla="*/ 100 w 420"/>
                  <a:gd name="T3" fmla="*/ 691 h 189"/>
                  <a:gd name="T4" fmla="*/ 164 w 420"/>
                  <a:gd name="T5" fmla="*/ 1527 h 189"/>
                  <a:gd name="T6" fmla="*/ 218 w 420"/>
                  <a:gd name="T7" fmla="*/ 1582 h 189"/>
                  <a:gd name="T8" fmla="*/ 282 w 420"/>
                  <a:gd name="T9" fmla="*/ 1609 h 189"/>
                  <a:gd name="T10" fmla="*/ 355 w 420"/>
                  <a:gd name="T11" fmla="*/ 1573 h 189"/>
                  <a:gd name="T12" fmla="*/ 409 w 420"/>
                  <a:gd name="T13" fmla="*/ 1563 h 189"/>
                  <a:gd name="T14" fmla="*/ 473 w 420"/>
                  <a:gd name="T15" fmla="*/ 1600 h 189"/>
                  <a:gd name="T16" fmla="*/ 527 w 420"/>
                  <a:gd name="T17" fmla="*/ 1609 h 189"/>
                  <a:gd name="T18" fmla="*/ 591 w 420"/>
                  <a:gd name="T19" fmla="*/ 1591 h 189"/>
                  <a:gd name="T20" fmla="*/ 645 w 420"/>
                  <a:gd name="T21" fmla="*/ 1563 h 189"/>
                  <a:gd name="T22" fmla="*/ 700 w 420"/>
                  <a:gd name="T23" fmla="*/ 1045 h 189"/>
                  <a:gd name="T24" fmla="*/ 764 w 420"/>
                  <a:gd name="T25" fmla="*/ 191 h 189"/>
                  <a:gd name="T26" fmla="*/ 818 w 420"/>
                  <a:gd name="T27" fmla="*/ 136 h 189"/>
                  <a:gd name="T28" fmla="*/ 891 w 420"/>
                  <a:gd name="T29" fmla="*/ 118 h 189"/>
                  <a:gd name="T30" fmla="*/ 955 w 420"/>
                  <a:gd name="T31" fmla="*/ 155 h 189"/>
                  <a:gd name="T32" fmla="*/ 1018 w 420"/>
                  <a:gd name="T33" fmla="*/ 136 h 189"/>
                  <a:gd name="T34" fmla="*/ 1073 w 420"/>
                  <a:gd name="T35" fmla="*/ 109 h 189"/>
                  <a:gd name="T36" fmla="*/ 1136 w 420"/>
                  <a:gd name="T37" fmla="*/ 118 h 189"/>
                  <a:gd name="T38" fmla="*/ 1200 w 420"/>
                  <a:gd name="T39" fmla="*/ 155 h 189"/>
                  <a:gd name="T40" fmla="*/ 1254 w 420"/>
                  <a:gd name="T41" fmla="*/ 200 h 189"/>
                  <a:gd name="T42" fmla="*/ 1309 w 420"/>
                  <a:gd name="T43" fmla="*/ 1100 h 189"/>
                  <a:gd name="T44" fmla="*/ 1364 w 420"/>
                  <a:gd name="T45" fmla="*/ 1573 h 189"/>
                  <a:gd name="T46" fmla="*/ 1427 w 420"/>
                  <a:gd name="T47" fmla="*/ 1609 h 189"/>
                  <a:gd name="T48" fmla="*/ 1491 w 420"/>
                  <a:gd name="T49" fmla="*/ 1591 h 189"/>
                  <a:gd name="T50" fmla="*/ 1564 w 420"/>
                  <a:gd name="T51" fmla="*/ 1573 h 189"/>
                  <a:gd name="T52" fmla="*/ 1618 w 420"/>
                  <a:gd name="T53" fmla="*/ 1591 h 189"/>
                  <a:gd name="T54" fmla="*/ 1691 w 420"/>
                  <a:gd name="T55" fmla="*/ 1600 h 189"/>
                  <a:gd name="T56" fmla="*/ 1745 w 420"/>
                  <a:gd name="T57" fmla="*/ 1582 h 189"/>
                  <a:gd name="T58" fmla="*/ 1809 w 420"/>
                  <a:gd name="T59" fmla="*/ 1545 h 189"/>
                  <a:gd name="T60" fmla="*/ 1864 w 420"/>
                  <a:gd name="T61" fmla="*/ 1554 h 189"/>
                  <a:gd name="T62" fmla="*/ 1918 w 420"/>
                  <a:gd name="T63" fmla="*/ 136 h 189"/>
                  <a:gd name="T64" fmla="*/ 1982 w 420"/>
                  <a:gd name="T65" fmla="*/ 82 h 189"/>
                  <a:gd name="T66" fmla="*/ 2036 w 420"/>
                  <a:gd name="T67" fmla="*/ 118 h 189"/>
                  <a:gd name="T68" fmla="*/ 2100 w 420"/>
                  <a:gd name="T69" fmla="*/ 155 h 189"/>
                  <a:gd name="T70" fmla="*/ 2164 w 420"/>
                  <a:gd name="T71" fmla="*/ 127 h 189"/>
                  <a:gd name="T72" fmla="*/ 2227 w 420"/>
                  <a:gd name="T73" fmla="*/ 118 h 189"/>
                  <a:gd name="T74" fmla="*/ 2291 w 420"/>
                  <a:gd name="T75" fmla="*/ 136 h 189"/>
                  <a:gd name="T76" fmla="*/ 2364 w 420"/>
                  <a:gd name="T77" fmla="*/ 145 h 189"/>
                  <a:gd name="T78" fmla="*/ 2418 w 420"/>
                  <a:gd name="T79" fmla="*/ 109 h 189"/>
                  <a:gd name="T80" fmla="*/ 2482 w 420"/>
                  <a:gd name="T81" fmla="*/ 45 h 189"/>
                  <a:gd name="T82" fmla="*/ 2536 w 420"/>
                  <a:gd name="T83" fmla="*/ 1645 h 189"/>
                  <a:gd name="T84" fmla="*/ 2600 w 420"/>
                  <a:gd name="T85" fmla="*/ 1573 h 189"/>
                  <a:gd name="T86" fmla="*/ 2654 w 420"/>
                  <a:gd name="T87" fmla="*/ 1563 h 189"/>
                  <a:gd name="T88" fmla="*/ 2718 w 420"/>
                  <a:gd name="T89" fmla="*/ 1582 h 189"/>
                  <a:gd name="T90" fmla="*/ 2782 w 420"/>
                  <a:gd name="T91" fmla="*/ 1609 h 189"/>
                  <a:gd name="T92" fmla="*/ 2836 w 420"/>
                  <a:gd name="T93" fmla="*/ 1600 h 189"/>
                  <a:gd name="T94" fmla="*/ 2900 w 420"/>
                  <a:gd name="T95" fmla="*/ 1563 h 189"/>
                  <a:gd name="T96" fmla="*/ 2973 w 420"/>
                  <a:gd name="T97" fmla="*/ 1609 h 189"/>
                  <a:gd name="T98" fmla="*/ 3036 w 420"/>
                  <a:gd name="T99" fmla="*/ 1627 h 189"/>
                  <a:gd name="T100" fmla="*/ 3091 w 420"/>
                  <a:gd name="T101" fmla="*/ 1482 h 189"/>
                  <a:gd name="T102" fmla="*/ 3145 w 420"/>
                  <a:gd name="T103" fmla="*/ 155 h 189"/>
                  <a:gd name="T104" fmla="*/ 3200 w 420"/>
                  <a:gd name="T105" fmla="*/ 173 h 189"/>
                  <a:gd name="T106" fmla="*/ 3263 w 420"/>
                  <a:gd name="T107" fmla="*/ 145 h 189"/>
                  <a:gd name="T108" fmla="*/ 3318 w 420"/>
                  <a:gd name="T109" fmla="*/ 118 h 189"/>
                  <a:gd name="T110" fmla="*/ 3382 w 420"/>
                  <a:gd name="T111" fmla="*/ 118 h 189"/>
                  <a:gd name="T112" fmla="*/ 3445 w 420"/>
                  <a:gd name="T113" fmla="*/ 136 h 189"/>
                  <a:gd name="T114" fmla="*/ 3509 w 420"/>
                  <a:gd name="T115" fmla="*/ 145 h 189"/>
                  <a:gd name="T116" fmla="*/ 3582 w 420"/>
                  <a:gd name="T117" fmla="*/ 100 h 189"/>
                  <a:gd name="T118" fmla="*/ 3636 w 420"/>
                  <a:gd name="T119" fmla="*/ 118 h 189"/>
                  <a:gd name="T120" fmla="*/ 3691 w 420"/>
                  <a:gd name="T121" fmla="*/ 391 h 189"/>
                  <a:gd name="T122" fmla="*/ 3745 w 420"/>
                  <a:gd name="T123" fmla="*/ 1527 h 189"/>
                  <a:gd name="T124" fmla="*/ 3809 w 420"/>
                  <a:gd name="T125" fmla="*/ 1545 h 189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420"/>
                  <a:gd name="T190" fmla="*/ 0 h 189"/>
                  <a:gd name="T191" fmla="*/ 420 w 420"/>
                  <a:gd name="T192" fmla="*/ 189 h 189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420" h="189">
                    <a:moveTo>
                      <a:pt x="0" y="16"/>
                    </a:moveTo>
                    <a:lnTo>
                      <a:pt x="0" y="18"/>
                    </a:lnTo>
                    <a:lnTo>
                      <a:pt x="0" y="19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5" y="14"/>
                    </a:lnTo>
                    <a:lnTo>
                      <a:pt x="5" y="17"/>
                    </a:lnTo>
                    <a:lnTo>
                      <a:pt x="5" y="20"/>
                    </a:lnTo>
                    <a:lnTo>
                      <a:pt x="6" y="22"/>
                    </a:lnTo>
                    <a:lnTo>
                      <a:pt x="7" y="21"/>
                    </a:lnTo>
                    <a:lnTo>
                      <a:pt x="7" y="17"/>
                    </a:lnTo>
                    <a:lnTo>
                      <a:pt x="7" y="12"/>
                    </a:lnTo>
                    <a:lnTo>
                      <a:pt x="8" y="7"/>
                    </a:lnTo>
                    <a:lnTo>
                      <a:pt x="8" y="3"/>
                    </a:lnTo>
                    <a:lnTo>
                      <a:pt x="9" y="0"/>
                    </a:lnTo>
                    <a:lnTo>
                      <a:pt x="9" y="1"/>
                    </a:lnTo>
                    <a:lnTo>
                      <a:pt x="10" y="7"/>
                    </a:lnTo>
                    <a:lnTo>
                      <a:pt x="10" y="18"/>
                    </a:lnTo>
                    <a:lnTo>
                      <a:pt x="10" y="33"/>
                    </a:lnTo>
                    <a:lnTo>
                      <a:pt x="11" y="53"/>
                    </a:lnTo>
                    <a:lnTo>
                      <a:pt x="11" y="76"/>
                    </a:lnTo>
                    <a:lnTo>
                      <a:pt x="12" y="100"/>
                    </a:lnTo>
                    <a:lnTo>
                      <a:pt x="12" y="124"/>
                    </a:lnTo>
                    <a:lnTo>
                      <a:pt x="13" y="146"/>
                    </a:lnTo>
                    <a:lnTo>
                      <a:pt x="13" y="164"/>
                    </a:lnTo>
                    <a:lnTo>
                      <a:pt x="13" y="177"/>
                    </a:lnTo>
                    <a:lnTo>
                      <a:pt x="14" y="185"/>
                    </a:lnTo>
                    <a:lnTo>
                      <a:pt x="14" y="189"/>
                    </a:lnTo>
                    <a:lnTo>
                      <a:pt x="15" y="188"/>
                    </a:lnTo>
                    <a:lnTo>
                      <a:pt x="15" y="185"/>
                    </a:lnTo>
                    <a:lnTo>
                      <a:pt x="15" y="179"/>
                    </a:lnTo>
                    <a:lnTo>
                      <a:pt x="16" y="174"/>
                    </a:lnTo>
                    <a:lnTo>
                      <a:pt x="16" y="170"/>
                    </a:lnTo>
                    <a:lnTo>
                      <a:pt x="17" y="167"/>
                    </a:lnTo>
                    <a:lnTo>
                      <a:pt x="18" y="168"/>
                    </a:lnTo>
                    <a:lnTo>
                      <a:pt x="18" y="170"/>
                    </a:lnTo>
                    <a:lnTo>
                      <a:pt x="18" y="173"/>
                    </a:lnTo>
                    <a:lnTo>
                      <a:pt x="19" y="176"/>
                    </a:lnTo>
                    <a:lnTo>
                      <a:pt x="19" y="179"/>
                    </a:lnTo>
                    <a:lnTo>
                      <a:pt x="20" y="180"/>
                    </a:lnTo>
                    <a:lnTo>
                      <a:pt x="21" y="178"/>
                    </a:lnTo>
                    <a:lnTo>
                      <a:pt x="21" y="176"/>
                    </a:lnTo>
                    <a:lnTo>
                      <a:pt x="21" y="174"/>
                    </a:lnTo>
                    <a:lnTo>
                      <a:pt x="22" y="172"/>
                    </a:lnTo>
                    <a:lnTo>
                      <a:pt x="22" y="171"/>
                    </a:lnTo>
                    <a:lnTo>
                      <a:pt x="23" y="170"/>
                    </a:lnTo>
                    <a:lnTo>
                      <a:pt x="23" y="171"/>
                    </a:lnTo>
                    <a:lnTo>
                      <a:pt x="23" y="172"/>
                    </a:lnTo>
                    <a:lnTo>
                      <a:pt x="24" y="174"/>
                    </a:lnTo>
                    <a:lnTo>
                      <a:pt x="24" y="176"/>
                    </a:lnTo>
                    <a:lnTo>
                      <a:pt x="25" y="177"/>
                    </a:lnTo>
                    <a:lnTo>
                      <a:pt x="25" y="178"/>
                    </a:lnTo>
                    <a:lnTo>
                      <a:pt x="26" y="178"/>
                    </a:lnTo>
                    <a:lnTo>
                      <a:pt x="26" y="177"/>
                    </a:lnTo>
                    <a:lnTo>
                      <a:pt x="26" y="176"/>
                    </a:lnTo>
                    <a:lnTo>
                      <a:pt x="27" y="174"/>
                    </a:lnTo>
                    <a:lnTo>
                      <a:pt x="27" y="173"/>
                    </a:lnTo>
                    <a:lnTo>
                      <a:pt x="28" y="172"/>
                    </a:lnTo>
                    <a:lnTo>
                      <a:pt x="29" y="173"/>
                    </a:lnTo>
                    <a:lnTo>
                      <a:pt x="29" y="174"/>
                    </a:lnTo>
                    <a:lnTo>
                      <a:pt x="30" y="175"/>
                    </a:lnTo>
                    <a:lnTo>
                      <a:pt x="30" y="176"/>
                    </a:lnTo>
                    <a:lnTo>
                      <a:pt x="31" y="177"/>
                    </a:lnTo>
                    <a:lnTo>
                      <a:pt x="32" y="176"/>
                    </a:lnTo>
                    <a:lnTo>
                      <a:pt x="32" y="174"/>
                    </a:lnTo>
                    <a:lnTo>
                      <a:pt x="33" y="173"/>
                    </a:lnTo>
                    <a:lnTo>
                      <a:pt x="33" y="172"/>
                    </a:lnTo>
                    <a:lnTo>
                      <a:pt x="34" y="172"/>
                    </a:lnTo>
                    <a:lnTo>
                      <a:pt x="34" y="173"/>
                    </a:lnTo>
                    <a:lnTo>
                      <a:pt x="35" y="174"/>
                    </a:lnTo>
                    <a:lnTo>
                      <a:pt x="35" y="175"/>
                    </a:lnTo>
                    <a:lnTo>
                      <a:pt x="36" y="176"/>
                    </a:lnTo>
                    <a:lnTo>
                      <a:pt x="36" y="177"/>
                    </a:lnTo>
                    <a:lnTo>
                      <a:pt x="37" y="176"/>
                    </a:lnTo>
                    <a:lnTo>
                      <a:pt x="38" y="174"/>
                    </a:lnTo>
                    <a:lnTo>
                      <a:pt x="38" y="173"/>
                    </a:lnTo>
                    <a:lnTo>
                      <a:pt x="39" y="173"/>
                    </a:lnTo>
                    <a:lnTo>
                      <a:pt x="39" y="172"/>
                    </a:lnTo>
                    <a:lnTo>
                      <a:pt x="40" y="173"/>
                    </a:lnTo>
                    <a:lnTo>
                      <a:pt x="40" y="174"/>
                    </a:lnTo>
                    <a:lnTo>
                      <a:pt x="41" y="175"/>
                    </a:lnTo>
                    <a:lnTo>
                      <a:pt x="41" y="176"/>
                    </a:lnTo>
                    <a:lnTo>
                      <a:pt x="42" y="176"/>
                    </a:lnTo>
                    <a:lnTo>
                      <a:pt x="42" y="177"/>
                    </a:lnTo>
                    <a:lnTo>
                      <a:pt x="42" y="176"/>
                    </a:lnTo>
                    <a:lnTo>
                      <a:pt x="43" y="176"/>
                    </a:lnTo>
                    <a:lnTo>
                      <a:pt x="43" y="175"/>
                    </a:lnTo>
                    <a:lnTo>
                      <a:pt x="44" y="174"/>
                    </a:lnTo>
                    <a:lnTo>
                      <a:pt x="44" y="173"/>
                    </a:lnTo>
                    <a:lnTo>
                      <a:pt x="44" y="172"/>
                    </a:lnTo>
                    <a:lnTo>
                      <a:pt x="45" y="172"/>
                    </a:lnTo>
                    <a:lnTo>
                      <a:pt x="45" y="173"/>
                    </a:lnTo>
                    <a:lnTo>
                      <a:pt x="46" y="174"/>
                    </a:lnTo>
                    <a:lnTo>
                      <a:pt x="46" y="175"/>
                    </a:lnTo>
                    <a:lnTo>
                      <a:pt x="47" y="176"/>
                    </a:lnTo>
                    <a:lnTo>
                      <a:pt x="47" y="177"/>
                    </a:lnTo>
                    <a:lnTo>
                      <a:pt x="48" y="176"/>
                    </a:lnTo>
                    <a:lnTo>
                      <a:pt x="49" y="175"/>
                    </a:lnTo>
                    <a:lnTo>
                      <a:pt x="49" y="174"/>
                    </a:lnTo>
                    <a:lnTo>
                      <a:pt x="49" y="173"/>
                    </a:lnTo>
                    <a:lnTo>
                      <a:pt x="50" y="172"/>
                    </a:lnTo>
                    <a:lnTo>
                      <a:pt x="51" y="173"/>
                    </a:lnTo>
                    <a:lnTo>
                      <a:pt x="51" y="174"/>
                    </a:lnTo>
                    <a:lnTo>
                      <a:pt x="52" y="175"/>
                    </a:lnTo>
                    <a:lnTo>
                      <a:pt x="52" y="176"/>
                    </a:lnTo>
                    <a:lnTo>
                      <a:pt x="52" y="177"/>
                    </a:lnTo>
                    <a:lnTo>
                      <a:pt x="53" y="177"/>
                    </a:lnTo>
                    <a:lnTo>
                      <a:pt x="53" y="176"/>
                    </a:lnTo>
                    <a:lnTo>
                      <a:pt x="54" y="176"/>
                    </a:lnTo>
                    <a:lnTo>
                      <a:pt x="54" y="175"/>
                    </a:lnTo>
                    <a:lnTo>
                      <a:pt x="55" y="174"/>
                    </a:lnTo>
                    <a:lnTo>
                      <a:pt x="55" y="173"/>
                    </a:lnTo>
                    <a:lnTo>
                      <a:pt x="55" y="172"/>
                    </a:lnTo>
                    <a:lnTo>
                      <a:pt x="56" y="172"/>
                    </a:lnTo>
                    <a:lnTo>
                      <a:pt x="56" y="173"/>
                    </a:lnTo>
                    <a:lnTo>
                      <a:pt x="57" y="174"/>
                    </a:lnTo>
                    <a:lnTo>
                      <a:pt x="57" y="175"/>
                    </a:lnTo>
                    <a:lnTo>
                      <a:pt x="57" y="176"/>
                    </a:lnTo>
                    <a:lnTo>
                      <a:pt x="58" y="177"/>
                    </a:lnTo>
                    <a:lnTo>
                      <a:pt x="59" y="177"/>
                    </a:lnTo>
                    <a:lnTo>
                      <a:pt x="59" y="176"/>
                    </a:lnTo>
                    <a:lnTo>
                      <a:pt x="60" y="175"/>
                    </a:lnTo>
                    <a:lnTo>
                      <a:pt x="60" y="173"/>
                    </a:lnTo>
                    <a:lnTo>
                      <a:pt x="60" y="172"/>
                    </a:lnTo>
                    <a:lnTo>
                      <a:pt x="61" y="172"/>
                    </a:lnTo>
                    <a:lnTo>
                      <a:pt x="62" y="172"/>
                    </a:lnTo>
                    <a:lnTo>
                      <a:pt x="62" y="173"/>
                    </a:lnTo>
                    <a:lnTo>
                      <a:pt x="63" y="175"/>
                    </a:lnTo>
                    <a:lnTo>
                      <a:pt x="63" y="176"/>
                    </a:lnTo>
                    <a:lnTo>
                      <a:pt x="63" y="177"/>
                    </a:lnTo>
                    <a:lnTo>
                      <a:pt x="64" y="178"/>
                    </a:lnTo>
                    <a:lnTo>
                      <a:pt x="65" y="177"/>
                    </a:lnTo>
                    <a:lnTo>
                      <a:pt x="65" y="175"/>
                    </a:lnTo>
                    <a:lnTo>
                      <a:pt x="65" y="173"/>
                    </a:lnTo>
                    <a:lnTo>
                      <a:pt x="66" y="172"/>
                    </a:lnTo>
                    <a:lnTo>
                      <a:pt x="66" y="171"/>
                    </a:lnTo>
                    <a:lnTo>
                      <a:pt x="67" y="170"/>
                    </a:lnTo>
                    <a:lnTo>
                      <a:pt x="67" y="171"/>
                    </a:lnTo>
                    <a:lnTo>
                      <a:pt x="68" y="173"/>
                    </a:lnTo>
                    <a:lnTo>
                      <a:pt x="68" y="175"/>
                    </a:lnTo>
                    <a:lnTo>
                      <a:pt x="68" y="177"/>
                    </a:lnTo>
                    <a:lnTo>
                      <a:pt x="69" y="179"/>
                    </a:lnTo>
                    <a:lnTo>
                      <a:pt x="69" y="180"/>
                    </a:lnTo>
                    <a:lnTo>
                      <a:pt x="70" y="180"/>
                    </a:lnTo>
                    <a:lnTo>
                      <a:pt x="70" y="178"/>
                    </a:lnTo>
                    <a:lnTo>
                      <a:pt x="70" y="175"/>
                    </a:lnTo>
                    <a:lnTo>
                      <a:pt x="71" y="172"/>
                    </a:lnTo>
                    <a:lnTo>
                      <a:pt x="71" y="169"/>
                    </a:lnTo>
                    <a:lnTo>
                      <a:pt x="72" y="167"/>
                    </a:lnTo>
                    <a:lnTo>
                      <a:pt x="73" y="168"/>
                    </a:lnTo>
                    <a:lnTo>
                      <a:pt x="73" y="172"/>
                    </a:lnTo>
                    <a:lnTo>
                      <a:pt x="73" y="176"/>
                    </a:lnTo>
                    <a:lnTo>
                      <a:pt x="74" y="182"/>
                    </a:lnTo>
                    <a:lnTo>
                      <a:pt x="74" y="186"/>
                    </a:lnTo>
                    <a:lnTo>
                      <a:pt x="75" y="189"/>
                    </a:lnTo>
                    <a:lnTo>
                      <a:pt x="75" y="188"/>
                    </a:lnTo>
                    <a:lnTo>
                      <a:pt x="76" y="183"/>
                    </a:lnTo>
                    <a:lnTo>
                      <a:pt x="76" y="172"/>
                    </a:lnTo>
                    <a:lnTo>
                      <a:pt x="76" y="157"/>
                    </a:lnTo>
                    <a:lnTo>
                      <a:pt x="77" y="138"/>
                    </a:lnTo>
                    <a:lnTo>
                      <a:pt x="77" y="115"/>
                    </a:lnTo>
                    <a:lnTo>
                      <a:pt x="78" y="91"/>
                    </a:lnTo>
                    <a:lnTo>
                      <a:pt x="78" y="67"/>
                    </a:lnTo>
                    <a:lnTo>
                      <a:pt x="78" y="45"/>
                    </a:lnTo>
                    <a:lnTo>
                      <a:pt x="79" y="26"/>
                    </a:lnTo>
                    <a:lnTo>
                      <a:pt x="79" y="13"/>
                    </a:lnTo>
                    <a:lnTo>
                      <a:pt x="80" y="4"/>
                    </a:lnTo>
                    <a:lnTo>
                      <a:pt x="80" y="0"/>
                    </a:lnTo>
                    <a:lnTo>
                      <a:pt x="81" y="1"/>
                    </a:lnTo>
                    <a:lnTo>
                      <a:pt x="81" y="4"/>
                    </a:lnTo>
                    <a:lnTo>
                      <a:pt x="81" y="9"/>
                    </a:lnTo>
                    <a:lnTo>
                      <a:pt x="82" y="14"/>
                    </a:lnTo>
                    <a:lnTo>
                      <a:pt x="82" y="19"/>
                    </a:lnTo>
                    <a:lnTo>
                      <a:pt x="83" y="22"/>
                    </a:lnTo>
                    <a:lnTo>
                      <a:pt x="84" y="21"/>
                    </a:lnTo>
                    <a:lnTo>
                      <a:pt x="84" y="19"/>
                    </a:lnTo>
                    <a:lnTo>
                      <a:pt x="84" y="16"/>
                    </a:lnTo>
                    <a:lnTo>
                      <a:pt x="85" y="13"/>
                    </a:lnTo>
                    <a:lnTo>
                      <a:pt x="85" y="10"/>
                    </a:lnTo>
                    <a:lnTo>
                      <a:pt x="86" y="9"/>
                    </a:lnTo>
                    <a:lnTo>
                      <a:pt x="86" y="10"/>
                    </a:lnTo>
                    <a:lnTo>
                      <a:pt x="87" y="12"/>
                    </a:lnTo>
                    <a:lnTo>
                      <a:pt x="87" y="15"/>
                    </a:lnTo>
                    <a:lnTo>
                      <a:pt x="88" y="17"/>
                    </a:lnTo>
                    <a:lnTo>
                      <a:pt x="88" y="18"/>
                    </a:lnTo>
                    <a:lnTo>
                      <a:pt x="89" y="19"/>
                    </a:lnTo>
                    <a:lnTo>
                      <a:pt x="89" y="18"/>
                    </a:lnTo>
                    <a:lnTo>
                      <a:pt x="89" y="17"/>
                    </a:lnTo>
                    <a:lnTo>
                      <a:pt x="90" y="15"/>
                    </a:lnTo>
                    <a:lnTo>
                      <a:pt x="90" y="13"/>
                    </a:lnTo>
                    <a:lnTo>
                      <a:pt x="91" y="12"/>
                    </a:lnTo>
                    <a:lnTo>
                      <a:pt x="91" y="11"/>
                    </a:lnTo>
                    <a:lnTo>
                      <a:pt x="92" y="12"/>
                    </a:lnTo>
                    <a:lnTo>
                      <a:pt x="92" y="13"/>
                    </a:lnTo>
                    <a:lnTo>
                      <a:pt x="93" y="15"/>
                    </a:lnTo>
                    <a:lnTo>
                      <a:pt x="93" y="16"/>
                    </a:lnTo>
                    <a:lnTo>
                      <a:pt x="94" y="17"/>
                    </a:lnTo>
                    <a:lnTo>
                      <a:pt x="95" y="16"/>
                    </a:lnTo>
                    <a:lnTo>
                      <a:pt x="95" y="15"/>
                    </a:lnTo>
                    <a:lnTo>
                      <a:pt x="96" y="14"/>
                    </a:lnTo>
                    <a:lnTo>
                      <a:pt x="96" y="13"/>
                    </a:lnTo>
                    <a:lnTo>
                      <a:pt x="97" y="12"/>
                    </a:lnTo>
                    <a:lnTo>
                      <a:pt x="98" y="13"/>
                    </a:lnTo>
                    <a:lnTo>
                      <a:pt x="98" y="15"/>
                    </a:lnTo>
                    <a:lnTo>
                      <a:pt x="99" y="16"/>
                    </a:lnTo>
                    <a:lnTo>
                      <a:pt x="99" y="17"/>
                    </a:lnTo>
                    <a:lnTo>
                      <a:pt x="100" y="17"/>
                    </a:lnTo>
                    <a:lnTo>
                      <a:pt x="100" y="16"/>
                    </a:lnTo>
                    <a:lnTo>
                      <a:pt x="101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3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7"/>
                    </a:lnTo>
                    <a:lnTo>
                      <a:pt x="106" y="16"/>
                    </a:lnTo>
                    <a:lnTo>
                      <a:pt x="106" y="15"/>
                    </a:lnTo>
                    <a:lnTo>
                      <a:pt x="107" y="14"/>
                    </a:lnTo>
                    <a:lnTo>
                      <a:pt x="107" y="13"/>
                    </a:lnTo>
                    <a:lnTo>
                      <a:pt x="108" y="12"/>
                    </a:lnTo>
                    <a:lnTo>
                      <a:pt x="108" y="13"/>
                    </a:lnTo>
                    <a:lnTo>
                      <a:pt x="109" y="13"/>
                    </a:lnTo>
                    <a:lnTo>
                      <a:pt x="109" y="14"/>
                    </a:lnTo>
                    <a:lnTo>
                      <a:pt x="110" y="15"/>
                    </a:lnTo>
                    <a:lnTo>
                      <a:pt x="110" y="16"/>
                    </a:lnTo>
                    <a:lnTo>
                      <a:pt x="110" y="17"/>
                    </a:lnTo>
                    <a:lnTo>
                      <a:pt x="111" y="17"/>
                    </a:lnTo>
                    <a:lnTo>
                      <a:pt x="111" y="16"/>
                    </a:lnTo>
                    <a:lnTo>
                      <a:pt x="112" y="15"/>
                    </a:lnTo>
                    <a:lnTo>
                      <a:pt x="112" y="14"/>
                    </a:lnTo>
                    <a:lnTo>
                      <a:pt x="112" y="13"/>
                    </a:lnTo>
                    <a:lnTo>
                      <a:pt x="113" y="13"/>
                    </a:lnTo>
                    <a:lnTo>
                      <a:pt x="113" y="12"/>
                    </a:lnTo>
                    <a:lnTo>
                      <a:pt x="114" y="13"/>
                    </a:lnTo>
                    <a:lnTo>
                      <a:pt x="115" y="14"/>
                    </a:lnTo>
                    <a:lnTo>
                      <a:pt x="115" y="15"/>
                    </a:lnTo>
                    <a:lnTo>
                      <a:pt x="115" y="16"/>
                    </a:lnTo>
                    <a:lnTo>
                      <a:pt x="116" y="17"/>
                    </a:lnTo>
                    <a:lnTo>
                      <a:pt x="117" y="16"/>
                    </a:lnTo>
                    <a:lnTo>
                      <a:pt x="117" y="15"/>
                    </a:lnTo>
                    <a:lnTo>
                      <a:pt x="118" y="14"/>
                    </a:lnTo>
                    <a:lnTo>
                      <a:pt x="118" y="13"/>
                    </a:lnTo>
                    <a:lnTo>
                      <a:pt x="118" y="12"/>
                    </a:lnTo>
                    <a:lnTo>
                      <a:pt x="119" y="12"/>
                    </a:lnTo>
                    <a:lnTo>
                      <a:pt x="120" y="13"/>
                    </a:lnTo>
                    <a:lnTo>
                      <a:pt x="120" y="14"/>
                    </a:lnTo>
                    <a:lnTo>
                      <a:pt x="120" y="15"/>
                    </a:lnTo>
                    <a:lnTo>
                      <a:pt x="121" y="16"/>
                    </a:lnTo>
                    <a:lnTo>
                      <a:pt x="121" y="17"/>
                    </a:lnTo>
                    <a:lnTo>
                      <a:pt x="122" y="17"/>
                    </a:lnTo>
                    <a:lnTo>
                      <a:pt x="122" y="16"/>
                    </a:lnTo>
                    <a:lnTo>
                      <a:pt x="123" y="15"/>
                    </a:lnTo>
                    <a:lnTo>
                      <a:pt x="123" y="14"/>
                    </a:lnTo>
                    <a:lnTo>
                      <a:pt x="123" y="13"/>
                    </a:lnTo>
                    <a:lnTo>
                      <a:pt x="124" y="12"/>
                    </a:lnTo>
                    <a:lnTo>
                      <a:pt x="125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6" y="15"/>
                    </a:lnTo>
                    <a:lnTo>
                      <a:pt x="126" y="17"/>
                    </a:lnTo>
                    <a:lnTo>
                      <a:pt x="127" y="17"/>
                    </a:lnTo>
                    <a:lnTo>
                      <a:pt x="128" y="17"/>
                    </a:lnTo>
                    <a:lnTo>
                      <a:pt x="128" y="16"/>
                    </a:lnTo>
                    <a:lnTo>
                      <a:pt x="128" y="14"/>
                    </a:lnTo>
                    <a:lnTo>
                      <a:pt x="129" y="13"/>
                    </a:lnTo>
                    <a:lnTo>
                      <a:pt x="129" y="12"/>
                    </a:lnTo>
                    <a:lnTo>
                      <a:pt x="130" y="11"/>
                    </a:lnTo>
                    <a:lnTo>
                      <a:pt x="131" y="12"/>
                    </a:lnTo>
                    <a:lnTo>
                      <a:pt x="131" y="14"/>
                    </a:lnTo>
                    <a:lnTo>
                      <a:pt x="131" y="16"/>
                    </a:lnTo>
                    <a:lnTo>
                      <a:pt x="132" y="17"/>
                    </a:lnTo>
                    <a:lnTo>
                      <a:pt x="132" y="18"/>
                    </a:lnTo>
                    <a:lnTo>
                      <a:pt x="133" y="19"/>
                    </a:lnTo>
                    <a:lnTo>
                      <a:pt x="133" y="18"/>
                    </a:lnTo>
                    <a:lnTo>
                      <a:pt x="133" y="16"/>
                    </a:lnTo>
                    <a:lnTo>
                      <a:pt x="134" y="14"/>
                    </a:lnTo>
                    <a:lnTo>
                      <a:pt x="134" y="12"/>
                    </a:lnTo>
                    <a:lnTo>
                      <a:pt x="135" y="10"/>
                    </a:lnTo>
                    <a:lnTo>
                      <a:pt x="135" y="9"/>
                    </a:lnTo>
                    <a:lnTo>
                      <a:pt x="136" y="9"/>
                    </a:lnTo>
                    <a:lnTo>
                      <a:pt x="136" y="11"/>
                    </a:lnTo>
                    <a:lnTo>
                      <a:pt x="136" y="14"/>
                    </a:lnTo>
                    <a:lnTo>
                      <a:pt x="137" y="17"/>
                    </a:lnTo>
                    <a:lnTo>
                      <a:pt x="137" y="20"/>
                    </a:lnTo>
                    <a:lnTo>
                      <a:pt x="138" y="22"/>
                    </a:lnTo>
                    <a:lnTo>
                      <a:pt x="139" y="21"/>
                    </a:lnTo>
                    <a:lnTo>
                      <a:pt x="139" y="18"/>
                    </a:lnTo>
                    <a:lnTo>
                      <a:pt x="139" y="13"/>
                    </a:lnTo>
                    <a:lnTo>
                      <a:pt x="140" y="8"/>
                    </a:lnTo>
                    <a:lnTo>
                      <a:pt x="140" y="3"/>
                    </a:lnTo>
                    <a:lnTo>
                      <a:pt x="141" y="0"/>
                    </a:lnTo>
                    <a:lnTo>
                      <a:pt x="141" y="1"/>
                    </a:lnTo>
                    <a:lnTo>
                      <a:pt x="141" y="6"/>
                    </a:lnTo>
                    <a:lnTo>
                      <a:pt x="142" y="16"/>
                    </a:lnTo>
                    <a:lnTo>
                      <a:pt x="142" y="30"/>
                    </a:lnTo>
                    <a:lnTo>
                      <a:pt x="143" y="50"/>
                    </a:lnTo>
                    <a:lnTo>
                      <a:pt x="143" y="72"/>
                    </a:lnTo>
                    <a:lnTo>
                      <a:pt x="144" y="96"/>
                    </a:lnTo>
                    <a:lnTo>
                      <a:pt x="144" y="121"/>
                    </a:lnTo>
                    <a:lnTo>
                      <a:pt x="144" y="143"/>
                    </a:lnTo>
                    <a:lnTo>
                      <a:pt x="145" y="161"/>
                    </a:lnTo>
                    <a:lnTo>
                      <a:pt x="145" y="175"/>
                    </a:lnTo>
                    <a:lnTo>
                      <a:pt x="146" y="184"/>
                    </a:lnTo>
                    <a:lnTo>
                      <a:pt x="146" y="188"/>
                    </a:lnTo>
                    <a:lnTo>
                      <a:pt x="147" y="188"/>
                    </a:lnTo>
                    <a:lnTo>
                      <a:pt x="147" y="185"/>
                    </a:lnTo>
                    <a:lnTo>
                      <a:pt x="147" y="180"/>
                    </a:lnTo>
                    <a:lnTo>
                      <a:pt x="148" y="175"/>
                    </a:lnTo>
                    <a:lnTo>
                      <a:pt x="148" y="171"/>
                    </a:lnTo>
                    <a:lnTo>
                      <a:pt x="149" y="168"/>
                    </a:lnTo>
                    <a:lnTo>
                      <a:pt x="149" y="167"/>
                    </a:lnTo>
                    <a:lnTo>
                      <a:pt x="150" y="170"/>
                    </a:lnTo>
                    <a:lnTo>
                      <a:pt x="150" y="173"/>
                    </a:lnTo>
                    <a:lnTo>
                      <a:pt x="151" y="176"/>
                    </a:lnTo>
                    <a:lnTo>
                      <a:pt x="151" y="178"/>
                    </a:lnTo>
                    <a:lnTo>
                      <a:pt x="152" y="180"/>
                    </a:lnTo>
                    <a:lnTo>
                      <a:pt x="152" y="179"/>
                    </a:lnTo>
                    <a:lnTo>
                      <a:pt x="153" y="177"/>
                    </a:lnTo>
                    <a:lnTo>
                      <a:pt x="153" y="174"/>
                    </a:lnTo>
                    <a:lnTo>
                      <a:pt x="154" y="172"/>
                    </a:lnTo>
                    <a:lnTo>
                      <a:pt x="154" y="171"/>
                    </a:lnTo>
                    <a:lnTo>
                      <a:pt x="154" y="170"/>
                    </a:lnTo>
                    <a:lnTo>
                      <a:pt x="155" y="171"/>
                    </a:lnTo>
                    <a:lnTo>
                      <a:pt x="155" y="172"/>
                    </a:lnTo>
                    <a:lnTo>
                      <a:pt x="156" y="174"/>
                    </a:lnTo>
                    <a:lnTo>
                      <a:pt x="156" y="175"/>
                    </a:lnTo>
                    <a:lnTo>
                      <a:pt x="157" y="177"/>
                    </a:lnTo>
                    <a:lnTo>
                      <a:pt x="157" y="178"/>
                    </a:lnTo>
                    <a:lnTo>
                      <a:pt x="158" y="177"/>
                    </a:lnTo>
                    <a:lnTo>
                      <a:pt x="158" y="176"/>
                    </a:lnTo>
                    <a:lnTo>
                      <a:pt x="159" y="175"/>
                    </a:lnTo>
                    <a:lnTo>
                      <a:pt x="159" y="173"/>
                    </a:lnTo>
                    <a:lnTo>
                      <a:pt x="160" y="172"/>
                    </a:lnTo>
                    <a:lnTo>
                      <a:pt x="161" y="173"/>
                    </a:lnTo>
                    <a:lnTo>
                      <a:pt x="161" y="174"/>
                    </a:lnTo>
                    <a:lnTo>
                      <a:pt x="162" y="175"/>
                    </a:lnTo>
                    <a:lnTo>
                      <a:pt x="162" y="176"/>
                    </a:lnTo>
                    <a:lnTo>
                      <a:pt x="162" y="177"/>
                    </a:lnTo>
                    <a:lnTo>
                      <a:pt x="163" y="177"/>
                    </a:lnTo>
                    <a:lnTo>
                      <a:pt x="164" y="176"/>
                    </a:lnTo>
                    <a:lnTo>
                      <a:pt x="164" y="175"/>
                    </a:lnTo>
                    <a:lnTo>
                      <a:pt x="165" y="173"/>
                    </a:lnTo>
                    <a:lnTo>
                      <a:pt x="165" y="172"/>
                    </a:lnTo>
                    <a:lnTo>
                      <a:pt x="166" y="172"/>
                    </a:lnTo>
                    <a:lnTo>
                      <a:pt x="166" y="173"/>
                    </a:lnTo>
                    <a:lnTo>
                      <a:pt x="167" y="174"/>
                    </a:lnTo>
                    <a:lnTo>
                      <a:pt x="167" y="175"/>
                    </a:lnTo>
                    <a:lnTo>
                      <a:pt x="168" y="176"/>
                    </a:lnTo>
                    <a:lnTo>
                      <a:pt x="168" y="177"/>
                    </a:lnTo>
                    <a:lnTo>
                      <a:pt x="169" y="176"/>
                    </a:lnTo>
                    <a:lnTo>
                      <a:pt x="170" y="175"/>
                    </a:lnTo>
                    <a:lnTo>
                      <a:pt x="170" y="174"/>
                    </a:lnTo>
                    <a:lnTo>
                      <a:pt x="170" y="173"/>
                    </a:lnTo>
                    <a:lnTo>
                      <a:pt x="171" y="172"/>
                    </a:lnTo>
                    <a:lnTo>
                      <a:pt x="172" y="173"/>
                    </a:lnTo>
                    <a:lnTo>
                      <a:pt x="172" y="174"/>
                    </a:lnTo>
                    <a:lnTo>
                      <a:pt x="173" y="175"/>
                    </a:lnTo>
                    <a:lnTo>
                      <a:pt x="173" y="176"/>
                    </a:lnTo>
                    <a:lnTo>
                      <a:pt x="174" y="177"/>
                    </a:lnTo>
                    <a:lnTo>
                      <a:pt x="174" y="176"/>
                    </a:lnTo>
                    <a:lnTo>
                      <a:pt x="175" y="176"/>
                    </a:lnTo>
                    <a:lnTo>
                      <a:pt x="175" y="175"/>
                    </a:lnTo>
                    <a:lnTo>
                      <a:pt x="175" y="174"/>
                    </a:lnTo>
                    <a:lnTo>
                      <a:pt x="176" y="173"/>
                    </a:lnTo>
                    <a:lnTo>
                      <a:pt x="176" y="172"/>
                    </a:lnTo>
                    <a:lnTo>
                      <a:pt x="177" y="172"/>
                    </a:lnTo>
                    <a:lnTo>
                      <a:pt x="177" y="173"/>
                    </a:lnTo>
                    <a:lnTo>
                      <a:pt x="178" y="174"/>
                    </a:lnTo>
                    <a:lnTo>
                      <a:pt x="178" y="175"/>
                    </a:lnTo>
                    <a:lnTo>
                      <a:pt x="178" y="176"/>
                    </a:lnTo>
                    <a:lnTo>
                      <a:pt x="179" y="176"/>
                    </a:lnTo>
                    <a:lnTo>
                      <a:pt x="179" y="177"/>
                    </a:lnTo>
                    <a:lnTo>
                      <a:pt x="180" y="176"/>
                    </a:lnTo>
                    <a:lnTo>
                      <a:pt x="181" y="175"/>
                    </a:lnTo>
                    <a:lnTo>
                      <a:pt x="181" y="174"/>
                    </a:lnTo>
                    <a:lnTo>
                      <a:pt x="181" y="173"/>
                    </a:lnTo>
                    <a:lnTo>
                      <a:pt x="182" y="172"/>
                    </a:lnTo>
                    <a:lnTo>
                      <a:pt x="183" y="173"/>
                    </a:lnTo>
                    <a:lnTo>
                      <a:pt x="183" y="174"/>
                    </a:lnTo>
                    <a:lnTo>
                      <a:pt x="183" y="175"/>
                    </a:lnTo>
                    <a:lnTo>
                      <a:pt x="184" y="176"/>
                    </a:lnTo>
                    <a:lnTo>
                      <a:pt x="185" y="177"/>
                    </a:lnTo>
                    <a:lnTo>
                      <a:pt x="186" y="176"/>
                    </a:lnTo>
                    <a:lnTo>
                      <a:pt x="186" y="175"/>
                    </a:lnTo>
                    <a:lnTo>
                      <a:pt x="186" y="174"/>
                    </a:lnTo>
                    <a:lnTo>
                      <a:pt x="187" y="173"/>
                    </a:lnTo>
                    <a:lnTo>
                      <a:pt x="187" y="172"/>
                    </a:lnTo>
                    <a:lnTo>
                      <a:pt x="188" y="172"/>
                    </a:lnTo>
                    <a:lnTo>
                      <a:pt x="188" y="173"/>
                    </a:lnTo>
                    <a:lnTo>
                      <a:pt x="189" y="173"/>
                    </a:lnTo>
                    <a:lnTo>
                      <a:pt x="189" y="175"/>
                    </a:lnTo>
                    <a:lnTo>
                      <a:pt x="189" y="176"/>
                    </a:lnTo>
                    <a:lnTo>
                      <a:pt x="190" y="177"/>
                    </a:lnTo>
                    <a:lnTo>
                      <a:pt x="191" y="177"/>
                    </a:lnTo>
                    <a:lnTo>
                      <a:pt x="191" y="176"/>
                    </a:lnTo>
                    <a:lnTo>
                      <a:pt x="191" y="175"/>
                    </a:lnTo>
                    <a:lnTo>
                      <a:pt x="192" y="174"/>
                    </a:lnTo>
                    <a:lnTo>
                      <a:pt x="192" y="172"/>
                    </a:lnTo>
                    <a:lnTo>
                      <a:pt x="193" y="172"/>
                    </a:lnTo>
                    <a:lnTo>
                      <a:pt x="194" y="172"/>
                    </a:lnTo>
                    <a:lnTo>
                      <a:pt x="194" y="173"/>
                    </a:lnTo>
                    <a:lnTo>
                      <a:pt x="194" y="175"/>
                    </a:lnTo>
                    <a:lnTo>
                      <a:pt x="195" y="176"/>
                    </a:lnTo>
                    <a:lnTo>
                      <a:pt x="195" y="177"/>
                    </a:lnTo>
                    <a:lnTo>
                      <a:pt x="196" y="178"/>
                    </a:lnTo>
                    <a:lnTo>
                      <a:pt x="196" y="177"/>
                    </a:lnTo>
                    <a:lnTo>
                      <a:pt x="197" y="175"/>
                    </a:lnTo>
                    <a:lnTo>
                      <a:pt x="197" y="173"/>
                    </a:lnTo>
                    <a:lnTo>
                      <a:pt x="198" y="172"/>
                    </a:lnTo>
                    <a:lnTo>
                      <a:pt x="198" y="171"/>
                    </a:lnTo>
                    <a:lnTo>
                      <a:pt x="199" y="170"/>
                    </a:lnTo>
                    <a:lnTo>
                      <a:pt x="199" y="171"/>
                    </a:lnTo>
                    <a:lnTo>
                      <a:pt x="199" y="173"/>
                    </a:lnTo>
                    <a:lnTo>
                      <a:pt x="200" y="175"/>
                    </a:lnTo>
                    <a:lnTo>
                      <a:pt x="200" y="177"/>
                    </a:lnTo>
                    <a:lnTo>
                      <a:pt x="201" y="179"/>
                    </a:lnTo>
                    <a:lnTo>
                      <a:pt x="201" y="180"/>
                    </a:lnTo>
                    <a:lnTo>
                      <a:pt x="202" y="180"/>
                    </a:lnTo>
                    <a:lnTo>
                      <a:pt x="202" y="178"/>
                    </a:lnTo>
                    <a:lnTo>
                      <a:pt x="202" y="176"/>
                    </a:lnTo>
                    <a:lnTo>
                      <a:pt x="203" y="173"/>
                    </a:lnTo>
                    <a:lnTo>
                      <a:pt x="203" y="170"/>
                    </a:lnTo>
                    <a:lnTo>
                      <a:pt x="204" y="167"/>
                    </a:lnTo>
                    <a:lnTo>
                      <a:pt x="204" y="168"/>
                    </a:lnTo>
                    <a:lnTo>
                      <a:pt x="205" y="171"/>
                    </a:lnTo>
                    <a:lnTo>
                      <a:pt x="205" y="175"/>
                    </a:lnTo>
                    <a:lnTo>
                      <a:pt x="206" y="181"/>
                    </a:lnTo>
                    <a:lnTo>
                      <a:pt x="206" y="186"/>
                    </a:lnTo>
                    <a:lnTo>
                      <a:pt x="207" y="188"/>
                    </a:lnTo>
                    <a:lnTo>
                      <a:pt x="207" y="184"/>
                    </a:lnTo>
                    <a:lnTo>
                      <a:pt x="208" y="174"/>
                    </a:lnTo>
                    <a:lnTo>
                      <a:pt x="208" y="160"/>
                    </a:lnTo>
                    <a:lnTo>
                      <a:pt x="209" y="141"/>
                    </a:lnTo>
                    <a:lnTo>
                      <a:pt x="209" y="119"/>
                    </a:lnTo>
                    <a:lnTo>
                      <a:pt x="210" y="95"/>
                    </a:lnTo>
                    <a:lnTo>
                      <a:pt x="210" y="70"/>
                    </a:lnTo>
                    <a:lnTo>
                      <a:pt x="210" y="48"/>
                    </a:lnTo>
                    <a:lnTo>
                      <a:pt x="211" y="29"/>
                    </a:lnTo>
                    <a:lnTo>
                      <a:pt x="211" y="15"/>
                    </a:lnTo>
                    <a:lnTo>
                      <a:pt x="212" y="5"/>
                    </a:lnTo>
                    <a:lnTo>
                      <a:pt x="212" y="1"/>
                    </a:lnTo>
                    <a:lnTo>
                      <a:pt x="213" y="3"/>
                    </a:lnTo>
                    <a:lnTo>
                      <a:pt x="213" y="8"/>
                    </a:lnTo>
                    <a:lnTo>
                      <a:pt x="214" y="14"/>
                    </a:lnTo>
                    <a:lnTo>
                      <a:pt x="214" y="18"/>
                    </a:lnTo>
                    <a:lnTo>
                      <a:pt x="215" y="21"/>
                    </a:lnTo>
                    <a:lnTo>
                      <a:pt x="215" y="22"/>
                    </a:lnTo>
                    <a:lnTo>
                      <a:pt x="216" y="19"/>
                    </a:lnTo>
                    <a:lnTo>
                      <a:pt x="216" y="16"/>
                    </a:lnTo>
                    <a:lnTo>
                      <a:pt x="217" y="13"/>
                    </a:lnTo>
                    <a:lnTo>
                      <a:pt x="217" y="11"/>
                    </a:lnTo>
                    <a:lnTo>
                      <a:pt x="217" y="9"/>
                    </a:lnTo>
                    <a:lnTo>
                      <a:pt x="218" y="9"/>
                    </a:lnTo>
                    <a:lnTo>
                      <a:pt x="218" y="10"/>
                    </a:lnTo>
                    <a:lnTo>
                      <a:pt x="219" y="12"/>
                    </a:lnTo>
                    <a:lnTo>
                      <a:pt x="219" y="14"/>
                    </a:lnTo>
                    <a:lnTo>
                      <a:pt x="220" y="16"/>
                    </a:lnTo>
                    <a:lnTo>
                      <a:pt x="220" y="18"/>
                    </a:lnTo>
                    <a:lnTo>
                      <a:pt x="220" y="19"/>
                    </a:lnTo>
                    <a:lnTo>
                      <a:pt x="221" y="18"/>
                    </a:lnTo>
                    <a:lnTo>
                      <a:pt x="221" y="17"/>
                    </a:lnTo>
                    <a:lnTo>
                      <a:pt x="222" y="16"/>
                    </a:lnTo>
                    <a:lnTo>
                      <a:pt x="222" y="14"/>
                    </a:lnTo>
                    <a:lnTo>
                      <a:pt x="223" y="12"/>
                    </a:lnTo>
                    <a:lnTo>
                      <a:pt x="223" y="11"/>
                    </a:lnTo>
                    <a:lnTo>
                      <a:pt x="224" y="12"/>
                    </a:lnTo>
                    <a:lnTo>
                      <a:pt x="224" y="13"/>
                    </a:lnTo>
                    <a:lnTo>
                      <a:pt x="225" y="14"/>
                    </a:lnTo>
                    <a:lnTo>
                      <a:pt x="225" y="16"/>
                    </a:lnTo>
                    <a:lnTo>
                      <a:pt x="225" y="17"/>
                    </a:lnTo>
                    <a:lnTo>
                      <a:pt x="226" y="17"/>
                    </a:lnTo>
                    <a:lnTo>
                      <a:pt x="227" y="17"/>
                    </a:lnTo>
                    <a:lnTo>
                      <a:pt x="227" y="15"/>
                    </a:lnTo>
                    <a:lnTo>
                      <a:pt x="228" y="14"/>
                    </a:lnTo>
                    <a:lnTo>
                      <a:pt x="228" y="13"/>
                    </a:lnTo>
                    <a:lnTo>
                      <a:pt x="228" y="12"/>
                    </a:lnTo>
                    <a:lnTo>
                      <a:pt x="229" y="12"/>
                    </a:lnTo>
                    <a:lnTo>
                      <a:pt x="230" y="13"/>
                    </a:lnTo>
                    <a:lnTo>
                      <a:pt x="230" y="14"/>
                    </a:lnTo>
                    <a:lnTo>
                      <a:pt x="231" y="16"/>
                    </a:lnTo>
                    <a:lnTo>
                      <a:pt x="231" y="17"/>
                    </a:lnTo>
                    <a:lnTo>
                      <a:pt x="232" y="17"/>
                    </a:lnTo>
                    <a:lnTo>
                      <a:pt x="232" y="16"/>
                    </a:lnTo>
                    <a:lnTo>
                      <a:pt x="233" y="15"/>
                    </a:lnTo>
                    <a:lnTo>
                      <a:pt x="233" y="14"/>
                    </a:lnTo>
                    <a:lnTo>
                      <a:pt x="233" y="13"/>
                    </a:lnTo>
                    <a:lnTo>
                      <a:pt x="234" y="12"/>
                    </a:lnTo>
                    <a:lnTo>
                      <a:pt x="235" y="13"/>
                    </a:lnTo>
                    <a:lnTo>
                      <a:pt x="236" y="14"/>
                    </a:lnTo>
                    <a:lnTo>
                      <a:pt x="236" y="15"/>
                    </a:lnTo>
                    <a:lnTo>
                      <a:pt x="236" y="16"/>
                    </a:lnTo>
                    <a:lnTo>
                      <a:pt x="237" y="17"/>
                    </a:lnTo>
                    <a:lnTo>
                      <a:pt x="238" y="16"/>
                    </a:lnTo>
                    <a:lnTo>
                      <a:pt x="238" y="15"/>
                    </a:lnTo>
                    <a:lnTo>
                      <a:pt x="238" y="14"/>
                    </a:lnTo>
                    <a:lnTo>
                      <a:pt x="239" y="13"/>
                    </a:lnTo>
                    <a:lnTo>
                      <a:pt x="240" y="12"/>
                    </a:lnTo>
                    <a:lnTo>
                      <a:pt x="240" y="13"/>
                    </a:lnTo>
                    <a:lnTo>
                      <a:pt x="241" y="13"/>
                    </a:lnTo>
                    <a:lnTo>
                      <a:pt x="241" y="14"/>
                    </a:lnTo>
                    <a:lnTo>
                      <a:pt x="241" y="15"/>
                    </a:lnTo>
                    <a:lnTo>
                      <a:pt x="242" y="16"/>
                    </a:lnTo>
                    <a:lnTo>
                      <a:pt x="242" y="17"/>
                    </a:lnTo>
                    <a:lnTo>
                      <a:pt x="243" y="17"/>
                    </a:lnTo>
                    <a:lnTo>
                      <a:pt x="243" y="16"/>
                    </a:lnTo>
                    <a:lnTo>
                      <a:pt x="244" y="15"/>
                    </a:lnTo>
                    <a:lnTo>
                      <a:pt x="244" y="14"/>
                    </a:lnTo>
                    <a:lnTo>
                      <a:pt x="244" y="13"/>
                    </a:lnTo>
                    <a:lnTo>
                      <a:pt x="245" y="13"/>
                    </a:lnTo>
                    <a:lnTo>
                      <a:pt x="245" y="12"/>
                    </a:lnTo>
                    <a:lnTo>
                      <a:pt x="246" y="13"/>
                    </a:lnTo>
                    <a:lnTo>
                      <a:pt x="246" y="14"/>
                    </a:lnTo>
                    <a:lnTo>
                      <a:pt x="247" y="15"/>
                    </a:lnTo>
                    <a:lnTo>
                      <a:pt x="247" y="16"/>
                    </a:lnTo>
                    <a:lnTo>
                      <a:pt x="248" y="17"/>
                    </a:lnTo>
                    <a:lnTo>
                      <a:pt x="249" y="16"/>
                    </a:lnTo>
                    <a:lnTo>
                      <a:pt x="249" y="15"/>
                    </a:lnTo>
                    <a:lnTo>
                      <a:pt x="249" y="14"/>
                    </a:lnTo>
                    <a:lnTo>
                      <a:pt x="250" y="13"/>
                    </a:lnTo>
                    <a:lnTo>
                      <a:pt x="251" y="12"/>
                    </a:lnTo>
                    <a:lnTo>
                      <a:pt x="252" y="13"/>
                    </a:lnTo>
                    <a:lnTo>
                      <a:pt x="252" y="14"/>
                    </a:lnTo>
                    <a:lnTo>
                      <a:pt x="252" y="15"/>
                    </a:lnTo>
                    <a:lnTo>
                      <a:pt x="253" y="16"/>
                    </a:lnTo>
                    <a:lnTo>
                      <a:pt x="253" y="17"/>
                    </a:lnTo>
                    <a:lnTo>
                      <a:pt x="254" y="17"/>
                    </a:lnTo>
                    <a:lnTo>
                      <a:pt x="254" y="16"/>
                    </a:lnTo>
                    <a:lnTo>
                      <a:pt x="255" y="14"/>
                    </a:lnTo>
                    <a:lnTo>
                      <a:pt x="255" y="13"/>
                    </a:lnTo>
                    <a:lnTo>
                      <a:pt x="256" y="12"/>
                    </a:lnTo>
                    <a:lnTo>
                      <a:pt x="257" y="12"/>
                    </a:lnTo>
                    <a:lnTo>
                      <a:pt x="257" y="13"/>
                    </a:lnTo>
                    <a:lnTo>
                      <a:pt x="257" y="14"/>
                    </a:lnTo>
                    <a:lnTo>
                      <a:pt x="258" y="15"/>
                    </a:lnTo>
                    <a:lnTo>
                      <a:pt x="258" y="16"/>
                    </a:lnTo>
                    <a:lnTo>
                      <a:pt x="259" y="17"/>
                    </a:lnTo>
                    <a:lnTo>
                      <a:pt x="260" y="16"/>
                    </a:lnTo>
                    <a:lnTo>
                      <a:pt x="260" y="14"/>
                    </a:lnTo>
                    <a:lnTo>
                      <a:pt x="261" y="13"/>
                    </a:lnTo>
                    <a:lnTo>
                      <a:pt x="261" y="12"/>
                    </a:lnTo>
                    <a:lnTo>
                      <a:pt x="262" y="11"/>
                    </a:lnTo>
                    <a:lnTo>
                      <a:pt x="262" y="12"/>
                    </a:lnTo>
                    <a:lnTo>
                      <a:pt x="263" y="14"/>
                    </a:lnTo>
                    <a:lnTo>
                      <a:pt x="263" y="15"/>
                    </a:lnTo>
                    <a:lnTo>
                      <a:pt x="264" y="17"/>
                    </a:lnTo>
                    <a:lnTo>
                      <a:pt x="264" y="18"/>
                    </a:lnTo>
                    <a:lnTo>
                      <a:pt x="265" y="19"/>
                    </a:lnTo>
                    <a:lnTo>
                      <a:pt x="265" y="18"/>
                    </a:lnTo>
                    <a:lnTo>
                      <a:pt x="265" y="17"/>
                    </a:lnTo>
                    <a:lnTo>
                      <a:pt x="266" y="15"/>
                    </a:lnTo>
                    <a:lnTo>
                      <a:pt x="266" y="12"/>
                    </a:lnTo>
                    <a:lnTo>
                      <a:pt x="267" y="10"/>
                    </a:lnTo>
                    <a:lnTo>
                      <a:pt x="267" y="9"/>
                    </a:lnTo>
                    <a:lnTo>
                      <a:pt x="268" y="11"/>
                    </a:lnTo>
                    <a:lnTo>
                      <a:pt x="268" y="13"/>
                    </a:lnTo>
                    <a:lnTo>
                      <a:pt x="269" y="16"/>
                    </a:lnTo>
                    <a:lnTo>
                      <a:pt x="269" y="19"/>
                    </a:lnTo>
                    <a:lnTo>
                      <a:pt x="270" y="22"/>
                    </a:lnTo>
                    <a:lnTo>
                      <a:pt x="270" y="21"/>
                    </a:lnTo>
                    <a:lnTo>
                      <a:pt x="271" y="18"/>
                    </a:lnTo>
                    <a:lnTo>
                      <a:pt x="271" y="14"/>
                    </a:lnTo>
                    <a:lnTo>
                      <a:pt x="272" y="9"/>
                    </a:lnTo>
                    <a:lnTo>
                      <a:pt x="272" y="4"/>
                    </a:lnTo>
                    <a:lnTo>
                      <a:pt x="273" y="1"/>
                    </a:lnTo>
                    <a:lnTo>
                      <a:pt x="273" y="5"/>
                    </a:lnTo>
                    <a:lnTo>
                      <a:pt x="274" y="14"/>
                    </a:lnTo>
                    <a:lnTo>
                      <a:pt x="274" y="28"/>
                    </a:lnTo>
                    <a:lnTo>
                      <a:pt x="275" y="46"/>
                    </a:lnTo>
                    <a:lnTo>
                      <a:pt x="275" y="68"/>
                    </a:lnTo>
                    <a:lnTo>
                      <a:pt x="275" y="93"/>
                    </a:lnTo>
                    <a:lnTo>
                      <a:pt x="276" y="117"/>
                    </a:lnTo>
                    <a:lnTo>
                      <a:pt x="276" y="139"/>
                    </a:lnTo>
                    <a:lnTo>
                      <a:pt x="277" y="159"/>
                    </a:lnTo>
                    <a:lnTo>
                      <a:pt x="277" y="173"/>
                    </a:lnTo>
                    <a:lnTo>
                      <a:pt x="278" y="183"/>
                    </a:lnTo>
                    <a:lnTo>
                      <a:pt x="278" y="188"/>
                    </a:lnTo>
                    <a:lnTo>
                      <a:pt x="278" y="189"/>
                    </a:lnTo>
                    <a:lnTo>
                      <a:pt x="279" y="186"/>
                    </a:lnTo>
                    <a:lnTo>
                      <a:pt x="279" y="181"/>
                    </a:lnTo>
                    <a:lnTo>
                      <a:pt x="280" y="176"/>
                    </a:lnTo>
                    <a:lnTo>
                      <a:pt x="280" y="171"/>
                    </a:lnTo>
                    <a:lnTo>
                      <a:pt x="280" y="168"/>
                    </a:lnTo>
                    <a:lnTo>
                      <a:pt x="281" y="167"/>
                    </a:lnTo>
                    <a:lnTo>
                      <a:pt x="282" y="169"/>
                    </a:lnTo>
                    <a:lnTo>
                      <a:pt x="282" y="172"/>
                    </a:lnTo>
                    <a:lnTo>
                      <a:pt x="283" y="175"/>
                    </a:lnTo>
                    <a:lnTo>
                      <a:pt x="283" y="178"/>
                    </a:lnTo>
                    <a:lnTo>
                      <a:pt x="283" y="180"/>
                    </a:lnTo>
                    <a:lnTo>
                      <a:pt x="284" y="180"/>
                    </a:lnTo>
                    <a:lnTo>
                      <a:pt x="284" y="179"/>
                    </a:lnTo>
                    <a:lnTo>
                      <a:pt x="285" y="177"/>
                    </a:lnTo>
                    <a:lnTo>
                      <a:pt x="285" y="175"/>
                    </a:lnTo>
                    <a:lnTo>
                      <a:pt x="286" y="173"/>
                    </a:lnTo>
                    <a:lnTo>
                      <a:pt x="286" y="171"/>
                    </a:lnTo>
                    <a:lnTo>
                      <a:pt x="286" y="170"/>
                    </a:lnTo>
                    <a:lnTo>
                      <a:pt x="287" y="171"/>
                    </a:lnTo>
                    <a:lnTo>
                      <a:pt x="287" y="172"/>
                    </a:lnTo>
                    <a:lnTo>
                      <a:pt x="288" y="173"/>
                    </a:lnTo>
                    <a:lnTo>
                      <a:pt x="288" y="175"/>
                    </a:lnTo>
                    <a:lnTo>
                      <a:pt x="288" y="177"/>
                    </a:lnTo>
                    <a:lnTo>
                      <a:pt x="289" y="178"/>
                    </a:lnTo>
                    <a:lnTo>
                      <a:pt x="290" y="177"/>
                    </a:lnTo>
                    <a:lnTo>
                      <a:pt x="290" y="176"/>
                    </a:lnTo>
                    <a:lnTo>
                      <a:pt x="291" y="175"/>
                    </a:lnTo>
                    <a:lnTo>
                      <a:pt x="291" y="173"/>
                    </a:lnTo>
                    <a:lnTo>
                      <a:pt x="291" y="172"/>
                    </a:lnTo>
                    <a:lnTo>
                      <a:pt x="292" y="172"/>
                    </a:lnTo>
                    <a:lnTo>
                      <a:pt x="293" y="172"/>
                    </a:lnTo>
                    <a:lnTo>
                      <a:pt x="293" y="174"/>
                    </a:lnTo>
                    <a:lnTo>
                      <a:pt x="294" y="175"/>
                    </a:lnTo>
                    <a:lnTo>
                      <a:pt x="294" y="176"/>
                    </a:lnTo>
                    <a:lnTo>
                      <a:pt x="294" y="177"/>
                    </a:lnTo>
                    <a:lnTo>
                      <a:pt x="295" y="177"/>
                    </a:lnTo>
                    <a:lnTo>
                      <a:pt x="296" y="176"/>
                    </a:lnTo>
                    <a:lnTo>
                      <a:pt x="296" y="175"/>
                    </a:lnTo>
                    <a:lnTo>
                      <a:pt x="296" y="174"/>
                    </a:lnTo>
                    <a:lnTo>
                      <a:pt x="297" y="173"/>
                    </a:lnTo>
                    <a:lnTo>
                      <a:pt x="297" y="172"/>
                    </a:lnTo>
                    <a:lnTo>
                      <a:pt x="298" y="172"/>
                    </a:lnTo>
                    <a:lnTo>
                      <a:pt x="298" y="173"/>
                    </a:lnTo>
                    <a:lnTo>
                      <a:pt x="299" y="174"/>
                    </a:lnTo>
                    <a:lnTo>
                      <a:pt x="299" y="175"/>
                    </a:lnTo>
                    <a:lnTo>
                      <a:pt x="299" y="176"/>
                    </a:lnTo>
                    <a:lnTo>
                      <a:pt x="300" y="177"/>
                    </a:lnTo>
                    <a:lnTo>
                      <a:pt x="301" y="177"/>
                    </a:lnTo>
                    <a:lnTo>
                      <a:pt x="301" y="176"/>
                    </a:lnTo>
                    <a:lnTo>
                      <a:pt x="301" y="175"/>
                    </a:lnTo>
                    <a:lnTo>
                      <a:pt x="302" y="174"/>
                    </a:lnTo>
                    <a:lnTo>
                      <a:pt x="302" y="173"/>
                    </a:lnTo>
                    <a:lnTo>
                      <a:pt x="303" y="172"/>
                    </a:lnTo>
                    <a:lnTo>
                      <a:pt x="304" y="173"/>
                    </a:lnTo>
                    <a:lnTo>
                      <a:pt x="304" y="174"/>
                    </a:lnTo>
                    <a:lnTo>
                      <a:pt x="304" y="175"/>
                    </a:lnTo>
                    <a:lnTo>
                      <a:pt x="305" y="176"/>
                    </a:lnTo>
                    <a:lnTo>
                      <a:pt x="306" y="177"/>
                    </a:lnTo>
                    <a:lnTo>
                      <a:pt x="306" y="176"/>
                    </a:lnTo>
                    <a:lnTo>
                      <a:pt x="307" y="176"/>
                    </a:lnTo>
                    <a:lnTo>
                      <a:pt x="307" y="175"/>
                    </a:lnTo>
                    <a:lnTo>
                      <a:pt x="307" y="174"/>
                    </a:lnTo>
                    <a:lnTo>
                      <a:pt x="308" y="173"/>
                    </a:lnTo>
                    <a:lnTo>
                      <a:pt x="308" y="172"/>
                    </a:lnTo>
                    <a:lnTo>
                      <a:pt x="309" y="172"/>
                    </a:lnTo>
                    <a:lnTo>
                      <a:pt x="309" y="173"/>
                    </a:lnTo>
                    <a:lnTo>
                      <a:pt x="309" y="174"/>
                    </a:lnTo>
                    <a:lnTo>
                      <a:pt x="310" y="175"/>
                    </a:lnTo>
                    <a:lnTo>
                      <a:pt x="310" y="176"/>
                    </a:lnTo>
                    <a:lnTo>
                      <a:pt x="311" y="176"/>
                    </a:lnTo>
                    <a:lnTo>
                      <a:pt x="311" y="177"/>
                    </a:lnTo>
                    <a:lnTo>
                      <a:pt x="312" y="176"/>
                    </a:lnTo>
                    <a:lnTo>
                      <a:pt x="312" y="175"/>
                    </a:lnTo>
                    <a:lnTo>
                      <a:pt x="313" y="174"/>
                    </a:lnTo>
                    <a:lnTo>
                      <a:pt x="313" y="173"/>
                    </a:lnTo>
                    <a:lnTo>
                      <a:pt x="314" y="172"/>
                    </a:lnTo>
                    <a:lnTo>
                      <a:pt x="315" y="173"/>
                    </a:lnTo>
                    <a:lnTo>
                      <a:pt x="315" y="174"/>
                    </a:lnTo>
                    <a:lnTo>
                      <a:pt x="315" y="175"/>
                    </a:lnTo>
                    <a:lnTo>
                      <a:pt x="316" y="176"/>
                    </a:lnTo>
                    <a:lnTo>
                      <a:pt x="317" y="177"/>
                    </a:lnTo>
                    <a:lnTo>
                      <a:pt x="317" y="176"/>
                    </a:lnTo>
                    <a:lnTo>
                      <a:pt x="318" y="175"/>
                    </a:lnTo>
                    <a:lnTo>
                      <a:pt x="318" y="174"/>
                    </a:lnTo>
                    <a:lnTo>
                      <a:pt x="319" y="173"/>
                    </a:lnTo>
                    <a:lnTo>
                      <a:pt x="319" y="172"/>
                    </a:lnTo>
                    <a:lnTo>
                      <a:pt x="320" y="172"/>
                    </a:lnTo>
                    <a:lnTo>
                      <a:pt x="320" y="173"/>
                    </a:lnTo>
                    <a:lnTo>
                      <a:pt x="321" y="174"/>
                    </a:lnTo>
                    <a:lnTo>
                      <a:pt x="321" y="176"/>
                    </a:lnTo>
                    <a:lnTo>
                      <a:pt x="322" y="177"/>
                    </a:lnTo>
                    <a:lnTo>
                      <a:pt x="323" y="176"/>
                    </a:lnTo>
                    <a:lnTo>
                      <a:pt x="323" y="175"/>
                    </a:lnTo>
                    <a:lnTo>
                      <a:pt x="324" y="174"/>
                    </a:lnTo>
                    <a:lnTo>
                      <a:pt x="324" y="173"/>
                    </a:lnTo>
                    <a:lnTo>
                      <a:pt x="325" y="172"/>
                    </a:lnTo>
                    <a:lnTo>
                      <a:pt x="326" y="173"/>
                    </a:lnTo>
                    <a:lnTo>
                      <a:pt x="326" y="174"/>
                    </a:lnTo>
                    <a:lnTo>
                      <a:pt x="327" y="176"/>
                    </a:lnTo>
                    <a:lnTo>
                      <a:pt x="327" y="177"/>
                    </a:lnTo>
                    <a:lnTo>
                      <a:pt x="328" y="178"/>
                    </a:lnTo>
                    <a:lnTo>
                      <a:pt x="328" y="177"/>
                    </a:lnTo>
                    <a:lnTo>
                      <a:pt x="329" y="176"/>
                    </a:lnTo>
                    <a:lnTo>
                      <a:pt x="329" y="174"/>
                    </a:lnTo>
                    <a:lnTo>
                      <a:pt x="330" y="172"/>
                    </a:lnTo>
                    <a:lnTo>
                      <a:pt x="330" y="171"/>
                    </a:lnTo>
                    <a:lnTo>
                      <a:pt x="330" y="170"/>
                    </a:lnTo>
                    <a:lnTo>
                      <a:pt x="331" y="171"/>
                    </a:lnTo>
                    <a:lnTo>
                      <a:pt x="331" y="172"/>
                    </a:lnTo>
                    <a:lnTo>
                      <a:pt x="332" y="174"/>
                    </a:lnTo>
                    <a:lnTo>
                      <a:pt x="332" y="177"/>
                    </a:lnTo>
                    <a:lnTo>
                      <a:pt x="333" y="179"/>
                    </a:lnTo>
                    <a:lnTo>
                      <a:pt x="333" y="180"/>
                    </a:lnTo>
                    <a:lnTo>
                      <a:pt x="334" y="179"/>
                    </a:lnTo>
                    <a:lnTo>
                      <a:pt x="334" y="176"/>
                    </a:lnTo>
                    <a:lnTo>
                      <a:pt x="335" y="173"/>
                    </a:lnTo>
                    <a:lnTo>
                      <a:pt x="335" y="170"/>
                    </a:lnTo>
                    <a:lnTo>
                      <a:pt x="336" y="168"/>
                    </a:lnTo>
                    <a:lnTo>
                      <a:pt x="336" y="167"/>
                    </a:lnTo>
                    <a:lnTo>
                      <a:pt x="337" y="170"/>
                    </a:lnTo>
                    <a:lnTo>
                      <a:pt x="337" y="175"/>
                    </a:lnTo>
                    <a:lnTo>
                      <a:pt x="338" y="180"/>
                    </a:lnTo>
                    <a:lnTo>
                      <a:pt x="338" y="185"/>
                    </a:lnTo>
                    <a:lnTo>
                      <a:pt x="338" y="188"/>
                    </a:lnTo>
                    <a:lnTo>
                      <a:pt x="339" y="189"/>
                    </a:lnTo>
                    <a:lnTo>
                      <a:pt x="339" y="185"/>
                    </a:lnTo>
                    <a:lnTo>
                      <a:pt x="340" y="176"/>
                    </a:lnTo>
                    <a:lnTo>
                      <a:pt x="340" y="163"/>
                    </a:lnTo>
                    <a:lnTo>
                      <a:pt x="341" y="144"/>
                    </a:lnTo>
                    <a:lnTo>
                      <a:pt x="341" y="122"/>
                    </a:lnTo>
                    <a:lnTo>
                      <a:pt x="341" y="98"/>
                    </a:lnTo>
                    <a:lnTo>
                      <a:pt x="342" y="74"/>
                    </a:lnTo>
                    <a:lnTo>
                      <a:pt x="342" y="51"/>
                    </a:lnTo>
                    <a:lnTo>
                      <a:pt x="343" y="32"/>
                    </a:lnTo>
                    <a:lnTo>
                      <a:pt x="343" y="17"/>
                    </a:lnTo>
                    <a:lnTo>
                      <a:pt x="343" y="6"/>
                    </a:lnTo>
                    <a:lnTo>
                      <a:pt x="344" y="1"/>
                    </a:lnTo>
                    <a:lnTo>
                      <a:pt x="344" y="0"/>
                    </a:lnTo>
                    <a:lnTo>
                      <a:pt x="345" y="3"/>
                    </a:lnTo>
                    <a:lnTo>
                      <a:pt x="345" y="7"/>
                    </a:lnTo>
                    <a:lnTo>
                      <a:pt x="346" y="13"/>
                    </a:lnTo>
                    <a:lnTo>
                      <a:pt x="346" y="17"/>
                    </a:lnTo>
                    <a:lnTo>
                      <a:pt x="346" y="21"/>
                    </a:lnTo>
                    <a:lnTo>
                      <a:pt x="347" y="22"/>
                    </a:lnTo>
                    <a:lnTo>
                      <a:pt x="348" y="20"/>
                    </a:lnTo>
                    <a:lnTo>
                      <a:pt x="348" y="17"/>
                    </a:lnTo>
                    <a:lnTo>
                      <a:pt x="349" y="14"/>
                    </a:lnTo>
                    <a:lnTo>
                      <a:pt x="349" y="11"/>
                    </a:lnTo>
                    <a:lnTo>
                      <a:pt x="349" y="9"/>
                    </a:lnTo>
                    <a:lnTo>
                      <a:pt x="350" y="9"/>
                    </a:lnTo>
                    <a:lnTo>
                      <a:pt x="350" y="10"/>
                    </a:lnTo>
                    <a:lnTo>
                      <a:pt x="351" y="12"/>
                    </a:lnTo>
                    <a:lnTo>
                      <a:pt x="351" y="14"/>
                    </a:lnTo>
                    <a:lnTo>
                      <a:pt x="351" y="16"/>
                    </a:lnTo>
                    <a:lnTo>
                      <a:pt x="352" y="18"/>
                    </a:lnTo>
                    <a:lnTo>
                      <a:pt x="352" y="19"/>
                    </a:lnTo>
                    <a:lnTo>
                      <a:pt x="353" y="18"/>
                    </a:lnTo>
                    <a:lnTo>
                      <a:pt x="353" y="17"/>
                    </a:lnTo>
                    <a:lnTo>
                      <a:pt x="354" y="16"/>
                    </a:lnTo>
                    <a:lnTo>
                      <a:pt x="354" y="14"/>
                    </a:lnTo>
                    <a:lnTo>
                      <a:pt x="354" y="12"/>
                    </a:lnTo>
                    <a:lnTo>
                      <a:pt x="355" y="11"/>
                    </a:lnTo>
                    <a:lnTo>
                      <a:pt x="356" y="12"/>
                    </a:lnTo>
                    <a:lnTo>
                      <a:pt x="356" y="13"/>
                    </a:lnTo>
                    <a:lnTo>
                      <a:pt x="357" y="14"/>
                    </a:lnTo>
                    <a:lnTo>
                      <a:pt x="357" y="16"/>
                    </a:lnTo>
                    <a:lnTo>
                      <a:pt x="357" y="17"/>
                    </a:lnTo>
                    <a:lnTo>
                      <a:pt x="358" y="17"/>
                    </a:lnTo>
                    <a:lnTo>
                      <a:pt x="359" y="17"/>
                    </a:lnTo>
                    <a:lnTo>
                      <a:pt x="359" y="16"/>
                    </a:lnTo>
                    <a:lnTo>
                      <a:pt x="359" y="14"/>
                    </a:lnTo>
                    <a:lnTo>
                      <a:pt x="360" y="13"/>
                    </a:lnTo>
                    <a:lnTo>
                      <a:pt x="360" y="12"/>
                    </a:lnTo>
                    <a:lnTo>
                      <a:pt x="361" y="12"/>
                    </a:lnTo>
                    <a:lnTo>
                      <a:pt x="362" y="13"/>
                    </a:lnTo>
                    <a:lnTo>
                      <a:pt x="362" y="14"/>
                    </a:lnTo>
                    <a:lnTo>
                      <a:pt x="362" y="15"/>
                    </a:lnTo>
                    <a:lnTo>
                      <a:pt x="363" y="16"/>
                    </a:lnTo>
                    <a:lnTo>
                      <a:pt x="363" y="17"/>
                    </a:lnTo>
                    <a:lnTo>
                      <a:pt x="364" y="17"/>
                    </a:lnTo>
                    <a:lnTo>
                      <a:pt x="364" y="16"/>
                    </a:lnTo>
                    <a:lnTo>
                      <a:pt x="364" y="15"/>
                    </a:lnTo>
                    <a:lnTo>
                      <a:pt x="365" y="14"/>
                    </a:lnTo>
                    <a:lnTo>
                      <a:pt x="365" y="13"/>
                    </a:lnTo>
                    <a:lnTo>
                      <a:pt x="366" y="13"/>
                    </a:lnTo>
                    <a:lnTo>
                      <a:pt x="366" y="12"/>
                    </a:lnTo>
                    <a:lnTo>
                      <a:pt x="367" y="12"/>
                    </a:lnTo>
                    <a:lnTo>
                      <a:pt x="367" y="13"/>
                    </a:lnTo>
                    <a:lnTo>
                      <a:pt x="367" y="14"/>
                    </a:lnTo>
                    <a:lnTo>
                      <a:pt x="368" y="15"/>
                    </a:lnTo>
                    <a:lnTo>
                      <a:pt x="368" y="16"/>
                    </a:lnTo>
                    <a:lnTo>
                      <a:pt x="369" y="17"/>
                    </a:lnTo>
                    <a:lnTo>
                      <a:pt x="370" y="16"/>
                    </a:lnTo>
                    <a:lnTo>
                      <a:pt x="370" y="15"/>
                    </a:lnTo>
                    <a:lnTo>
                      <a:pt x="370" y="14"/>
                    </a:lnTo>
                    <a:lnTo>
                      <a:pt x="371" y="13"/>
                    </a:lnTo>
                    <a:lnTo>
                      <a:pt x="372" y="12"/>
                    </a:lnTo>
                    <a:lnTo>
                      <a:pt x="372" y="13"/>
                    </a:lnTo>
                    <a:lnTo>
                      <a:pt x="373" y="14"/>
                    </a:lnTo>
                    <a:lnTo>
                      <a:pt x="373" y="15"/>
                    </a:lnTo>
                    <a:lnTo>
                      <a:pt x="374" y="16"/>
                    </a:lnTo>
                    <a:lnTo>
                      <a:pt x="374" y="17"/>
                    </a:lnTo>
                    <a:lnTo>
                      <a:pt x="375" y="17"/>
                    </a:lnTo>
                    <a:lnTo>
                      <a:pt x="375" y="16"/>
                    </a:lnTo>
                    <a:lnTo>
                      <a:pt x="375" y="15"/>
                    </a:lnTo>
                    <a:lnTo>
                      <a:pt x="376" y="14"/>
                    </a:lnTo>
                    <a:lnTo>
                      <a:pt x="376" y="13"/>
                    </a:lnTo>
                    <a:lnTo>
                      <a:pt x="377" y="13"/>
                    </a:lnTo>
                    <a:lnTo>
                      <a:pt x="377" y="12"/>
                    </a:lnTo>
                    <a:lnTo>
                      <a:pt x="378" y="13"/>
                    </a:lnTo>
                    <a:lnTo>
                      <a:pt x="378" y="14"/>
                    </a:lnTo>
                    <a:lnTo>
                      <a:pt x="379" y="15"/>
                    </a:lnTo>
                    <a:lnTo>
                      <a:pt x="379" y="16"/>
                    </a:lnTo>
                    <a:lnTo>
                      <a:pt x="380" y="17"/>
                    </a:lnTo>
                    <a:lnTo>
                      <a:pt x="380" y="16"/>
                    </a:lnTo>
                    <a:lnTo>
                      <a:pt x="381" y="16"/>
                    </a:lnTo>
                    <a:lnTo>
                      <a:pt x="381" y="15"/>
                    </a:lnTo>
                    <a:lnTo>
                      <a:pt x="382" y="13"/>
                    </a:lnTo>
                    <a:lnTo>
                      <a:pt x="383" y="12"/>
                    </a:lnTo>
                    <a:lnTo>
                      <a:pt x="383" y="13"/>
                    </a:lnTo>
                    <a:lnTo>
                      <a:pt x="384" y="14"/>
                    </a:lnTo>
                    <a:lnTo>
                      <a:pt x="384" y="15"/>
                    </a:lnTo>
                    <a:lnTo>
                      <a:pt x="385" y="16"/>
                    </a:lnTo>
                    <a:lnTo>
                      <a:pt x="385" y="17"/>
                    </a:lnTo>
                    <a:lnTo>
                      <a:pt x="386" y="17"/>
                    </a:lnTo>
                    <a:lnTo>
                      <a:pt x="386" y="16"/>
                    </a:lnTo>
                    <a:lnTo>
                      <a:pt x="387" y="15"/>
                    </a:lnTo>
                    <a:lnTo>
                      <a:pt x="387" y="13"/>
                    </a:lnTo>
                    <a:lnTo>
                      <a:pt x="388" y="12"/>
                    </a:lnTo>
                    <a:lnTo>
                      <a:pt x="389" y="13"/>
                    </a:lnTo>
                    <a:lnTo>
                      <a:pt x="389" y="14"/>
                    </a:lnTo>
                    <a:lnTo>
                      <a:pt x="390" y="15"/>
                    </a:lnTo>
                    <a:lnTo>
                      <a:pt x="390" y="16"/>
                    </a:lnTo>
                    <a:lnTo>
                      <a:pt x="391" y="17"/>
                    </a:lnTo>
                    <a:lnTo>
                      <a:pt x="392" y="16"/>
                    </a:lnTo>
                    <a:lnTo>
                      <a:pt x="392" y="15"/>
                    </a:lnTo>
                    <a:lnTo>
                      <a:pt x="393" y="13"/>
                    </a:lnTo>
                    <a:lnTo>
                      <a:pt x="393" y="12"/>
                    </a:lnTo>
                    <a:lnTo>
                      <a:pt x="393" y="11"/>
                    </a:lnTo>
                    <a:lnTo>
                      <a:pt x="394" y="11"/>
                    </a:lnTo>
                    <a:lnTo>
                      <a:pt x="394" y="12"/>
                    </a:lnTo>
                    <a:lnTo>
                      <a:pt x="395" y="13"/>
                    </a:lnTo>
                    <a:lnTo>
                      <a:pt x="395" y="15"/>
                    </a:lnTo>
                    <a:lnTo>
                      <a:pt x="396" y="17"/>
                    </a:lnTo>
                    <a:lnTo>
                      <a:pt x="396" y="18"/>
                    </a:lnTo>
                    <a:lnTo>
                      <a:pt x="396" y="19"/>
                    </a:lnTo>
                    <a:lnTo>
                      <a:pt x="397" y="18"/>
                    </a:lnTo>
                    <a:lnTo>
                      <a:pt x="397" y="17"/>
                    </a:lnTo>
                    <a:lnTo>
                      <a:pt x="398" y="15"/>
                    </a:lnTo>
                    <a:lnTo>
                      <a:pt x="398" y="13"/>
                    </a:lnTo>
                    <a:lnTo>
                      <a:pt x="399" y="11"/>
                    </a:lnTo>
                    <a:lnTo>
                      <a:pt x="399" y="9"/>
                    </a:lnTo>
                    <a:lnTo>
                      <a:pt x="400" y="10"/>
                    </a:lnTo>
                    <a:lnTo>
                      <a:pt x="400" y="13"/>
                    </a:lnTo>
                    <a:lnTo>
                      <a:pt x="401" y="16"/>
                    </a:lnTo>
                    <a:lnTo>
                      <a:pt x="401" y="19"/>
                    </a:lnTo>
                    <a:lnTo>
                      <a:pt x="401" y="21"/>
                    </a:lnTo>
                    <a:lnTo>
                      <a:pt x="402" y="22"/>
                    </a:lnTo>
                    <a:lnTo>
                      <a:pt x="403" y="19"/>
                    </a:lnTo>
                    <a:lnTo>
                      <a:pt x="403" y="15"/>
                    </a:lnTo>
                    <a:lnTo>
                      <a:pt x="404" y="10"/>
                    </a:lnTo>
                    <a:lnTo>
                      <a:pt x="404" y="4"/>
                    </a:lnTo>
                    <a:lnTo>
                      <a:pt x="404" y="1"/>
                    </a:lnTo>
                    <a:lnTo>
                      <a:pt x="405" y="0"/>
                    </a:lnTo>
                    <a:lnTo>
                      <a:pt x="405" y="4"/>
                    </a:lnTo>
                    <a:lnTo>
                      <a:pt x="406" y="12"/>
                    </a:lnTo>
                    <a:lnTo>
                      <a:pt x="406" y="25"/>
                    </a:lnTo>
                    <a:lnTo>
                      <a:pt x="406" y="43"/>
                    </a:lnTo>
                    <a:lnTo>
                      <a:pt x="407" y="65"/>
                    </a:lnTo>
                    <a:lnTo>
                      <a:pt x="407" y="89"/>
                    </a:lnTo>
                    <a:lnTo>
                      <a:pt x="408" y="113"/>
                    </a:lnTo>
                    <a:lnTo>
                      <a:pt x="408" y="136"/>
                    </a:lnTo>
                    <a:lnTo>
                      <a:pt x="409" y="156"/>
                    </a:lnTo>
                    <a:lnTo>
                      <a:pt x="409" y="171"/>
                    </a:lnTo>
                    <a:lnTo>
                      <a:pt x="409" y="182"/>
                    </a:lnTo>
                    <a:lnTo>
                      <a:pt x="410" y="188"/>
                    </a:lnTo>
                    <a:lnTo>
                      <a:pt x="410" y="189"/>
                    </a:lnTo>
                    <a:lnTo>
                      <a:pt x="411" y="186"/>
                    </a:lnTo>
                    <a:lnTo>
                      <a:pt x="411" y="182"/>
                    </a:lnTo>
                    <a:lnTo>
                      <a:pt x="412" y="177"/>
                    </a:lnTo>
                    <a:lnTo>
                      <a:pt x="412" y="172"/>
                    </a:lnTo>
                    <a:lnTo>
                      <a:pt x="412" y="168"/>
                    </a:lnTo>
                    <a:lnTo>
                      <a:pt x="413" y="167"/>
                    </a:lnTo>
                    <a:lnTo>
                      <a:pt x="414" y="169"/>
                    </a:lnTo>
                    <a:lnTo>
                      <a:pt x="414" y="172"/>
                    </a:lnTo>
                    <a:lnTo>
                      <a:pt x="414" y="175"/>
                    </a:lnTo>
                    <a:lnTo>
                      <a:pt x="415" y="178"/>
                    </a:lnTo>
                    <a:lnTo>
                      <a:pt x="415" y="179"/>
                    </a:lnTo>
                    <a:lnTo>
                      <a:pt x="416" y="180"/>
                    </a:lnTo>
                    <a:lnTo>
                      <a:pt x="416" y="179"/>
                    </a:lnTo>
                    <a:lnTo>
                      <a:pt x="417" y="177"/>
                    </a:lnTo>
                    <a:lnTo>
                      <a:pt x="417" y="175"/>
                    </a:lnTo>
                    <a:lnTo>
                      <a:pt x="417" y="173"/>
                    </a:lnTo>
                    <a:lnTo>
                      <a:pt x="418" y="171"/>
                    </a:lnTo>
                    <a:lnTo>
                      <a:pt x="418" y="170"/>
                    </a:lnTo>
                    <a:lnTo>
                      <a:pt x="419" y="170"/>
                    </a:lnTo>
                    <a:lnTo>
                      <a:pt x="419" y="171"/>
                    </a:lnTo>
                    <a:lnTo>
                      <a:pt x="420" y="173"/>
                    </a:lnTo>
                  </a:path>
                </a:pathLst>
              </a:custGeom>
              <a:noFill/>
              <a:ln w="42863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7865" name="Line 108">
                <a:extLst>
                  <a:ext uri="{FF2B5EF4-FFF2-40B4-BE49-F238E27FC236}">
                    <a16:creationId xmlns:a16="http://schemas.microsoft.com/office/drawing/2014/main" id="{964E7364-FE8C-4111-9209-FCB39315A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404"/>
                <a:ext cx="228" cy="1"/>
              </a:xfrm>
              <a:prstGeom prst="line">
                <a:avLst/>
              </a:prstGeom>
              <a:noFill/>
              <a:ln w="42863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6" name="Rectangle 120">
                <a:extLst>
                  <a:ext uri="{FF2B5EF4-FFF2-40B4-BE49-F238E27FC236}">
                    <a16:creationId xmlns:a16="http://schemas.microsoft.com/office/drawing/2014/main" id="{7958F4F8-E4BF-4E0D-A934-DD3BF88AA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" y="2195"/>
                <a:ext cx="34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7" name="Rectangle 121">
                <a:extLst>
                  <a:ext uri="{FF2B5EF4-FFF2-40B4-BE49-F238E27FC236}">
                    <a16:creationId xmlns:a16="http://schemas.microsoft.com/office/drawing/2014/main" id="{81288A87-DD8F-4FAC-A822-437890F66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" y="2195"/>
                <a:ext cx="54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8" name="Rectangle 122">
                <a:extLst>
                  <a:ext uri="{FF2B5EF4-FFF2-40B4-BE49-F238E27FC236}">
                    <a16:creationId xmlns:a16="http://schemas.microsoft.com/office/drawing/2014/main" id="{BA54F930-8053-499C-99C3-CD26B4CF8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195"/>
                <a:ext cx="34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69" name="Rectangle 123">
                <a:extLst>
                  <a:ext uri="{FF2B5EF4-FFF2-40B4-BE49-F238E27FC236}">
                    <a16:creationId xmlns:a16="http://schemas.microsoft.com/office/drawing/2014/main" id="{251F676D-E480-404D-869A-844D4294C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" y="2195"/>
                <a:ext cx="34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7870" name="Rectangle 135">
                <a:extLst>
                  <a:ext uri="{FF2B5EF4-FFF2-40B4-BE49-F238E27FC236}">
                    <a16:creationId xmlns:a16="http://schemas.microsoft.com/office/drawing/2014/main" id="{93A89F29-908D-4EE0-A08F-51043501F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9" y="3550"/>
                <a:ext cx="54" cy="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7829" name="Line 138">
              <a:extLst>
                <a:ext uri="{FF2B5EF4-FFF2-40B4-BE49-F238E27FC236}">
                  <a16:creationId xmlns:a16="http://schemas.microsoft.com/office/drawing/2014/main" id="{F69C12C7-407A-45DF-BD78-1048F194D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5" y="2295"/>
              <a:ext cx="41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94">
            <a:extLst>
              <a:ext uri="{FF2B5EF4-FFF2-40B4-BE49-F238E27FC236}">
                <a16:creationId xmlns:a16="http://schemas.microsoft.com/office/drawing/2014/main" id="{2CBE9BF6-A66A-4166-BAED-C05B55677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 red curve was drawn with 12 terms and the blue curve was drawn with 4 terms.</a:t>
            </a:r>
          </a:p>
        </p:txBody>
      </p:sp>
      <p:grpSp>
        <p:nvGrpSpPr>
          <p:cNvPr id="2" name="Group 97">
            <a:extLst>
              <a:ext uri="{FF2B5EF4-FFF2-40B4-BE49-F238E27FC236}">
                <a16:creationId xmlns:a16="http://schemas.microsoft.com/office/drawing/2014/main" id="{A0AE756B-C085-4B5F-9880-02E44219BB83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1695451"/>
            <a:ext cx="7854950" cy="4665663"/>
            <a:chOff x="242" y="1068"/>
            <a:chExt cx="4948" cy="2939"/>
          </a:xfrm>
        </p:grpSpPr>
        <p:sp>
          <p:nvSpPr>
            <p:cNvPr id="78852" name="Rectangle 10">
              <a:extLst>
                <a:ext uri="{FF2B5EF4-FFF2-40B4-BE49-F238E27FC236}">
                  <a16:creationId xmlns:a16="http://schemas.microsoft.com/office/drawing/2014/main" id="{1F508DE0-1B33-42DA-AEA1-998C44197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" y="3525"/>
              <a:ext cx="4940" cy="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78853" name="Line 16">
              <a:extLst>
                <a:ext uri="{FF2B5EF4-FFF2-40B4-BE49-F238E27FC236}">
                  <a16:creationId xmlns:a16="http://schemas.microsoft.com/office/drawing/2014/main" id="{B5301F31-4FA5-4F23-A3FE-DC17E9816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1131"/>
              <a:ext cx="1" cy="8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4" name="Line 17">
              <a:extLst>
                <a:ext uri="{FF2B5EF4-FFF2-40B4-BE49-F238E27FC236}">
                  <a16:creationId xmlns:a16="http://schemas.microsoft.com/office/drawing/2014/main" id="{0CB16D3A-0A50-4D12-BE01-16CF3F006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3549"/>
              <a:ext cx="1" cy="8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5" name="Line 18">
              <a:extLst>
                <a:ext uri="{FF2B5EF4-FFF2-40B4-BE49-F238E27FC236}">
                  <a16:creationId xmlns:a16="http://schemas.microsoft.com/office/drawing/2014/main" id="{8213E3CD-4C93-41E9-9829-A1E103403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" y="1131"/>
              <a:ext cx="1" cy="8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6" name="Line 19">
              <a:extLst>
                <a:ext uri="{FF2B5EF4-FFF2-40B4-BE49-F238E27FC236}">
                  <a16:creationId xmlns:a16="http://schemas.microsoft.com/office/drawing/2014/main" id="{F48640C2-3966-401F-81C5-0F768F5D8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" y="3549"/>
              <a:ext cx="1" cy="8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7" name="Line 20">
              <a:extLst>
                <a:ext uri="{FF2B5EF4-FFF2-40B4-BE49-F238E27FC236}">
                  <a16:creationId xmlns:a16="http://schemas.microsoft.com/office/drawing/2014/main" id="{61430849-C214-4FD5-9BAD-6646902DF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131"/>
              <a:ext cx="2" cy="8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8" name="Line 21">
              <a:extLst>
                <a:ext uri="{FF2B5EF4-FFF2-40B4-BE49-F238E27FC236}">
                  <a16:creationId xmlns:a16="http://schemas.microsoft.com/office/drawing/2014/main" id="{6CDB0796-F3A5-4A21-9F22-015AA61D9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3549"/>
              <a:ext cx="2" cy="8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9" name="Line 22">
              <a:extLst>
                <a:ext uri="{FF2B5EF4-FFF2-40B4-BE49-F238E27FC236}">
                  <a16:creationId xmlns:a16="http://schemas.microsoft.com/office/drawing/2014/main" id="{812DAE71-8A61-4B3D-840A-0F89C2EAD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131"/>
              <a:ext cx="1" cy="8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0" name="Line 23">
              <a:extLst>
                <a:ext uri="{FF2B5EF4-FFF2-40B4-BE49-F238E27FC236}">
                  <a16:creationId xmlns:a16="http://schemas.microsoft.com/office/drawing/2014/main" id="{5E5400EF-8FE1-444B-8BCE-332C92821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3549"/>
              <a:ext cx="1" cy="8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1" name="Line 24">
              <a:extLst>
                <a:ext uri="{FF2B5EF4-FFF2-40B4-BE49-F238E27FC236}">
                  <a16:creationId xmlns:a16="http://schemas.microsoft.com/office/drawing/2014/main" id="{42D18AF0-C053-4457-84E3-969B6DA9D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1131"/>
              <a:ext cx="1" cy="8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2" name="Line 25">
              <a:extLst>
                <a:ext uri="{FF2B5EF4-FFF2-40B4-BE49-F238E27FC236}">
                  <a16:creationId xmlns:a16="http://schemas.microsoft.com/office/drawing/2014/main" id="{C4106C92-B88A-4C91-9EBD-60EEAB473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3549"/>
              <a:ext cx="1" cy="8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3" name="Line 26">
              <a:extLst>
                <a:ext uri="{FF2B5EF4-FFF2-40B4-BE49-F238E27FC236}">
                  <a16:creationId xmlns:a16="http://schemas.microsoft.com/office/drawing/2014/main" id="{F0EEF4FD-9378-4097-9A66-F8FDC6A7D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3631"/>
              <a:ext cx="84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Line 27">
              <a:extLst>
                <a:ext uri="{FF2B5EF4-FFF2-40B4-BE49-F238E27FC236}">
                  <a16:creationId xmlns:a16="http://schemas.microsoft.com/office/drawing/2014/main" id="{AE0E5239-F147-4B63-B161-7BD92E027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3631"/>
              <a:ext cx="85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5" name="Line 28">
              <a:extLst>
                <a:ext uri="{FF2B5EF4-FFF2-40B4-BE49-F238E27FC236}">
                  <a16:creationId xmlns:a16="http://schemas.microsoft.com/office/drawing/2014/main" id="{F4B6EE84-05A4-451D-B2F0-ECB5887AF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3215"/>
              <a:ext cx="8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6" name="Line 29">
              <a:extLst>
                <a:ext uri="{FF2B5EF4-FFF2-40B4-BE49-F238E27FC236}">
                  <a16:creationId xmlns:a16="http://schemas.microsoft.com/office/drawing/2014/main" id="{2E6CE038-B9CC-4E02-B0FD-6484E6FE0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3215"/>
              <a:ext cx="8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7" name="Line 30">
              <a:extLst>
                <a:ext uri="{FF2B5EF4-FFF2-40B4-BE49-F238E27FC236}">
                  <a16:creationId xmlns:a16="http://schemas.microsoft.com/office/drawing/2014/main" id="{AF5E8556-5EA9-482C-9ECF-1C1BE7206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2798"/>
              <a:ext cx="8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8" name="Line 31">
              <a:extLst>
                <a:ext uri="{FF2B5EF4-FFF2-40B4-BE49-F238E27FC236}">
                  <a16:creationId xmlns:a16="http://schemas.microsoft.com/office/drawing/2014/main" id="{4922EF84-36AB-4D3D-92DB-AAF09666B0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2798"/>
              <a:ext cx="8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9" name="Line 32">
              <a:extLst>
                <a:ext uri="{FF2B5EF4-FFF2-40B4-BE49-F238E27FC236}">
                  <a16:creationId xmlns:a16="http://schemas.microsoft.com/office/drawing/2014/main" id="{298FCC94-C406-4716-A2F3-3294D11D6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2381"/>
              <a:ext cx="8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0" name="Line 33">
              <a:extLst>
                <a:ext uri="{FF2B5EF4-FFF2-40B4-BE49-F238E27FC236}">
                  <a16:creationId xmlns:a16="http://schemas.microsoft.com/office/drawing/2014/main" id="{E8F48B37-BE63-485D-8F8F-004D10041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2381"/>
              <a:ext cx="8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1" name="Line 34">
              <a:extLst>
                <a:ext uri="{FF2B5EF4-FFF2-40B4-BE49-F238E27FC236}">
                  <a16:creationId xmlns:a16="http://schemas.microsoft.com/office/drawing/2014/main" id="{FCDB0BA6-F6A6-4A14-A894-D144BD944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1964"/>
              <a:ext cx="8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2" name="Line 35">
              <a:extLst>
                <a:ext uri="{FF2B5EF4-FFF2-40B4-BE49-F238E27FC236}">
                  <a16:creationId xmlns:a16="http://schemas.microsoft.com/office/drawing/2014/main" id="{D9FBE400-BD35-414B-8228-8F84713D0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1964"/>
              <a:ext cx="8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3" name="Line 36">
              <a:extLst>
                <a:ext uri="{FF2B5EF4-FFF2-40B4-BE49-F238E27FC236}">
                  <a16:creationId xmlns:a16="http://schemas.microsoft.com/office/drawing/2014/main" id="{7ACFCD9F-A175-44AC-BAB8-0372B35C9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1547"/>
              <a:ext cx="84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4" name="Line 37">
              <a:extLst>
                <a:ext uri="{FF2B5EF4-FFF2-40B4-BE49-F238E27FC236}">
                  <a16:creationId xmlns:a16="http://schemas.microsoft.com/office/drawing/2014/main" id="{DB262700-EC19-4160-B96F-FB783B097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1547"/>
              <a:ext cx="85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5" name="Line 38">
              <a:extLst>
                <a:ext uri="{FF2B5EF4-FFF2-40B4-BE49-F238E27FC236}">
                  <a16:creationId xmlns:a16="http://schemas.microsoft.com/office/drawing/2014/main" id="{6E8423DE-EDD5-4CD2-BA13-695C4DAED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" y="1131"/>
              <a:ext cx="8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6" name="Line 39">
              <a:extLst>
                <a:ext uri="{FF2B5EF4-FFF2-40B4-BE49-F238E27FC236}">
                  <a16:creationId xmlns:a16="http://schemas.microsoft.com/office/drawing/2014/main" id="{21FA01F1-CCBC-4F1A-9B67-2A5D6C3E6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" y="1131"/>
              <a:ext cx="8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7" name="Rectangle 48">
              <a:extLst>
                <a:ext uri="{FF2B5EF4-FFF2-40B4-BE49-F238E27FC236}">
                  <a16:creationId xmlns:a16="http://schemas.microsoft.com/office/drawing/2014/main" id="{47E5FBEC-687E-4C7F-AC65-DBC4D4DB2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3569"/>
              <a:ext cx="14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1.5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78" name="Line 49">
              <a:extLst>
                <a:ext uri="{FF2B5EF4-FFF2-40B4-BE49-F238E27FC236}">
                  <a16:creationId xmlns:a16="http://schemas.microsoft.com/office/drawing/2014/main" id="{B1844F05-59AD-4B7B-B71D-E2935877D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215"/>
              <a:ext cx="5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9" name="Rectangle 50">
              <a:extLst>
                <a:ext uri="{FF2B5EF4-FFF2-40B4-BE49-F238E27FC236}">
                  <a16:creationId xmlns:a16="http://schemas.microsoft.com/office/drawing/2014/main" id="{68D78987-0B48-4774-A12F-E6584EFC7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" y="3152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0" name="Line 51">
              <a:extLst>
                <a:ext uri="{FF2B5EF4-FFF2-40B4-BE49-F238E27FC236}">
                  <a16:creationId xmlns:a16="http://schemas.microsoft.com/office/drawing/2014/main" id="{25B30BA4-A11F-4FE2-999B-9EB136F80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798"/>
              <a:ext cx="5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1" name="Rectangle 52">
              <a:extLst>
                <a:ext uri="{FF2B5EF4-FFF2-40B4-BE49-F238E27FC236}">
                  <a16:creationId xmlns:a16="http://schemas.microsoft.com/office/drawing/2014/main" id="{7A81E9AE-EA50-4B18-8D32-3299C2B33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" y="2736"/>
              <a:ext cx="14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2" name="Rectangle 53">
              <a:extLst>
                <a:ext uri="{FF2B5EF4-FFF2-40B4-BE49-F238E27FC236}">
                  <a16:creationId xmlns:a16="http://schemas.microsoft.com/office/drawing/2014/main" id="{5ACA1F0E-F4A5-4AC2-B1A1-1609381EF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318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3" name="Rectangle 54">
              <a:extLst>
                <a:ext uri="{FF2B5EF4-FFF2-40B4-BE49-F238E27FC236}">
                  <a16:creationId xmlns:a16="http://schemas.microsoft.com/office/drawing/2014/main" id="{45E64841-3F73-4F53-B3F8-63B37343A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" y="1902"/>
              <a:ext cx="14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0.5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4" name="Rectangle 55">
              <a:extLst>
                <a:ext uri="{FF2B5EF4-FFF2-40B4-BE49-F238E27FC236}">
                  <a16:creationId xmlns:a16="http://schemas.microsoft.com/office/drawing/2014/main" id="{E1908FA5-67B5-4E99-909E-EA1059552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1485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5" name="Rectangle 56">
              <a:extLst>
                <a:ext uri="{FF2B5EF4-FFF2-40B4-BE49-F238E27FC236}">
                  <a16:creationId xmlns:a16="http://schemas.microsoft.com/office/drawing/2014/main" id="{B3D38699-3AE9-4F8F-B77A-B34FA1501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" y="1068"/>
              <a:ext cx="14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1.5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86" name="Rectangle 57">
              <a:extLst>
                <a:ext uri="{FF2B5EF4-FFF2-40B4-BE49-F238E27FC236}">
                  <a16:creationId xmlns:a16="http://schemas.microsoft.com/office/drawing/2014/main" id="{08B9A976-7355-4B42-96BB-0D9998E51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" y="1131"/>
              <a:ext cx="4461" cy="2500"/>
            </a:xfrm>
            <a:prstGeom prst="rect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78887" name="Freeform 58">
              <a:extLst>
                <a:ext uri="{FF2B5EF4-FFF2-40B4-BE49-F238E27FC236}">
                  <a16:creationId xmlns:a16="http://schemas.microsoft.com/office/drawing/2014/main" id="{46DE0FBB-A63E-4377-BE52-169822DCB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" y="1391"/>
              <a:ext cx="4461" cy="1969"/>
            </a:xfrm>
            <a:custGeom>
              <a:avLst/>
              <a:gdLst>
                <a:gd name="T0" fmla="*/ 53 w 420"/>
                <a:gd name="T1" fmla="*/ 177 h 189"/>
                <a:gd name="T2" fmla="*/ 117 w 420"/>
                <a:gd name="T3" fmla="*/ 792 h 189"/>
                <a:gd name="T4" fmla="*/ 191 w 420"/>
                <a:gd name="T5" fmla="*/ 1750 h 189"/>
                <a:gd name="T6" fmla="*/ 255 w 420"/>
                <a:gd name="T7" fmla="*/ 1813 h 189"/>
                <a:gd name="T8" fmla="*/ 329 w 420"/>
                <a:gd name="T9" fmla="*/ 1844 h 189"/>
                <a:gd name="T10" fmla="*/ 414 w 420"/>
                <a:gd name="T11" fmla="*/ 1802 h 189"/>
                <a:gd name="T12" fmla="*/ 478 w 420"/>
                <a:gd name="T13" fmla="*/ 1792 h 189"/>
                <a:gd name="T14" fmla="*/ 552 w 420"/>
                <a:gd name="T15" fmla="*/ 1834 h 189"/>
                <a:gd name="T16" fmla="*/ 616 w 420"/>
                <a:gd name="T17" fmla="*/ 1844 h 189"/>
                <a:gd name="T18" fmla="*/ 690 w 420"/>
                <a:gd name="T19" fmla="*/ 1823 h 189"/>
                <a:gd name="T20" fmla="*/ 754 w 420"/>
                <a:gd name="T21" fmla="*/ 1792 h 189"/>
                <a:gd name="T22" fmla="*/ 818 w 420"/>
                <a:gd name="T23" fmla="*/ 1198 h 189"/>
                <a:gd name="T24" fmla="*/ 892 w 420"/>
                <a:gd name="T25" fmla="*/ 219 h 189"/>
                <a:gd name="T26" fmla="*/ 956 w 420"/>
                <a:gd name="T27" fmla="*/ 156 h 189"/>
                <a:gd name="T28" fmla="*/ 1041 w 420"/>
                <a:gd name="T29" fmla="*/ 135 h 189"/>
                <a:gd name="T30" fmla="*/ 1115 w 420"/>
                <a:gd name="T31" fmla="*/ 177 h 189"/>
                <a:gd name="T32" fmla="*/ 1190 w 420"/>
                <a:gd name="T33" fmla="*/ 156 h 189"/>
                <a:gd name="T34" fmla="*/ 1253 w 420"/>
                <a:gd name="T35" fmla="*/ 125 h 189"/>
                <a:gd name="T36" fmla="*/ 1328 w 420"/>
                <a:gd name="T37" fmla="*/ 135 h 189"/>
                <a:gd name="T38" fmla="*/ 1402 w 420"/>
                <a:gd name="T39" fmla="*/ 177 h 189"/>
                <a:gd name="T40" fmla="*/ 1466 w 420"/>
                <a:gd name="T41" fmla="*/ 229 h 189"/>
                <a:gd name="T42" fmla="*/ 1529 w 420"/>
                <a:gd name="T43" fmla="*/ 1261 h 189"/>
                <a:gd name="T44" fmla="*/ 1593 w 420"/>
                <a:gd name="T45" fmla="*/ 1802 h 189"/>
                <a:gd name="T46" fmla="*/ 1668 w 420"/>
                <a:gd name="T47" fmla="*/ 1844 h 189"/>
                <a:gd name="T48" fmla="*/ 1742 w 420"/>
                <a:gd name="T49" fmla="*/ 1823 h 189"/>
                <a:gd name="T50" fmla="*/ 1827 w 420"/>
                <a:gd name="T51" fmla="*/ 1802 h 189"/>
                <a:gd name="T52" fmla="*/ 1891 w 420"/>
                <a:gd name="T53" fmla="*/ 1823 h 189"/>
                <a:gd name="T54" fmla="*/ 1976 w 420"/>
                <a:gd name="T55" fmla="*/ 1834 h 189"/>
                <a:gd name="T56" fmla="*/ 2039 w 420"/>
                <a:gd name="T57" fmla="*/ 1813 h 189"/>
                <a:gd name="T58" fmla="*/ 2114 w 420"/>
                <a:gd name="T59" fmla="*/ 1771 h 189"/>
                <a:gd name="T60" fmla="*/ 2177 w 420"/>
                <a:gd name="T61" fmla="*/ 1781 h 189"/>
                <a:gd name="T62" fmla="*/ 2241 w 420"/>
                <a:gd name="T63" fmla="*/ 156 h 189"/>
                <a:gd name="T64" fmla="*/ 2315 w 420"/>
                <a:gd name="T65" fmla="*/ 94 h 189"/>
                <a:gd name="T66" fmla="*/ 2379 w 420"/>
                <a:gd name="T67" fmla="*/ 135 h 189"/>
                <a:gd name="T68" fmla="*/ 2454 w 420"/>
                <a:gd name="T69" fmla="*/ 177 h 189"/>
                <a:gd name="T70" fmla="*/ 2528 w 420"/>
                <a:gd name="T71" fmla="*/ 146 h 189"/>
                <a:gd name="T72" fmla="*/ 2602 w 420"/>
                <a:gd name="T73" fmla="*/ 135 h 189"/>
                <a:gd name="T74" fmla="*/ 2677 w 420"/>
                <a:gd name="T75" fmla="*/ 156 h 189"/>
                <a:gd name="T76" fmla="*/ 2762 w 420"/>
                <a:gd name="T77" fmla="*/ 167 h 189"/>
                <a:gd name="T78" fmla="*/ 2825 w 420"/>
                <a:gd name="T79" fmla="*/ 125 h 189"/>
                <a:gd name="T80" fmla="*/ 2900 w 420"/>
                <a:gd name="T81" fmla="*/ 52 h 189"/>
                <a:gd name="T82" fmla="*/ 2963 w 420"/>
                <a:gd name="T83" fmla="*/ 1886 h 189"/>
                <a:gd name="T84" fmla="*/ 3038 w 420"/>
                <a:gd name="T85" fmla="*/ 1802 h 189"/>
                <a:gd name="T86" fmla="*/ 3101 w 420"/>
                <a:gd name="T87" fmla="*/ 1792 h 189"/>
                <a:gd name="T88" fmla="*/ 3176 w 420"/>
                <a:gd name="T89" fmla="*/ 1813 h 189"/>
                <a:gd name="T90" fmla="*/ 3250 w 420"/>
                <a:gd name="T91" fmla="*/ 1844 h 189"/>
                <a:gd name="T92" fmla="*/ 3314 w 420"/>
                <a:gd name="T93" fmla="*/ 1834 h 189"/>
                <a:gd name="T94" fmla="*/ 3388 w 420"/>
                <a:gd name="T95" fmla="*/ 1792 h 189"/>
                <a:gd name="T96" fmla="*/ 3473 w 420"/>
                <a:gd name="T97" fmla="*/ 1844 h 189"/>
                <a:gd name="T98" fmla="*/ 3548 w 420"/>
                <a:gd name="T99" fmla="*/ 1865 h 189"/>
                <a:gd name="T100" fmla="*/ 3611 w 420"/>
                <a:gd name="T101" fmla="*/ 1698 h 189"/>
                <a:gd name="T102" fmla="*/ 3675 w 420"/>
                <a:gd name="T103" fmla="*/ 177 h 189"/>
                <a:gd name="T104" fmla="*/ 3739 w 420"/>
                <a:gd name="T105" fmla="*/ 198 h 189"/>
                <a:gd name="T106" fmla="*/ 3813 w 420"/>
                <a:gd name="T107" fmla="*/ 167 h 189"/>
                <a:gd name="T108" fmla="*/ 3877 w 420"/>
                <a:gd name="T109" fmla="*/ 135 h 189"/>
                <a:gd name="T110" fmla="*/ 3951 w 420"/>
                <a:gd name="T111" fmla="*/ 135 h 189"/>
                <a:gd name="T112" fmla="*/ 4026 w 420"/>
                <a:gd name="T113" fmla="*/ 156 h 189"/>
                <a:gd name="T114" fmla="*/ 4100 w 420"/>
                <a:gd name="T115" fmla="*/ 167 h 189"/>
                <a:gd name="T116" fmla="*/ 4185 w 420"/>
                <a:gd name="T117" fmla="*/ 115 h 189"/>
                <a:gd name="T118" fmla="*/ 4249 w 420"/>
                <a:gd name="T119" fmla="*/ 135 h 189"/>
                <a:gd name="T120" fmla="*/ 4312 w 420"/>
                <a:gd name="T121" fmla="*/ 448 h 189"/>
                <a:gd name="T122" fmla="*/ 4376 w 420"/>
                <a:gd name="T123" fmla="*/ 1750 h 189"/>
                <a:gd name="T124" fmla="*/ 4450 w 420"/>
                <a:gd name="T125" fmla="*/ 1771 h 18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420"/>
                <a:gd name="T190" fmla="*/ 0 h 189"/>
                <a:gd name="T191" fmla="*/ 420 w 420"/>
                <a:gd name="T192" fmla="*/ 189 h 18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420" h="189">
                  <a:moveTo>
                    <a:pt x="0" y="16"/>
                  </a:moveTo>
                  <a:lnTo>
                    <a:pt x="0" y="18"/>
                  </a:lnTo>
                  <a:lnTo>
                    <a:pt x="0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5" y="14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6" y="22"/>
                  </a:lnTo>
                  <a:lnTo>
                    <a:pt x="7" y="21"/>
                  </a:lnTo>
                  <a:lnTo>
                    <a:pt x="7" y="17"/>
                  </a:lnTo>
                  <a:lnTo>
                    <a:pt x="7" y="12"/>
                  </a:lnTo>
                  <a:lnTo>
                    <a:pt x="8" y="7"/>
                  </a:lnTo>
                  <a:lnTo>
                    <a:pt x="8" y="3"/>
                  </a:lnTo>
                  <a:lnTo>
                    <a:pt x="9" y="0"/>
                  </a:lnTo>
                  <a:lnTo>
                    <a:pt x="9" y="1"/>
                  </a:lnTo>
                  <a:lnTo>
                    <a:pt x="10" y="7"/>
                  </a:lnTo>
                  <a:lnTo>
                    <a:pt x="10" y="18"/>
                  </a:lnTo>
                  <a:lnTo>
                    <a:pt x="10" y="33"/>
                  </a:lnTo>
                  <a:lnTo>
                    <a:pt x="11" y="53"/>
                  </a:lnTo>
                  <a:lnTo>
                    <a:pt x="11" y="76"/>
                  </a:lnTo>
                  <a:lnTo>
                    <a:pt x="12" y="100"/>
                  </a:lnTo>
                  <a:lnTo>
                    <a:pt x="12" y="124"/>
                  </a:lnTo>
                  <a:lnTo>
                    <a:pt x="13" y="146"/>
                  </a:lnTo>
                  <a:lnTo>
                    <a:pt x="13" y="164"/>
                  </a:lnTo>
                  <a:lnTo>
                    <a:pt x="13" y="177"/>
                  </a:lnTo>
                  <a:lnTo>
                    <a:pt x="14" y="185"/>
                  </a:lnTo>
                  <a:lnTo>
                    <a:pt x="14" y="189"/>
                  </a:lnTo>
                  <a:lnTo>
                    <a:pt x="15" y="188"/>
                  </a:lnTo>
                  <a:lnTo>
                    <a:pt x="15" y="185"/>
                  </a:lnTo>
                  <a:lnTo>
                    <a:pt x="15" y="179"/>
                  </a:lnTo>
                  <a:lnTo>
                    <a:pt x="16" y="174"/>
                  </a:lnTo>
                  <a:lnTo>
                    <a:pt x="16" y="170"/>
                  </a:lnTo>
                  <a:lnTo>
                    <a:pt x="17" y="167"/>
                  </a:lnTo>
                  <a:lnTo>
                    <a:pt x="18" y="168"/>
                  </a:lnTo>
                  <a:lnTo>
                    <a:pt x="18" y="170"/>
                  </a:lnTo>
                  <a:lnTo>
                    <a:pt x="18" y="173"/>
                  </a:lnTo>
                  <a:lnTo>
                    <a:pt x="19" y="176"/>
                  </a:lnTo>
                  <a:lnTo>
                    <a:pt x="19" y="179"/>
                  </a:lnTo>
                  <a:lnTo>
                    <a:pt x="20" y="180"/>
                  </a:lnTo>
                  <a:lnTo>
                    <a:pt x="21" y="178"/>
                  </a:lnTo>
                  <a:lnTo>
                    <a:pt x="21" y="176"/>
                  </a:lnTo>
                  <a:lnTo>
                    <a:pt x="21" y="174"/>
                  </a:lnTo>
                  <a:lnTo>
                    <a:pt x="22" y="172"/>
                  </a:lnTo>
                  <a:lnTo>
                    <a:pt x="22" y="171"/>
                  </a:lnTo>
                  <a:lnTo>
                    <a:pt x="23" y="170"/>
                  </a:lnTo>
                  <a:lnTo>
                    <a:pt x="23" y="171"/>
                  </a:lnTo>
                  <a:lnTo>
                    <a:pt x="23" y="172"/>
                  </a:lnTo>
                  <a:lnTo>
                    <a:pt x="24" y="174"/>
                  </a:lnTo>
                  <a:lnTo>
                    <a:pt x="24" y="176"/>
                  </a:lnTo>
                  <a:lnTo>
                    <a:pt x="25" y="177"/>
                  </a:lnTo>
                  <a:lnTo>
                    <a:pt x="25" y="178"/>
                  </a:lnTo>
                  <a:lnTo>
                    <a:pt x="26" y="178"/>
                  </a:lnTo>
                  <a:lnTo>
                    <a:pt x="26" y="177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7" y="173"/>
                  </a:lnTo>
                  <a:lnTo>
                    <a:pt x="28" y="172"/>
                  </a:lnTo>
                  <a:lnTo>
                    <a:pt x="29" y="173"/>
                  </a:lnTo>
                  <a:lnTo>
                    <a:pt x="29" y="174"/>
                  </a:lnTo>
                  <a:lnTo>
                    <a:pt x="30" y="175"/>
                  </a:lnTo>
                  <a:lnTo>
                    <a:pt x="30" y="176"/>
                  </a:lnTo>
                  <a:lnTo>
                    <a:pt x="31" y="177"/>
                  </a:lnTo>
                  <a:lnTo>
                    <a:pt x="32" y="176"/>
                  </a:lnTo>
                  <a:lnTo>
                    <a:pt x="32" y="174"/>
                  </a:lnTo>
                  <a:lnTo>
                    <a:pt x="33" y="173"/>
                  </a:lnTo>
                  <a:lnTo>
                    <a:pt x="33" y="172"/>
                  </a:lnTo>
                  <a:lnTo>
                    <a:pt x="34" y="172"/>
                  </a:lnTo>
                  <a:lnTo>
                    <a:pt x="34" y="173"/>
                  </a:lnTo>
                  <a:lnTo>
                    <a:pt x="35" y="174"/>
                  </a:lnTo>
                  <a:lnTo>
                    <a:pt x="35" y="175"/>
                  </a:lnTo>
                  <a:lnTo>
                    <a:pt x="36" y="176"/>
                  </a:lnTo>
                  <a:lnTo>
                    <a:pt x="36" y="177"/>
                  </a:lnTo>
                  <a:lnTo>
                    <a:pt x="37" y="176"/>
                  </a:lnTo>
                  <a:lnTo>
                    <a:pt x="38" y="174"/>
                  </a:lnTo>
                  <a:lnTo>
                    <a:pt x="38" y="173"/>
                  </a:lnTo>
                  <a:lnTo>
                    <a:pt x="39" y="173"/>
                  </a:lnTo>
                  <a:lnTo>
                    <a:pt x="39" y="172"/>
                  </a:lnTo>
                  <a:lnTo>
                    <a:pt x="40" y="173"/>
                  </a:lnTo>
                  <a:lnTo>
                    <a:pt x="40" y="174"/>
                  </a:lnTo>
                  <a:lnTo>
                    <a:pt x="41" y="175"/>
                  </a:lnTo>
                  <a:lnTo>
                    <a:pt x="41" y="176"/>
                  </a:lnTo>
                  <a:lnTo>
                    <a:pt x="42" y="176"/>
                  </a:lnTo>
                  <a:lnTo>
                    <a:pt x="42" y="177"/>
                  </a:lnTo>
                  <a:lnTo>
                    <a:pt x="42" y="176"/>
                  </a:lnTo>
                  <a:lnTo>
                    <a:pt x="43" y="176"/>
                  </a:lnTo>
                  <a:lnTo>
                    <a:pt x="43" y="175"/>
                  </a:lnTo>
                  <a:lnTo>
                    <a:pt x="44" y="174"/>
                  </a:lnTo>
                  <a:lnTo>
                    <a:pt x="44" y="173"/>
                  </a:lnTo>
                  <a:lnTo>
                    <a:pt x="44" y="172"/>
                  </a:lnTo>
                  <a:lnTo>
                    <a:pt x="45" y="172"/>
                  </a:lnTo>
                  <a:lnTo>
                    <a:pt x="45" y="173"/>
                  </a:lnTo>
                  <a:lnTo>
                    <a:pt x="46" y="174"/>
                  </a:lnTo>
                  <a:lnTo>
                    <a:pt x="46" y="175"/>
                  </a:lnTo>
                  <a:lnTo>
                    <a:pt x="47" y="176"/>
                  </a:lnTo>
                  <a:lnTo>
                    <a:pt x="47" y="177"/>
                  </a:lnTo>
                  <a:lnTo>
                    <a:pt x="48" y="176"/>
                  </a:lnTo>
                  <a:lnTo>
                    <a:pt x="49" y="175"/>
                  </a:lnTo>
                  <a:lnTo>
                    <a:pt x="49" y="174"/>
                  </a:lnTo>
                  <a:lnTo>
                    <a:pt x="49" y="173"/>
                  </a:lnTo>
                  <a:lnTo>
                    <a:pt x="50" y="172"/>
                  </a:lnTo>
                  <a:lnTo>
                    <a:pt x="51" y="173"/>
                  </a:lnTo>
                  <a:lnTo>
                    <a:pt x="51" y="174"/>
                  </a:lnTo>
                  <a:lnTo>
                    <a:pt x="52" y="175"/>
                  </a:lnTo>
                  <a:lnTo>
                    <a:pt x="52" y="176"/>
                  </a:lnTo>
                  <a:lnTo>
                    <a:pt x="52" y="177"/>
                  </a:lnTo>
                  <a:lnTo>
                    <a:pt x="53" y="177"/>
                  </a:lnTo>
                  <a:lnTo>
                    <a:pt x="53" y="176"/>
                  </a:lnTo>
                  <a:lnTo>
                    <a:pt x="54" y="176"/>
                  </a:lnTo>
                  <a:lnTo>
                    <a:pt x="54" y="175"/>
                  </a:lnTo>
                  <a:lnTo>
                    <a:pt x="55" y="174"/>
                  </a:lnTo>
                  <a:lnTo>
                    <a:pt x="55" y="173"/>
                  </a:lnTo>
                  <a:lnTo>
                    <a:pt x="55" y="172"/>
                  </a:lnTo>
                  <a:lnTo>
                    <a:pt x="56" y="172"/>
                  </a:lnTo>
                  <a:lnTo>
                    <a:pt x="56" y="173"/>
                  </a:lnTo>
                  <a:lnTo>
                    <a:pt x="57" y="174"/>
                  </a:lnTo>
                  <a:lnTo>
                    <a:pt x="57" y="175"/>
                  </a:lnTo>
                  <a:lnTo>
                    <a:pt x="57" y="176"/>
                  </a:lnTo>
                  <a:lnTo>
                    <a:pt x="58" y="177"/>
                  </a:lnTo>
                  <a:lnTo>
                    <a:pt x="59" y="177"/>
                  </a:lnTo>
                  <a:lnTo>
                    <a:pt x="59" y="176"/>
                  </a:lnTo>
                  <a:lnTo>
                    <a:pt x="60" y="175"/>
                  </a:lnTo>
                  <a:lnTo>
                    <a:pt x="60" y="173"/>
                  </a:lnTo>
                  <a:lnTo>
                    <a:pt x="60" y="172"/>
                  </a:lnTo>
                  <a:lnTo>
                    <a:pt x="61" y="172"/>
                  </a:lnTo>
                  <a:lnTo>
                    <a:pt x="62" y="172"/>
                  </a:lnTo>
                  <a:lnTo>
                    <a:pt x="62" y="173"/>
                  </a:lnTo>
                  <a:lnTo>
                    <a:pt x="63" y="175"/>
                  </a:lnTo>
                  <a:lnTo>
                    <a:pt x="63" y="176"/>
                  </a:lnTo>
                  <a:lnTo>
                    <a:pt x="63" y="177"/>
                  </a:lnTo>
                  <a:lnTo>
                    <a:pt x="64" y="178"/>
                  </a:lnTo>
                  <a:lnTo>
                    <a:pt x="65" y="177"/>
                  </a:lnTo>
                  <a:lnTo>
                    <a:pt x="65" y="175"/>
                  </a:lnTo>
                  <a:lnTo>
                    <a:pt x="65" y="173"/>
                  </a:lnTo>
                  <a:lnTo>
                    <a:pt x="66" y="172"/>
                  </a:lnTo>
                  <a:lnTo>
                    <a:pt x="66" y="171"/>
                  </a:lnTo>
                  <a:lnTo>
                    <a:pt x="67" y="170"/>
                  </a:lnTo>
                  <a:lnTo>
                    <a:pt x="67" y="171"/>
                  </a:lnTo>
                  <a:lnTo>
                    <a:pt x="68" y="173"/>
                  </a:lnTo>
                  <a:lnTo>
                    <a:pt x="68" y="175"/>
                  </a:lnTo>
                  <a:lnTo>
                    <a:pt x="68" y="177"/>
                  </a:lnTo>
                  <a:lnTo>
                    <a:pt x="69" y="179"/>
                  </a:lnTo>
                  <a:lnTo>
                    <a:pt x="69" y="180"/>
                  </a:lnTo>
                  <a:lnTo>
                    <a:pt x="70" y="180"/>
                  </a:lnTo>
                  <a:lnTo>
                    <a:pt x="70" y="178"/>
                  </a:lnTo>
                  <a:lnTo>
                    <a:pt x="70" y="175"/>
                  </a:lnTo>
                  <a:lnTo>
                    <a:pt x="71" y="172"/>
                  </a:lnTo>
                  <a:lnTo>
                    <a:pt x="71" y="169"/>
                  </a:lnTo>
                  <a:lnTo>
                    <a:pt x="72" y="167"/>
                  </a:lnTo>
                  <a:lnTo>
                    <a:pt x="73" y="168"/>
                  </a:lnTo>
                  <a:lnTo>
                    <a:pt x="73" y="172"/>
                  </a:lnTo>
                  <a:lnTo>
                    <a:pt x="73" y="176"/>
                  </a:lnTo>
                  <a:lnTo>
                    <a:pt x="74" y="182"/>
                  </a:lnTo>
                  <a:lnTo>
                    <a:pt x="74" y="186"/>
                  </a:lnTo>
                  <a:lnTo>
                    <a:pt x="75" y="189"/>
                  </a:lnTo>
                  <a:lnTo>
                    <a:pt x="75" y="188"/>
                  </a:lnTo>
                  <a:lnTo>
                    <a:pt x="76" y="183"/>
                  </a:lnTo>
                  <a:lnTo>
                    <a:pt x="76" y="172"/>
                  </a:lnTo>
                  <a:lnTo>
                    <a:pt x="76" y="157"/>
                  </a:lnTo>
                  <a:lnTo>
                    <a:pt x="77" y="138"/>
                  </a:lnTo>
                  <a:lnTo>
                    <a:pt x="77" y="115"/>
                  </a:lnTo>
                  <a:lnTo>
                    <a:pt x="78" y="91"/>
                  </a:lnTo>
                  <a:lnTo>
                    <a:pt x="78" y="67"/>
                  </a:lnTo>
                  <a:lnTo>
                    <a:pt x="78" y="45"/>
                  </a:lnTo>
                  <a:lnTo>
                    <a:pt x="79" y="26"/>
                  </a:lnTo>
                  <a:lnTo>
                    <a:pt x="79" y="13"/>
                  </a:lnTo>
                  <a:lnTo>
                    <a:pt x="80" y="4"/>
                  </a:lnTo>
                  <a:lnTo>
                    <a:pt x="80" y="0"/>
                  </a:lnTo>
                  <a:lnTo>
                    <a:pt x="81" y="1"/>
                  </a:lnTo>
                  <a:lnTo>
                    <a:pt x="81" y="4"/>
                  </a:lnTo>
                  <a:lnTo>
                    <a:pt x="81" y="9"/>
                  </a:lnTo>
                  <a:lnTo>
                    <a:pt x="82" y="14"/>
                  </a:lnTo>
                  <a:lnTo>
                    <a:pt x="82" y="19"/>
                  </a:lnTo>
                  <a:lnTo>
                    <a:pt x="83" y="22"/>
                  </a:lnTo>
                  <a:lnTo>
                    <a:pt x="84" y="21"/>
                  </a:lnTo>
                  <a:lnTo>
                    <a:pt x="84" y="19"/>
                  </a:lnTo>
                  <a:lnTo>
                    <a:pt x="84" y="16"/>
                  </a:lnTo>
                  <a:lnTo>
                    <a:pt x="85" y="13"/>
                  </a:lnTo>
                  <a:lnTo>
                    <a:pt x="85" y="10"/>
                  </a:lnTo>
                  <a:lnTo>
                    <a:pt x="86" y="9"/>
                  </a:lnTo>
                  <a:lnTo>
                    <a:pt x="86" y="10"/>
                  </a:lnTo>
                  <a:lnTo>
                    <a:pt x="87" y="12"/>
                  </a:lnTo>
                  <a:lnTo>
                    <a:pt x="87" y="15"/>
                  </a:lnTo>
                  <a:lnTo>
                    <a:pt x="88" y="17"/>
                  </a:lnTo>
                  <a:lnTo>
                    <a:pt x="88" y="18"/>
                  </a:lnTo>
                  <a:lnTo>
                    <a:pt x="89" y="19"/>
                  </a:lnTo>
                  <a:lnTo>
                    <a:pt x="89" y="18"/>
                  </a:lnTo>
                  <a:lnTo>
                    <a:pt x="89" y="17"/>
                  </a:lnTo>
                  <a:lnTo>
                    <a:pt x="90" y="15"/>
                  </a:lnTo>
                  <a:lnTo>
                    <a:pt x="90" y="13"/>
                  </a:lnTo>
                  <a:lnTo>
                    <a:pt x="91" y="12"/>
                  </a:lnTo>
                  <a:lnTo>
                    <a:pt x="91" y="11"/>
                  </a:lnTo>
                  <a:lnTo>
                    <a:pt x="92" y="12"/>
                  </a:lnTo>
                  <a:lnTo>
                    <a:pt x="92" y="13"/>
                  </a:lnTo>
                  <a:lnTo>
                    <a:pt x="93" y="15"/>
                  </a:lnTo>
                  <a:lnTo>
                    <a:pt x="93" y="16"/>
                  </a:lnTo>
                  <a:lnTo>
                    <a:pt x="94" y="17"/>
                  </a:lnTo>
                  <a:lnTo>
                    <a:pt x="95" y="16"/>
                  </a:lnTo>
                  <a:lnTo>
                    <a:pt x="95" y="15"/>
                  </a:lnTo>
                  <a:lnTo>
                    <a:pt x="96" y="14"/>
                  </a:lnTo>
                  <a:lnTo>
                    <a:pt x="96" y="13"/>
                  </a:lnTo>
                  <a:lnTo>
                    <a:pt x="97" y="12"/>
                  </a:lnTo>
                  <a:lnTo>
                    <a:pt x="98" y="13"/>
                  </a:lnTo>
                  <a:lnTo>
                    <a:pt x="98" y="15"/>
                  </a:lnTo>
                  <a:lnTo>
                    <a:pt x="99" y="16"/>
                  </a:lnTo>
                  <a:lnTo>
                    <a:pt x="99" y="17"/>
                  </a:lnTo>
                  <a:lnTo>
                    <a:pt x="100" y="17"/>
                  </a:lnTo>
                  <a:lnTo>
                    <a:pt x="100" y="16"/>
                  </a:lnTo>
                  <a:lnTo>
                    <a:pt x="101" y="15"/>
                  </a:lnTo>
                  <a:lnTo>
                    <a:pt x="101" y="14"/>
                  </a:lnTo>
                  <a:lnTo>
                    <a:pt x="102" y="13"/>
                  </a:lnTo>
                  <a:lnTo>
                    <a:pt x="102" y="12"/>
                  </a:lnTo>
                  <a:lnTo>
                    <a:pt x="103" y="13"/>
                  </a:lnTo>
                  <a:lnTo>
                    <a:pt x="104" y="14"/>
                  </a:lnTo>
                  <a:lnTo>
                    <a:pt x="104" y="15"/>
                  </a:lnTo>
                  <a:lnTo>
                    <a:pt x="105" y="16"/>
                  </a:lnTo>
                  <a:lnTo>
                    <a:pt x="105" y="17"/>
                  </a:lnTo>
                  <a:lnTo>
                    <a:pt x="106" y="16"/>
                  </a:lnTo>
                  <a:lnTo>
                    <a:pt x="106" y="15"/>
                  </a:lnTo>
                  <a:lnTo>
                    <a:pt x="107" y="14"/>
                  </a:lnTo>
                  <a:lnTo>
                    <a:pt x="107" y="13"/>
                  </a:lnTo>
                  <a:lnTo>
                    <a:pt x="108" y="12"/>
                  </a:lnTo>
                  <a:lnTo>
                    <a:pt x="108" y="13"/>
                  </a:lnTo>
                  <a:lnTo>
                    <a:pt x="109" y="13"/>
                  </a:lnTo>
                  <a:lnTo>
                    <a:pt x="109" y="14"/>
                  </a:lnTo>
                  <a:lnTo>
                    <a:pt x="110" y="15"/>
                  </a:lnTo>
                  <a:lnTo>
                    <a:pt x="110" y="16"/>
                  </a:lnTo>
                  <a:lnTo>
                    <a:pt x="110" y="17"/>
                  </a:lnTo>
                  <a:lnTo>
                    <a:pt x="111" y="17"/>
                  </a:lnTo>
                  <a:lnTo>
                    <a:pt x="111" y="16"/>
                  </a:lnTo>
                  <a:lnTo>
                    <a:pt x="112" y="15"/>
                  </a:lnTo>
                  <a:lnTo>
                    <a:pt x="112" y="14"/>
                  </a:lnTo>
                  <a:lnTo>
                    <a:pt x="112" y="13"/>
                  </a:lnTo>
                  <a:lnTo>
                    <a:pt x="113" y="13"/>
                  </a:lnTo>
                  <a:lnTo>
                    <a:pt x="113" y="12"/>
                  </a:lnTo>
                  <a:lnTo>
                    <a:pt x="114" y="13"/>
                  </a:lnTo>
                  <a:lnTo>
                    <a:pt x="115" y="14"/>
                  </a:lnTo>
                  <a:lnTo>
                    <a:pt x="115" y="15"/>
                  </a:lnTo>
                  <a:lnTo>
                    <a:pt x="115" y="16"/>
                  </a:lnTo>
                  <a:lnTo>
                    <a:pt x="116" y="17"/>
                  </a:lnTo>
                  <a:lnTo>
                    <a:pt x="117" y="16"/>
                  </a:lnTo>
                  <a:lnTo>
                    <a:pt x="117" y="15"/>
                  </a:lnTo>
                  <a:lnTo>
                    <a:pt x="118" y="14"/>
                  </a:lnTo>
                  <a:lnTo>
                    <a:pt x="118" y="13"/>
                  </a:lnTo>
                  <a:lnTo>
                    <a:pt x="118" y="12"/>
                  </a:lnTo>
                  <a:lnTo>
                    <a:pt x="119" y="12"/>
                  </a:lnTo>
                  <a:lnTo>
                    <a:pt x="120" y="13"/>
                  </a:lnTo>
                  <a:lnTo>
                    <a:pt x="120" y="14"/>
                  </a:lnTo>
                  <a:lnTo>
                    <a:pt x="120" y="15"/>
                  </a:lnTo>
                  <a:lnTo>
                    <a:pt x="121" y="16"/>
                  </a:lnTo>
                  <a:lnTo>
                    <a:pt x="121" y="17"/>
                  </a:lnTo>
                  <a:lnTo>
                    <a:pt x="122" y="17"/>
                  </a:lnTo>
                  <a:lnTo>
                    <a:pt x="122" y="16"/>
                  </a:lnTo>
                  <a:lnTo>
                    <a:pt x="123" y="15"/>
                  </a:lnTo>
                  <a:lnTo>
                    <a:pt x="123" y="14"/>
                  </a:lnTo>
                  <a:lnTo>
                    <a:pt x="123" y="13"/>
                  </a:lnTo>
                  <a:lnTo>
                    <a:pt x="124" y="12"/>
                  </a:lnTo>
                  <a:lnTo>
                    <a:pt x="125" y="12"/>
                  </a:lnTo>
                  <a:lnTo>
                    <a:pt x="125" y="13"/>
                  </a:lnTo>
                  <a:lnTo>
                    <a:pt x="126" y="14"/>
                  </a:lnTo>
                  <a:lnTo>
                    <a:pt x="126" y="15"/>
                  </a:lnTo>
                  <a:lnTo>
                    <a:pt x="126" y="17"/>
                  </a:lnTo>
                  <a:lnTo>
                    <a:pt x="127" y="17"/>
                  </a:lnTo>
                  <a:lnTo>
                    <a:pt x="128" y="17"/>
                  </a:lnTo>
                  <a:lnTo>
                    <a:pt x="128" y="16"/>
                  </a:lnTo>
                  <a:lnTo>
                    <a:pt x="128" y="14"/>
                  </a:lnTo>
                  <a:lnTo>
                    <a:pt x="129" y="13"/>
                  </a:lnTo>
                  <a:lnTo>
                    <a:pt x="129" y="12"/>
                  </a:lnTo>
                  <a:lnTo>
                    <a:pt x="130" y="11"/>
                  </a:lnTo>
                  <a:lnTo>
                    <a:pt x="131" y="12"/>
                  </a:lnTo>
                  <a:lnTo>
                    <a:pt x="131" y="14"/>
                  </a:lnTo>
                  <a:lnTo>
                    <a:pt x="131" y="16"/>
                  </a:lnTo>
                  <a:lnTo>
                    <a:pt x="132" y="17"/>
                  </a:lnTo>
                  <a:lnTo>
                    <a:pt x="132" y="18"/>
                  </a:lnTo>
                  <a:lnTo>
                    <a:pt x="133" y="19"/>
                  </a:lnTo>
                  <a:lnTo>
                    <a:pt x="133" y="18"/>
                  </a:lnTo>
                  <a:lnTo>
                    <a:pt x="133" y="16"/>
                  </a:lnTo>
                  <a:lnTo>
                    <a:pt x="134" y="14"/>
                  </a:lnTo>
                  <a:lnTo>
                    <a:pt x="134" y="12"/>
                  </a:lnTo>
                  <a:lnTo>
                    <a:pt x="135" y="10"/>
                  </a:lnTo>
                  <a:lnTo>
                    <a:pt x="135" y="9"/>
                  </a:lnTo>
                  <a:lnTo>
                    <a:pt x="136" y="9"/>
                  </a:lnTo>
                  <a:lnTo>
                    <a:pt x="136" y="11"/>
                  </a:lnTo>
                  <a:lnTo>
                    <a:pt x="136" y="14"/>
                  </a:lnTo>
                  <a:lnTo>
                    <a:pt x="137" y="17"/>
                  </a:lnTo>
                  <a:lnTo>
                    <a:pt x="137" y="20"/>
                  </a:lnTo>
                  <a:lnTo>
                    <a:pt x="138" y="22"/>
                  </a:lnTo>
                  <a:lnTo>
                    <a:pt x="139" y="21"/>
                  </a:lnTo>
                  <a:lnTo>
                    <a:pt x="139" y="18"/>
                  </a:lnTo>
                  <a:lnTo>
                    <a:pt x="139" y="13"/>
                  </a:lnTo>
                  <a:lnTo>
                    <a:pt x="140" y="8"/>
                  </a:lnTo>
                  <a:lnTo>
                    <a:pt x="140" y="3"/>
                  </a:lnTo>
                  <a:lnTo>
                    <a:pt x="141" y="0"/>
                  </a:lnTo>
                  <a:lnTo>
                    <a:pt x="141" y="1"/>
                  </a:lnTo>
                  <a:lnTo>
                    <a:pt x="141" y="6"/>
                  </a:lnTo>
                  <a:lnTo>
                    <a:pt x="142" y="16"/>
                  </a:lnTo>
                  <a:lnTo>
                    <a:pt x="142" y="30"/>
                  </a:lnTo>
                  <a:lnTo>
                    <a:pt x="143" y="50"/>
                  </a:lnTo>
                  <a:lnTo>
                    <a:pt x="143" y="72"/>
                  </a:lnTo>
                  <a:lnTo>
                    <a:pt x="144" y="96"/>
                  </a:lnTo>
                  <a:lnTo>
                    <a:pt x="144" y="121"/>
                  </a:lnTo>
                  <a:lnTo>
                    <a:pt x="144" y="143"/>
                  </a:lnTo>
                  <a:lnTo>
                    <a:pt x="145" y="161"/>
                  </a:lnTo>
                  <a:lnTo>
                    <a:pt x="145" y="175"/>
                  </a:lnTo>
                  <a:lnTo>
                    <a:pt x="146" y="184"/>
                  </a:lnTo>
                  <a:lnTo>
                    <a:pt x="146" y="188"/>
                  </a:lnTo>
                  <a:lnTo>
                    <a:pt x="147" y="188"/>
                  </a:lnTo>
                  <a:lnTo>
                    <a:pt x="147" y="185"/>
                  </a:lnTo>
                  <a:lnTo>
                    <a:pt x="147" y="180"/>
                  </a:lnTo>
                  <a:lnTo>
                    <a:pt x="148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49" y="167"/>
                  </a:lnTo>
                  <a:lnTo>
                    <a:pt x="150" y="170"/>
                  </a:lnTo>
                  <a:lnTo>
                    <a:pt x="150" y="173"/>
                  </a:lnTo>
                  <a:lnTo>
                    <a:pt x="151" y="176"/>
                  </a:lnTo>
                  <a:lnTo>
                    <a:pt x="151" y="178"/>
                  </a:lnTo>
                  <a:lnTo>
                    <a:pt x="152" y="180"/>
                  </a:lnTo>
                  <a:lnTo>
                    <a:pt x="152" y="179"/>
                  </a:lnTo>
                  <a:lnTo>
                    <a:pt x="153" y="177"/>
                  </a:lnTo>
                  <a:lnTo>
                    <a:pt x="153" y="174"/>
                  </a:lnTo>
                  <a:lnTo>
                    <a:pt x="154" y="172"/>
                  </a:lnTo>
                  <a:lnTo>
                    <a:pt x="154" y="171"/>
                  </a:lnTo>
                  <a:lnTo>
                    <a:pt x="154" y="170"/>
                  </a:lnTo>
                  <a:lnTo>
                    <a:pt x="155" y="171"/>
                  </a:lnTo>
                  <a:lnTo>
                    <a:pt x="155" y="172"/>
                  </a:lnTo>
                  <a:lnTo>
                    <a:pt x="156" y="174"/>
                  </a:lnTo>
                  <a:lnTo>
                    <a:pt x="156" y="175"/>
                  </a:lnTo>
                  <a:lnTo>
                    <a:pt x="157" y="177"/>
                  </a:lnTo>
                  <a:lnTo>
                    <a:pt x="157" y="178"/>
                  </a:lnTo>
                  <a:lnTo>
                    <a:pt x="158" y="177"/>
                  </a:lnTo>
                  <a:lnTo>
                    <a:pt x="158" y="176"/>
                  </a:lnTo>
                  <a:lnTo>
                    <a:pt x="159" y="175"/>
                  </a:lnTo>
                  <a:lnTo>
                    <a:pt x="159" y="173"/>
                  </a:lnTo>
                  <a:lnTo>
                    <a:pt x="160" y="172"/>
                  </a:lnTo>
                  <a:lnTo>
                    <a:pt x="161" y="173"/>
                  </a:lnTo>
                  <a:lnTo>
                    <a:pt x="161" y="174"/>
                  </a:lnTo>
                  <a:lnTo>
                    <a:pt x="162" y="175"/>
                  </a:lnTo>
                  <a:lnTo>
                    <a:pt x="162" y="176"/>
                  </a:lnTo>
                  <a:lnTo>
                    <a:pt x="162" y="177"/>
                  </a:lnTo>
                  <a:lnTo>
                    <a:pt x="163" y="177"/>
                  </a:lnTo>
                  <a:lnTo>
                    <a:pt x="164" y="176"/>
                  </a:lnTo>
                  <a:lnTo>
                    <a:pt x="164" y="175"/>
                  </a:lnTo>
                  <a:lnTo>
                    <a:pt x="165" y="173"/>
                  </a:lnTo>
                  <a:lnTo>
                    <a:pt x="165" y="172"/>
                  </a:lnTo>
                  <a:lnTo>
                    <a:pt x="166" y="172"/>
                  </a:lnTo>
                  <a:lnTo>
                    <a:pt x="166" y="173"/>
                  </a:lnTo>
                  <a:lnTo>
                    <a:pt x="167" y="174"/>
                  </a:lnTo>
                  <a:lnTo>
                    <a:pt x="167" y="175"/>
                  </a:lnTo>
                  <a:lnTo>
                    <a:pt x="168" y="176"/>
                  </a:lnTo>
                  <a:lnTo>
                    <a:pt x="168" y="177"/>
                  </a:lnTo>
                  <a:lnTo>
                    <a:pt x="169" y="176"/>
                  </a:lnTo>
                  <a:lnTo>
                    <a:pt x="170" y="175"/>
                  </a:lnTo>
                  <a:lnTo>
                    <a:pt x="170" y="174"/>
                  </a:lnTo>
                  <a:lnTo>
                    <a:pt x="170" y="173"/>
                  </a:lnTo>
                  <a:lnTo>
                    <a:pt x="171" y="172"/>
                  </a:lnTo>
                  <a:lnTo>
                    <a:pt x="172" y="173"/>
                  </a:lnTo>
                  <a:lnTo>
                    <a:pt x="172" y="174"/>
                  </a:lnTo>
                  <a:lnTo>
                    <a:pt x="173" y="175"/>
                  </a:lnTo>
                  <a:lnTo>
                    <a:pt x="173" y="176"/>
                  </a:lnTo>
                  <a:lnTo>
                    <a:pt x="174" y="177"/>
                  </a:lnTo>
                  <a:lnTo>
                    <a:pt x="174" y="176"/>
                  </a:lnTo>
                  <a:lnTo>
                    <a:pt x="175" y="176"/>
                  </a:lnTo>
                  <a:lnTo>
                    <a:pt x="175" y="175"/>
                  </a:lnTo>
                  <a:lnTo>
                    <a:pt x="175" y="174"/>
                  </a:lnTo>
                  <a:lnTo>
                    <a:pt x="176" y="173"/>
                  </a:lnTo>
                  <a:lnTo>
                    <a:pt x="176" y="172"/>
                  </a:lnTo>
                  <a:lnTo>
                    <a:pt x="177" y="172"/>
                  </a:lnTo>
                  <a:lnTo>
                    <a:pt x="177" y="173"/>
                  </a:lnTo>
                  <a:lnTo>
                    <a:pt x="178" y="174"/>
                  </a:lnTo>
                  <a:lnTo>
                    <a:pt x="178" y="175"/>
                  </a:lnTo>
                  <a:lnTo>
                    <a:pt x="178" y="176"/>
                  </a:lnTo>
                  <a:lnTo>
                    <a:pt x="179" y="176"/>
                  </a:lnTo>
                  <a:lnTo>
                    <a:pt x="179" y="177"/>
                  </a:lnTo>
                  <a:lnTo>
                    <a:pt x="180" y="176"/>
                  </a:lnTo>
                  <a:lnTo>
                    <a:pt x="181" y="175"/>
                  </a:lnTo>
                  <a:lnTo>
                    <a:pt x="181" y="174"/>
                  </a:lnTo>
                  <a:lnTo>
                    <a:pt x="181" y="173"/>
                  </a:lnTo>
                  <a:lnTo>
                    <a:pt x="182" y="172"/>
                  </a:lnTo>
                  <a:lnTo>
                    <a:pt x="183" y="173"/>
                  </a:lnTo>
                  <a:lnTo>
                    <a:pt x="183" y="174"/>
                  </a:lnTo>
                  <a:lnTo>
                    <a:pt x="183" y="175"/>
                  </a:lnTo>
                  <a:lnTo>
                    <a:pt x="184" y="176"/>
                  </a:lnTo>
                  <a:lnTo>
                    <a:pt x="185" y="177"/>
                  </a:lnTo>
                  <a:lnTo>
                    <a:pt x="186" y="176"/>
                  </a:lnTo>
                  <a:lnTo>
                    <a:pt x="186" y="175"/>
                  </a:lnTo>
                  <a:lnTo>
                    <a:pt x="186" y="174"/>
                  </a:lnTo>
                  <a:lnTo>
                    <a:pt x="187" y="173"/>
                  </a:lnTo>
                  <a:lnTo>
                    <a:pt x="187" y="172"/>
                  </a:lnTo>
                  <a:lnTo>
                    <a:pt x="188" y="172"/>
                  </a:lnTo>
                  <a:lnTo>
                    <a:pt x="188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6"/>
                  </a:lnTo>
                  <a:lnTo>
                    <a:pt x="190" y="177"/>
                  </a:lnTo>
                  <a:lnTo>
                    <a:pt x="191" y="177"/>
                  </a:lnTo>
                  <a:lnTo>
                    <a:pt x="191" y="176"/>
                  </a:lnTo>
                  <a:lnTo>
                    <a:pt x="191" y="175"/>
                  </a:lnTo>
                  <a:lnTo>
                    <a:pt x="192" y="174"/>
                  </a:lnTo>
                  <a:lnTo>
                    <a:pt x="192" y="172"/>
                  </a:lnTo>
                  <a:lnTo>
                    <a:pt x="193" y="172"/>
                  </a:lnTo>
                  <a:lnTo>
                    <a:pt x="194" y="172"/>
                  </a:lnTo>
                  <a:lnTo>
                    <a:pt x="194" y="173"/>
                  </a:lnTo>
                  <a:lnTo>
                    <a:pt x="194" y="175"/>
                  </a:lnTo>
                  <a:lnTo>
                    <a:pt x="195" y="176"/>
                  </a:lnTo>
                  <a:lnTo>
                    <a:pt x="195" y="177"/>
                  </a:lnTo>
                  <a:lnTo>
                    <a:pt x="196" y="178"/>
                  </a:lnTo>
                  <a:lnTo>
                    <a:pt x="196" y="177"/>
                  </a:lnTo>
                  <a:lnTo>
                    <a:pt x="197" y="175"/>
                  </a:lnTo>
                  <a:lnTo>
                    <a:pt x="197" y="173"/>
                  </a:lnTo>
                  <a:lnTo>
                    <a:pt x="198" y="172"/>
                  </a:lnTo>
                  <a:lnTo>
                    <a:pt x="198" y="171"/>
                  </a:lnTo>
                  <a:lnTo>
                    <a:pt x="199" y="170"/>
                  </a:lnTo>
                  <a:lnTo>
                    <a:pt x="199" y="171"/>
                  </a:lnTo>
                  <a:lnTo>
                    <a:pt x="199" y="173"/>
                  </a:lnTo>
                  <a:lnTo>
                    <a:pt x="200" y="175"/>
                  </a:lnTo>
                  <a:lnTo>
                    <a:pt x="200" y="177"/>
                  </a:lnTo>
                  <a:lnTo>
                    <a:pt x="201" y="179"/>
                  </a:lnTo>
                  <a:lnTo>
                    <a:pt x="201" y="180"/>
                  </a:lnTo>
                  <a:lnTo>
                    <a:pt x="202" y="180"/>
                  </a:lnTo>
                  <a:lnTo>
                    <a:pt x="202" y="178"/>
                  </a:lnTo>
                  <a:lnTo>
                    <a:pt x="202" y="176"/>
                  </a:lnTo>
                  <a:lnTo>
                    <a:pt x="203" y="173"/>
                  </a:lnTo>
                  <a:lnTo>
                    <a:pt x="203" y="170"/>
                  </a:lnTo>
                  <a:lnTo>
                    <a:pt x="204" y="167"/>
                  </a:lnTo>
                  <a:lnTo>
                    <a:pt x="204" y="168"/>
                  </a:lnTo>
                  <a:lnTo>
                    <a:pt x="205" y="171"/>
                  </a:lnTo>
                  <a:lnTo>
                    <a:pt x="205" y="175"/>
                  </a:lnTo>
                  <a:lnTo>
                    <a:pt x="206" y="181"/>
                  </a:lnTo>
                  <a:lnTo>
                    <a:pt x="206" y="186"/>
                  </a:lnTo>
                  <a:lnTo>
                    <a:pt x="207" y="188"/>
                  </a:lnTo>
                  <a:lnTo>
                    <a:pt x="207" y="184"/>
                  </a:lnTo>
                  <a:lnTo>
                    <a:pt x="208" y="174"/>
                  </a:lnTo>
                  <a:lnTo>
                    <a:pt x="208" y="160"/>
                  </a:lnTo>
                  <a:lnTo>
                    <a:pt x="209" y="141"/>
                  </a:lnTo>
                  <a:lnTo>
                    <a:pt x="209" y="119"/>
                  </a:lnTo>
                  <a:lnTo>
                    <a:pt x="210" y="95"/>
                  </a:lnTo>
                  <a:lnTo>
                    <a:pt x="210" y="70"/>
                  </a:lnTo>
                  <a:lnTo>
                    <a:pt x="210" y="48"/>
                  </a:lnTo>
                  <a:lnTo>
                    <a:pt x="211" y="29"/>
                  </a:lnTo>
                  <a:lnTo>
                    <a:pt x="211" y="15"/>
                  </a:lnTo>
                  <a:lnTo>
                    <a:pt x="212" y="5"/>
                  </a:lnTo>
                  <a:lnTo>
                    <a:pt x="212" y="1"/>
                  </a:lnTo>
                  <a:lnTo>
                    <a:pt x="213" y="3"/>
                  </a:lnTo>
                  <a:lnTo>
                    <a:pt x="213" y="8"/>
                  </a:lnTo>
                  <a:lnTo>
                    <a:pt x="214" y="14"/>
                  </a:lnTo>
                  <a:lnTo>
                    <a:pt x="214" y="18"/>
                  </a:lnTo>
                  <a:lnTo>
                    <a:pt x="215" y="21"/>
                  </a:lnTo>
                  <a:lnTo>
                    <a:pt x="215" y="22"/>
                  </a:lnTo>
                  <a:lnTo>
                    <a:pt x="216" y="19"/>
                  </a:lnTo>
                  <a:lnTo>
                    <a:pt x="216" y="16"/>
                  </a:lnTo>
                  <a:lnTo>
                    <a:pt x="217" y="13"/>
                  </a:lnTo>
                  <a:lnTo>
                    <a:pt x="217" y="11"/>
                  </a:lnTo>
                  <a:lnTo>
                    <a:pt x="217" y="9"/>
                  </a:lnTo>
                  <a:lnTo>
                    <a:pt x="218" y="9"/>
                  </a:lnTo>
                  <a:lnTo>
                    <a:pt x="218" y="10"/>
                  </a:lnTo>
                  <a:lnTo>
                    <a:pt x="219" y="12"/>
                  </a:lnTo>
                  <a:lnTo>
                    <a:pt x="219" y="14"/>
                  </a:lnTo>
                  <a:lnTo>
                    <a:pt x="220" y="16"/>
                  </a:lnTo>
                  <a:lnTo>
                    <a:pt x="220" y="18"/>
                  </a:lnTo>
                  <a:lnTo>
                    <a:pt x="220" y="19"/>
                  </a:lnTo>
                  <a:lnTo>
                    <a:pt x="221" y="18"/>
                  </a:lnTo>
                  <a:lnTo>
                    <a:pt x="221" y="17"/>
                  </a:lnTo>
                  <a:lnTo>
                    <a:pt x="222" y="16"/>
                  </a:lnTo>
                  <a:lnTo>
                    <a:pt x="222" y="14"/>
                  </a:lnTo>
                  <a:lnTo>
                    <a:pt x="223" y="12"/>
                  </a:lnTo>
                  <a:lnTo>
                    <a:pt x="223" y="11"/>
                  </a:lnTo>
                  <a:lnTo>
                    <a:pt x="224" y="12"/>
                  </a:lnTo>
                  <a:lnTo>
                    <a:pt x="224" y="13"/>
                  </a:lnTo>
                  <a:lnTo>
                    <a:pt x="225" y="14"/>
                  </a:lnTo>
                  <a:lnTo>
                    <a:pt x="225" y="16"/>
                  </a:lnTo>
                  <a:lnTo>
                    <a:pt x="225" y="17"/>
                  </a:lnTo>
                  <a:lnTo>
                    <a:pt x="226" y="17"/>
                  </a:lnTo>
                  <a:lnTo>
                    <a:pt x="227" y="17"/>
                  </a:lnTo>
                  <a:lnTo>
                    <a:pt x="227" y="15"/>
                  </a:lnTo>
                  <a:lnTo>
                    <a:pt x="228" y="14"/>
                  </a:lnTo>
                  <a:lnTo>
                    <a:pt x="228" y="13"/>
                  </a:lnTo>
                  <a:lnTo>
                    <a:pt x="228" y="12"/>
                  </a:lnTo>
                  <a:lnTo>
                    <a:pt x="229" y="12"/>
                  </a:lnTo>
                  <a:lnTo>
                    <a:pt x="230" y="13"/>
                  </a:lnTo>
                  <a:lnTo>
                    <a:pt x="230" y="14"/>
                  </a:lnTo>
                  <a:lnTo>
                    <a:pt x="231" y="16"/>
                  </a:lnTo>
                  <a:lnTo>
                    <a:pt x="231" y="17"/>
                  </a:lnTo>
                  <a:lnTo>
                    <a:pt x="232" y="17"/>
                  </a:lnTo>
                  <a:lnTo>
                    <a:pt x="232" y="16"/>
                  </a:lnTo>
                  <a:lnTo>
                    <a:pt x="233" y="15"/>
                  </a:lnTo>
                  <a:lnTo>
                    <a:pt x="233" y="14"/>
                  </a:lnTo>
                  <a:lnTo>
                    <a:pt x="233" y="13"/>
                  </a:lnTo>
                  <a:lnTo>
                    <a:pt x="234" y="12"/>
                  </a:lnTo>
                  <a:lnTo>
                    <a:pt x="235" y="13"/>
                  </a:lnTo>
                  <a:lnTo>
                    <a:pt x="236" y="14"/>
                  </a:lnTo>
                  <a:lnTo>
                    <a:pt x="236" y="15"/>
                  </a:lnTo>
                  <a:lnTo>
                    <a:pt x="236" y="16"/>
                  </a:lnTo>
                  <a:lnTo>
                    <a:pt x="237" y="17"/>
                  </a:lnTo>
                  <a:lnTo>
                    <a:pt x="238" y="16"/>
                  </a:lnTo>
                  <a:lnTo>
                    <a:pt x="238" y="15"/>
                  </a:lnTo>
                  <a:lnTo>
                    <a:pt x="238" y="14"/>
                  </a:lnTo>
                  <a:lnTo>
                    <a:pt x="239" y="13"/>
                  </a:lnTo>
                  <a:lnTo>
                    <a:pt x="240" y="12"/>
                  </a:lnTo>
                  <a:lnTo>
                    <a:pt x="240" y="13"/>
                  </a:lnTo>
                  <a:lnTo>
                    <a:pt x="241" y="13"/>
                  </a:lnTo>
                  <a:lnTo>
                    <a:pt x="241" y="14"/>
                  </a:lnTo>
                  <a:lnTo>
                    <a:pt x="241" y="15"/>
                  </a:lnTo>
                  <a:lnTo>
                    <a:pt x="242" y="16"/>
                  </a:lnTo>
                  <a:lnTo>
                    <a:pt x="242" y="17"/>
                  </a:lnTo>
                  <a:lnTo>
                    <a:pt x="243" y="17"/>
                  </a:lnTo>
                  <a:lnTo>
                    <a:pt x="243" y="16"/>
                  </a:lnTo>
                  <a:lnTo>
                    <a:pt x="244" y="15"/>
                  </a:lnTo>
                  <a:lnTo>
                    <a:pt x="244" y="14"/>
                  </a:lnTo>
                  <a:lnTo>
                    <a:pt x="244" y="13"/>
                  </a:lnTo>
                  <a:lnTo>
                    <a:pt x="245" y="13"/>
                  </a:lnTo>
                  <a:lnTo>
                    <a:pt x="245" y="12"/>
                  </a:lnTo>
                  <a:lnTo>
                    <a:pt x="246" y="13"/>
                  </a:lnTo>
                  <a:lnTo>
                    <a:pt x="246" y="14"/>
                  </a:lnTo>
                  <a:lnTo>
                    <a:pt x="247" y="15"/>
                  </a:lnTo>
                  <a:lnTo>
                    <a:pt x="247" y="16"/>
                  </a:lnTo>
                  <a:lnTo>
                    <a:pt x="248" y="17"/>
                  </a:lnTo>
                  <a:lnTo>
                    <a:pt x="249" y="16"/>
                  </a:lnTo>
                  <a:lnTo>
                    <a:pt x="249" y="15"/>
                  </a:lnTo>
                  <a:lnTo>
                    <a:pt x="249" y="14"/>
                  </a:lnTo>
                  <a:lnTo>
                    <a:pt x="250" y="13"/>
                  </a:lnTo>
                  <a:lnTo>
                    <a:pt x="251" y="12"/>
                  </a:lnTo>
                  <a:lnTo>
                    <a:pt x="252" y="13"/>
                  </a:lnTo>
                  <a:lnTo>
                    <a:pt x="252" y="14"/>
                  </a:lnTo>
                  <a:lnTo>
                    <a:pt x="252" y="15"/>
                  </a:lnTo>
                  <a:lnTo>
                    <a:pt x="253" y="16"/>
                  </a:lnTo>
                  <a:lnTo>
                    <a:pt x="253" y="17"/>
                  </a:lnTo>
                  <a:lnTo>
                    <a:pt x="254" y="17"/>
                  </a:lnTo>
                  <a:lnTo>
                    <a:pt x="254" y="16"/>
                  </a:lnTo>
                  <a:lnTo>
                    <a:pt x="255" y="14"/>
                  </a:lnTo>
                  <a:lnTo>
                    <a:pt x="255" y="13"/>
                  </a:lnTo>
                  <a:lnTo>
                    <a:pt x="256" y="12"/>
                  </a:lnTo>
                  <a:lnTo>
                    <a:pt x="257" y="12"/>
                  </a:lnTo>
                  <a:lnTo>
                    <a:pt x="257" y="13"/>
                  </a:lnTo>
                  <a:lnTo>
                    <a:pt x="257" y="14"/>
                  </a:lnTo>
                  <a:lnTo>
                    <a:pt x="258" y="15"/>
                  </a:lnTo>
                  <a:lnTo>
                    <a:pt x="258" y="16"/>
                  </a:lnTo>
                  <a:lnTo>
                    <a:pt x="259" y="17"/>
                  </a:lnTo>
                  <a:lnTo>
                    <a:pt x="260" y="16"/>
                  </a:lnTo>
                  <a:lnTo>
                    <a:pt x="260" y="14"/>
                  </a:lnTo>
                  <a:lnTo>
                    <a:pt x="261" y="13"/>
                  </a:lnTo>
                  <a:lnTo>
                    <a:pt x="261" y="12"/>
                  </a:lnTo>
                  <a:lnTo>
                    <a:pt x="262" y="11"/>
                  </a:lnTo>
                  <a:lnTo>
                    <a:pt x="262" y="12"/>
                  </a:lnTo>
                  <a:lnTo>
                    <a:pt x="263" y="14"/>
                  </a:lnTo>
                  <a:lnTo>
                    <a:pt x="263" y="15"/>
                  </a:lnTo>
                  <a:lnTo>
                    <a:pt x="264" y="17"/>
                  </a:lnTo>
                  <a:lnTo>
                    <a:pt x="264" y="18"/>
                  </a:lnTo>
                  <a:lnTo>
                    <a:pt x="265" y="19"/>
                  </a:lnTo>
                  <a:lnTo>
                    <a:pt x="265" y="18"/>
                  </a:lnTo>
                  <a:lnTo>
                    <a:pt x="265" y="17"/>
                  </a:lnTo>
                  <a:lnTo>
                    <a:pt x="266" y="15"/>
                  </a:lnTo>
                  <a:lnTo>
                    <a:pt x="266" y="12"/>
                  </a:lnTo>
                  <a:lnTo>
                    <a:pt x="267" y="10"/>
                  </a:lnTo>
                  <a:lnTo>
                    <a:pt x="267" y="9"/>
                  </a:lnTo>
                  <a:lnTo>
                    <a:pt x="268" y="11"/>
                  </a:lnTo>
                  <a:lnTo>
                    <a:pt x="268" y="13"/>
                  </a:lnTo>
                  <a:lnTo>
                    <a:pt x="269" y="16"/>
                  </a:lnTo>
                  <a:lnTo>
                    <a:pt x="269" y="19"/>
                  </a:lnTo>
                  <a:lnTo>
                    <a:pt x="270" y="22"/>
                  </a:lnTo>
                  <a:lnTo>
                    <a:pt x="270" y="21"/>
                  </a:lnTo>
                  <a:lnTo>
                    <a:pt x="271" y="18"/>
                  </a:lnTo>
                  <a:lnTo>
                    <a:pt x="271" y="14"/>
                  </a:lnTo>
                  <a:lnTo>
                    <a:pt x="272" y="9"/>
                  </a:lnTo>
                  <a:lnTo>
                    <a:pt x="272" y="4"/>
                  </a:lnTo>
                  <a:lnTo>
                    <a:pt x="273" y="1"/>
                  </a:lnTo>
                  <a:lnTo>
                    <a:pt x="273" y="5"/>
                  </a:lnTo>
                  <a:lnTo>
                    <a:pt x="274" y="14"/>
                  </a:lnTo>
                  <a:lnTo>
                    <a:pt x="274" y="28"/>
                  </a:lnTo>
                  <a:lnTo>
                    <a:pt x="275" y="46"/>
                  </a:lnTo>
                  <a:lnTo>
                    <a:pt x="275" y="68"/>
                  </a:lnTo>
                  <a:lnTo>
                    <a:pt x="275" y="93"/>
                  </a:lnTo>
                  <a:lnTo>
                    <a:pt x="276" y="117"/>
                  </a:lnTo>
                  <a:lnTo>
                    <a:pt x="276" y="139"/>
                  </a:lnTo>
                  <a:lnTo>
                    <a:pt x="277" y="159"/>
                  </a:lnTo>
                  <a:lnTo>
                    <a:pt x="277" y="173"/>
                  </a:lnTo>
                  <a:lnTo>
                    <a:pt x="278" y="183"/>
                  </a:lnTo>
                  <a:lnTo>
                    <a:pt x="278" y="188"/>
                  </a:lnTo>
                  <a:lnTo>
                    <a:pt x="278" y="189"/>
                  </a:lnTo>
                  <a:lnTo>
                    <a:pt x="279" y="186"/>
                  </a:lnTo>
                  <a:lnTo>
                    <a:pt x="279" y="181"/>
                  </a:lnTo>
                  <a:lnTo>
                    <a:pt x="280" y="176"/>
                  </a:lnTo>
                  <a:lnTo>
                    <a:pt x="280" y="171"/>
                  </a:lnTo>
                  <a:lnTo>
                    <a:pt x="280" y="168"/>
                  </a:lnTo>
                  <a:lnTo>
                    <a:pt x="281" y="167"/>
                  </a:lnTo>
                  <a:lnTo>
                    <a:pt x="282" y="169"/>
                  </a:lnTo>
                  <a:lnTo>
                    <a:pt x="282" y="172"/>
                  </a:lnTo>
                  <a:lnTo>
                    <a:pt x="283" y="175"/>
                  </a:lnTo>
                  <a:lnTo>
                    <a:pt x="283" y="178"/>
                  </a:lnTo>
                  <a:lnTo>
                    <a:pt x="283" y="180"/>
                  </a:lnTo>
                  <a:lnTo>
                    <a:pt x="284" y="180"/>
                  </a:lnTo>
                  <a:lnTo>
                    <a:pt x="284" y="179"/>
                  </a:lnTo>
                  <a:lnTo>
                    <a:pt x="285" y="177"/>
                  </a:lnTo>
                  <a:lnTo>
                    <a:pt x="285" y="175"/>
                  </a:lnTo>
                  <a:lnTo>
                    <a:pt x="286" y="173"/>
                  </a:lnTo>
                  <a:lnTo>
                    <a:pt x="286" y="171"/>
                  </a:lnTo>
                  <a:lnTo>
                    <a:pt x="286" y="170"/>
                  </a:lnTo>
                  <a:lnTo>
                    <a:pt x="287" y="171"/>
                  </a:lnTo>
                  <a:lnTo>
                    <a:pt x="287" y="172"/>
                  </a:lnTo>
                  <a:lnTo>
                    <a:pt x="288" y="173"/>
                  </a:lnTo>
                  <a:lnTo>
                    <a:pt x="288" y="175"/>
                  </a:lnTo>
                  <a:lnTo>
                    <a:pt x="288" y="177"/>
                  </a:lnTo>
                  <a:lnTo>
                    <a:pt x="289" y="178"/>
                  </a:lnTo>
                  <a:lnTo>
                    <a:pt x="290" y="177"/>
                  </a:lnTo>
                  <a:lnTo>
                    <a:pt x="290" y="176"/>
                  </a:lnTo>
                  <a:lnTo>
                    <a:pt x="291" y="175"/>
                  </a:lnTo>
                  <a:lnTo>
                    <a:pt x="291" y="173"/>
                  </a:lnTo>
                  <a:lnTo>
                    <a:pt x="291" y="172"/>
                  </a:lnTo>
                  <a:lnTo>
                    <a:pt x="292" y="172"/>
                  </a:lnTo>
                  <a:lnTo>
                    <a:pt x="293" y="172"/>
                  </a:lnTo>
                  <a:lnTo>
                    <a:pt x="293" y="174"/>
                  </a:lnTo>
                  <a:lnTo>
                    <a:pt x="294" y="175"/>
                  </a:lnTo>
                  <a:lnTo>
                    <a:pt x="294" y="176"/>
                  </a:lnTo>
                  <a:lnTo>
                    <a:pt x="294" y="177"/>
                  </a:lnTo>
                  <a:lnTo>
                    <a:pt x="295" y="177"/>
                  </a:lnTo>
                  <a:lnTo>
                    <a:pt x="296" y="176"/>
                  </a:lnTo>
                  <a:lnTo>
                    <a:pt x="296" y="175"/>
                  </a:lnTo>
                  <a:lnTo>
                    <a:pt x="296" y="174"/>
                  </a:lnTo>
                  <a:lnTo>
                    <a:pt x="297" y="173"/>
                  </a:lnTo>
                  <a:lnTo>
                    <a:pt x="297" y="172"/>
                  </a:lnTo>
                  <a:lnTo>
                    <a:pt x="298" y="172"/>
                  </a:lnTo>
                  <a:lnTo>
                    <a:pt x="298" y="173"/>
                  </a:lnTo>
                  <a:lnTo>
                    <a:pt x="299" y="174"/>
                  </a:lnTo>
                  <a:lnTo>
                    <a:pt x="299" y="175"/>
                  </a:lnTo>
                  <a:lnTo>
                    <a:pt x="299" y="176"/>
                  </a:lnTo>
                  <a:lnTo>
                    <a:pt x="300" y="177"/>
                  </a:lnTo>
                  <a:lnTo>
                    <a:pt x="301" y="177"/>
                  </a:lnTo>
                  <a:lnTo>
                    <a:pt x="301" y="176"/>
                  </a:lnTo>
                  <a:lnTo>
                    <a:pt x="301" y="175"/>
                  </a:lnTo>
                  <a:lnTo>
                    <a:pt x="302" y="174"/>
                  </a:lnTo>
                  <a:lnTo>
                    <a:pt x="302" y="173"/>
                  </a:lnTo>
                  <a:lnTo>
                    <a:pt x="303" y="172"/>
                  </a:lnTo>
                  <a:lnTo>
                    <a:pt x="304" y="173"/>
                  </a:lnTo>
                  <a:lnTo>
                    <a:pt x="304" y="174"/>
                  </a:lnTo>
                  <a:lnTo>
                    <a:pt x="304" y="175"/>
                  </a:lnTo>
                  <a:lnTo>
                    <a:pt x="305" y="176"/>
                  </a:lnTo>
                  <a:lnTo>
                    <a:pt x="306" y="177"/>
                  </a:lnTo>
                  <a:lnTo>
                    <a:pt x="306" y="176"/>
                  </a:lnTo>
                  <a:lnTo>
                    <a:pt x="307" y="176"/>
                  </a:lnTo>
                  <a:lnTo>
                    <a:pt x="307" y="175"/>
                  </a:lnTo>
                  <a:lnTo>
                    <a:pt x="307" y="174"/>
                  </a:lnTo>
                  <a:lnTo>
                    <a:pt x="308" y="173"/>
                  </a:lnTo>
                  <a:lnTo>
                    <a:pt x="308" y="172"/>
                  </a:lnTo>
                  <a:lnTo>
                    <a:pt x="309" y="172"/>
                  </a:lnTo>
                  <a:lnTo>
                    <a:pt x="309" y="173"/>
                  </a:lnTo>
                  <a:lnTo>
                    <a:pt x="309" y="174"/>
                  </a:lnTo>
                  <a:lnTo>
                    <a:pt x="310" y="175"/>
                  </a:lnTo>
                  <a:lnTo>
                    <a:pt x="310" y="176"/>
                  </a:lnTo>
                  <a:lnTo>
                    <a:pt x="311" y="176"/>
                  </a:lnTo>
                  <a:lnTo>
                    <a:pt x="311" y="177"/>
                  </a:lnTo>
                  <a:lnTo>
                    <a:pt x="312" y="176"/>
                  </a:lnTo>
                  <a:lnTo>
                    <a:pt x="312" y="175"/>
                  </a:lnTo>
                  <a:lnTo>
                    <a:pt x="313" y="174"/>
                  </a:lnTo>
                  <a:lnTo>
                    <a:pt x="313" y="173"/>
                  </a:lnTo>
                  <a:lnTo>
                    <a:pt x="314" y="172"/>
                  </a:lnTo>
                  <a:lnTo>
                    <a:pt x="315" y="173"/>
                  </a:lnTo>
                  <a:lnTo>
                    <a:pt x="315" y="174"/>
                  </a:lnTo>
                  <a:lnTo>
                    <a:pt x="315" y="175"/>
                  </a:lnTo>
                  <a:lnTo>
                    <a:pt x="316" y="176"/>
                  </a:lnTo>
                  <a:lnTo>
                    <a:pt x="317" y="177"/>
                  </a:lnTo>
                  <a:lnTo>
                    <a:pt x="317" y="176"/>
                  </a:lnTo>
                  <a:lnTo>
                    <a:pt x="318" y="175"/>
                  </a:lnTo>
                  <a:lnTo>
                    <a:pt x="318" y="174"/>
                  </a:lnTo>
                  <a:lnTo>
                    <a:pt x="319" y="173"/>
                  </a:lnTo>
                  <a:lnTo>
                    <a:pt x="319" y="172"/>
                  </a:lnTo>
                  <a:lnTo>
                    <a:pt x="320" y="172"/>
                  </a:lnTo>
                  <a:lnTo>
                    <a:pt x="320" y="173"/>
                  </a:lnTo>
                  <a:lnTo>
                    <a:pt x="321" y="174"/>
                  </a:lnTo>
                  <a:lnTo>
                    <a:pt x="321" y="176"/>
                  </a:lnTo>
                  <a:lnTo>
                    <a:pt x="322" y="177"/>
                  </a:lnTo>
                  <a:lnTo>
                    <a:pt x="323" y="176"/>
                  </a:lnTo>
                  <a:lnTo>
                    <a:pt x="323" y="175"/>
                  </a:lnTo>
                  <a:lnTo>
                    <a:pt x="324" y="174"/>
                  </a:lnTo>
                  <a:lnTo>
                    <a:pt x="324" y="173"/>
                  </a:lnTo>
                  <a:lnTo>
                    <a:pt x="325" y="172"/>
                  </a:lnTo>
                  <a:lnTo>
                    <a:pt x="326" y="173"/>
                  </a:lnTo>
                  <a:lnTo>
                    <a:pt x="326" y="174"/>
                  </a:lnTo>
                  <a:lnTo>
                    <a:pt x="327" y="176"/>
                  </a:lnTo>
                  <a:lnTo>
                    <a:pt x="327" y="177"/>
                  </a:lnTo>
                  <a:lnTo>
                    <a:pt x="328" y="178"/>
                  </a:lnTo>
                  <a:lnTo>
                    <a:pt x="328" y="177"/>
                  </a:lnTo>
                  <a:lnTo>
                    <a:pt x="329" y="176"/>
                  </a:lnTo>
                  <a:lnTo>
                    <a:pt x="329" y="174"/>
                  </a:lnTo>
                  <a:lnTo>
                    <a:pt x="330" y="172"/>
                  </a:lnTo>
                  <a:lnTo>
                    <a:pt x="330" y="171"/>
                  </a:lnTo>
                  <a:lnTo>
                    <a:pt x="330" y="170"/>
                  </a:lnTo>
                  <a:lnTo>
                    <a:pt x="331" y="171"/>
                  </a:lnTo>
                  <a:lnTo>
                    <a:pt x="331" y="172"/>
                  </a:lnTo>
                  <a:lnTo>
                    <a:pt x="332" y="174"/>
                  </a:lnTo>
                  <a:lnTo>
                    <a:pt x="332" y="177"/>
                  </a:lnTo>
                  <a:lnTo>
                    <a:pt x="333" y="179"/>
                  </a:lnTo>
                  <a:lnTo>
                    <a:pt x="333" y="180"/>
                  </a:lnTo>
                  <a:lnTo>
                    <a:pt x="334" y="179"/>
                  </a:lnTo>
                  <a:lnTo>
                    <a:pt x="334" y="176"/>
                  </a:lnTo>
                  <a:lnTo>
                    <a:pt x="335" y="173"/>
                  </a:lnTo>
                  <a:lnTo>
                    <a:pt x="335" y="170"/>
                  </a:lnTo>
                  <a:lnTo>
                    <a:pt x="336" y="168"/>
                  </a:lnTo>
                  <a:lnTo>
                    <a:pt x="336" y="167"/>
                  </a:lnTo>
                  <a:lnTo>
                    <a:pt x="337" y="170"/>
                  </a:lnTo>
                  <a:lnTo>
                    <a:pt x="337" y="175"/>
                  </a:lnTo>
                  <a:lnTo>
                    <a:pt x="338" y="180"/>
                  </a:lnTo>
                  <a:lnTo>
                    <a:pt x="338" y="185"/>
                  </a:lnTo>
                  <a:lnTo>
                    <a:pt x="338" y="188"/>
                  </a:lnTo>
                  <a:lnTo>
                    <a:pt x="339" y="189"/>
                  </a:lnTo>
                  <a:lnTo>
                    <a:pt x="339" y="185"/>
                  </a:lnTo>
                  <a:lnTo>
                    <a:pt x="340" y="176"/>
                  </a:lnTo>
                  <a:lnTo>
                    <a:pt x="340" y="163"/>
                  </a:lnTo>
                  <a:lnTo>
                    <a:pt x="341" y="144"/>
                  </a:lnTo>
                  <a:lnTo>
                    <a:pt x="341" y="122"/>
                  </a:lnTo>
                  <a:lnTo>
                    <a:pt x="341" y="98"/>
                  </a:lnTo>
                  <a:lnTo>
                    <a:pt x="342" y="74"/>
                  </a:lnTo>
                  <a:lnTo>
                    <a:pt x="342" y="51"/>
                  </a:lnTo>
                  <a:lnTo>
                    <a:pt x="343" y="32"/>
                  </a:lnTo>
                  <a:lnTo>
                    <a:pt x="343" y="17"/>
                  </a:lnTo>
                  <a:lnTo>
                    <a:pt x="343" y="6"/>
                  </a:lnTo>
                  <a:lnTo>
                    <a:pt x="344" y="1"/>
                  </a:lnTo>
                  <a:lnTo>
                    <a:pt x="344" y="0"/>
                  </a:lnTo>
                  <a:lnTo>
                    <a:pt x="345" y="3"/>
                  </a:lnTo>
                  <a:lnTo>
                    <a:pt x="345" y="7"/>
                  </a:lnTo>
                  <a:lnTo>
                    <a:pt x="346" y="13"/>
                  </a:lnTo>
                  <a:lnTo>
                    <a:pt x="346" y="17"/>
                  </a:lnTo>
                  <a:lnTo>
                    <a:pt x="346" y="21"/>
                  </a:lnTo>
                  <a:lnTo>
                    <a:pt x="347" y="22"/>
                  </a:lnTo>
                  <a:lnTo>
                    <a:pt x="348" y="20"/>
                  </a:lnTo>
                  <a:lnTo>
                    <a:pt x="348" y="17"/>
                  </a:lnTo>
                  <a:lnTo>
                    <a:pt x="349" y="14"/>
                  </a:lnTo>
                  <a:lnTo>
                    <a:pt x="349" y="11"/>
                  </a:lnTo>
                  <a:lnTo>
                    <a:pt x="349" y="9"/>
                  </a:lnTo>
                  <a:lnTo>
                    <a:pt x="350" y="9"/>
                  </a:lnTo>
                  <a:lnTo>
                    <a:pt x="350" y="10"/>
                  </a:lnTo>
                  <a:lnTo>
                    <a:pt x="351" y="12"/>
                  </a:lnTo>
                  <a:lnTo>
                    <a:pt x="351" y="14"/>
                  </a:lnTo>
                  <a:lnTo>
                    <a:pt x="351" y="16"/>
                  </a:lnTo>
                  <a:lnTo>
                    <a:pt x="352" y="18"/>
                  </a:lnTo>
                  <a:lnTo>
                    <a:pt x="352" y="19"/>
                  </a:lnTo>
                  <a:lnTo>
                    <a:pt x="353" y="18"/>
                  </a:lnTo>
                  <a:lnTo>
                    <a:pt x="353" y="17"/>
                  </a:lnTo>
                  <a:lnTo>
                    <a:pt x="354" y="16"/>
                  </a:lnTo>
                  <a:lnTo>
                    <a:pt x="354" y="14"/>
                  </a:lnTo>
                  <a:lnTo>
                    <a:pt x="354" y="12"/>
                  </a:lnTo>
                  <a:lnTo>
                    <a:pt x="355" y="11"/>
                  </a:lnTo>
                  <a:lnTo>
                    <a:pt x="356" y="12"/>
                  </a:lnTo>
                  <a:lnTo>
                    <a:pt x="356" y="13"/>
                  </a:lnTo>
                  <a:lnTo>
                    <a:pt x="357" y="14"/>
                  </a:lnTo>
                  <a:lnTo>
                    <a:pt x="357" y="16"/>
                  </a:lnTo>
                  <a:lnTo>
                    <a:pt x="357" y="17"/>
                  </a:lnTo>
                  <a:lnTo>
                    <a:pt x="358" y="17"/>
                  </a:lnTo>
                  <a:lnTo>
                    <a:pt x="359" y="17"/>
                  </a:lnTo>
                  <a:lnTo>
                    <a:pt x="359" y="16"/>
                  </a:lnTo>
                  <a:lnTo>
                    <a:pt x="359" y="14"/>
                  </a:lnTo>
                  <a:lnTo>
                    <a:pt x="360" y="13"/>
                  </a:lnTo>
                  <a:lnTo>
                    <a:pt x="360" y="12"/>
                  </a:lnTo>
                  <a:lnTo>
                    <a:pt x="361" y="12"/>
                  </a:lnTo>
                  <a:lnTo>
                    <a:pt x="362" y="13"/>
                  </a:lnTo>
                  <a:lnTo>
                    <a:pt x="362" y="14"/>
                  </a:lnTo>
                  <a:lnTo>
                    <a:pt x="362" y="15"/>
                  </a:lnTo>
                  <a:lnTo>
                    <a:pt x="363" y="16"/>
                  </a:lnTo>
                  <a:lnTo>
                    <a:pt x="363" y="17"/>
                  </a:lnTo>
                  <a:lnTo>
                    <a:pt x="364" y="17"/>
                  </a:lnTo>
                  <a:lnTo>
                    <a:pt x="364" y="16"/>
                  </a:lnTo>
                  <a:lnTo>
                    <a:pt x="364" y="15"/>
                  </a:lnTo>
                  <a:lnTo>
                    <a:pt x="365" y="14"/>
                  </a:lnTo>
                  <a:lnTo>
                    <a:pt x="365" y="13"/>
                  </a:lnTo>
                  <a:lnTo>
                    <a:pt x="366" y="13"/>
                  </a:lnTo>
                  <a:lnTo>
                    <a:pt x="366" y="12"/>
                  </a:lnTo>
                  <a:lnTo>
                    <a:pt x="367" y="12"/>
                  </a:lnTo>
                  <a:lnTo>
                    <a:pt x="367" y="13"/>
                  </a:lnTo>
                  <a:lnTo>
                    <a:pt x="367" y="14"/>
                  </a:lnTo>
                  <a:lnTo>
                    <a:pt x="368" y="15"/>
                  </a:lnTo>
                  <a:lnTo>
                    <a:pt x="368" y="16"/>
                  </a:lnTo>
                  <a:lnTo>
                    <a:pt x="369" y="17"/>
                  </a:lnTo>
                  <a:lnTo>
                    <a:pt x="370" y="16"/>
                  </a:lnTo>
                  <a:lnTo>
                    <a:pt x="370" y="15"/>
                  </a:lnTo>
                  <a:lnTo>
                    <a:pt x="370" y="14"/>
                  </a:lnTo>
                  <a:lnTo>
                    <a:pt x="371" y="13"/>
                  </a:lnTo>
                  <a:lnTo>
                    <a:pt x="372" y="12"/>
                  </a:lnTo>
                  <a:lnTo>
                    <a:pt x="372" y="13"/>
                  </a:lnTo>
                  <a:lnTo>
                    <a:pt x="373" y="14"/>
                  </a:lnTo>
                  <a:lnTo>
                    <a:pt x="373" y="15"/>
                  </a:lnTo>
                  <a:lnTo>
                    <a:pt x="374" y="16"/>
                  </a:lnTo>
                  <a:lnTo>
                    <a:pt x="374" y="17"/>
                  </a:lnTo>
                  <a:lnTo>
                    <a:pt x="375" y="17"/>
                  </a:lnTo>
                  <a:lnTo>
                    <a:pt x="375" y="16"/>
                  </a:lnTo>
                  <a:lnTo>
                    <a:pt x="375" y="15"/>
                  </a:lnTo>
                  <a:lnTo>
                    <a:pt x="376" y="14"/>
                  </a:lnTo>
                  <a:lnTo>
                    <a:pt x="376" y="13"/>
                  </a:lnTo>
                  <a:lnTo>
                    <a:pt x="377" y="13"/>
                  </a:lnTo>
                  <a:lnTo>
                    <a:pt x="377" y="12"/>
                  </a:lnTo>
                  <a:lnTo>
                    <a:pt x="378" y="13"/>
                  </a:lnTo>
                  <a:lnTo>
                    <a:pt x="378" y="14"/>
                  </a:lnTo>
                  <a:lnTo>
                    <a:pt x="379" y="15"/>
                  </a:lnTo>
                  <a:lnTo>
                    <a:pt x="379" y="16"/>
                  </a:lnTo>
                  <a:lnTo>
                    <a:pt x="380" y="17"/>
                  </a:lnTo>
                  <a:lnTo>
                    <a:pt x="380" y="16"/>
                  </a:lnTo>
                  <a:lnTo>
                    <a:pt x="381" y="16"/>
                  </a:lnTo>
                  <a:lnTo>
                    <a:pt x="381" y="15"/>
                  </a:lnTo>
                  <a:lnTo>
                    <a:pt x="382" y="13"/>
                  </a:lnTo>
                  <a:lnTo>
                    <a:pt x="383" y="12"/>
                  </a:lnTo>
                  <a:lnTo>
                    <a:pt x="383" y="13"/>
                  </a:lnTo>
                  <a:lnTo>
                    <a:pt x="384" y="14"/>
                  </a:lnTo>
                  <a:lnTo>
                    <a:pt x="384" y="15"/>
                  </a:lnTo>
                  <a:lnTo>
                    <a:pt x="385" y="16"/>
                  </a:lnTo>
                  <a:lnTo>
                    <a:pt x="385" y="17"/>
                  </a:lnTo>
                  <a:lnTo>
                    <a:pt x="386" y="17"/>
                  </a:lnTo>
                  <a:lnTo>
                    <a:pt x="386" y="16"/>
                  </a:lnTo>
                  <a:lnTo>
                    <a:pt x="387" y="15"/>
                  </a:lnTo>
                  <a:lnTo>
                    <a:pt x="387" y="13"/>
                  </a:lnTo>
                  <a:lnTo>
                    <a:pt x="388" y="12"/>
                  </a:lnTo>
                  <a:lnTo>
                    <a:pt x="389" y="13"/>
                  </a:lnTo>
                  <a:lnTo>
                    <a:pt x="389" y="14"/>
                  </a:lnTo>
                  <a:lnTo>
                    <a:pt x="390" y="15"/>
                  </a:lnTo>
                  <a:lnTo>
                    <a:pt x="390" y="16"/>
                  </a:lnTo>
                  <a:lnTo>
                    <a:pt x="391" y="17"/>
                  </a:lnTo>
                  <a:lnTo>
                    <a:pt x="392" y="16"/>
                  </a:lnTo>
                  <a:lnTo>
                    <a:pt x="392" y="15"/>
                  </a:lnTo>
                  <a:lnTo>
                    <a:pt x="393" y="13"/>
                  </a:lnTo>
                  <a:lnTo>
                    <a:pt x="393" y="12"/>
                  </a:lnTo>
                  <a:lnTo>
                    <a:pt x="393" y="11"/>
                  </a:lnTo>
                  <a:lnTo>
                    <a:pt x="394" y="11"/>
                  </a:lnTo>
                  <a:lnTo>
                    <a:pt x="394" y="12"/>
                  </a:lnTo>
                  <a:lnTo>
                    <a:pt x="395" y="13"/>
                  </a:lnTo>
                  <a:lnTo>
                    <a:pt x="395" y="15"/>
                  </a:lnTo>
                  <a:lnTo>
                    <a:pt x="396" y="17"/>
                  </a:lnTo>
                  <a:lnTo>
                    <a:pt x="396" y="18"/>
                  </a:lnTo>
                  <a:lnTo>
                    <a:pt x="396" y="19"/>
                  </a:lnTo>
                  <a:lnTo>
                    <a:pt x="397" y="18"/>
                  </a:lnTo>
                  <a:lnTo>
                    <a:pt x="397" y="17"/>
                  </a:lnTo>
                  <a:lnTo>
                    <a:pt x="398" y="15"/>
                  </a:lnTo>
                  <a:lnTo>
                    <a:pt x="398" y="13"/>
                  </a:lnTo>
                  <a:lnTo>
                    <a:pt x="399" y="11"/>
                  </a:lnTo>
                  <a:lnTo>
                    <a:pt x="399" y="9"/>
                  </a:lnTo>
                  <a:lnTo>
                    <a:pt x="400" y="10"/>
                  </a:lnTo>
                  <a:lnTo>
                    <a:pt x="400" y="13"/>
                  </a:lnTo>
                  <a:lnTo>
                    <a:pt x="401" y="16"/>
                  </a:lnTo>
                  <a:lnTo>
                    <a:pt x="401" y="19"/>
                  </a:lnTo>
                  <a:lnTo>
                    <a:pt x="401" y="21"/>
                  </a:lnTo>
                  <a:lnTo>
                    <a:pt x="402" y="22"/>
                  </a:lnTo>
                  <a:lnTo>
                    <a:pt x="403" y="19"/>
                  </a:lnTo>
                  <a:lnTo>
                    <a:pt x="403" y="15"/>
                  </a:lnTo>
                  <a:lnTo>
                    <a:pt x="404" y="10"/>
                  </a:lnTo>
                  <a:lnTo>
                    <a:pt x="404" y="4"/>
                  </a:lnTo>
                  <a:lnTo>
                    <a:pt x="404" y="1"/>
                  </a:lnTo>
                  <a:lnTo>
                    <a:pt x="405" y="0"/>
                  </a:lnTo>
                  <a:lnTo>
                    <a:pt x="405" y="4"/>
                  </a:lnTo>
                  <a:lnTo>
                    <a:pt x="406" y="12"/>
                  </a:lnTo>
                  <a:lnTo>
                    <a:pt x="406" y="25"/>
                  </a:lnTo>
                  <a:lnTo>
                    <a:pt x="406" y="43"/>
                  </a:lnTo>
                  <a:lnTo>
                    <a:pt x="407" y="65"/>
                  </a:lnTo>
                  <a:lnTo>
                    <a:pt x="407" y="89"/>
                  </a:lnTo>
                  <a:lnTo>
                    <a:pt x="408" y="113"/>
                  </a:lnTo>
                  <a:lnTo>
                    <a:pt x="408" y="136"/>
                  </a:lnTo>
                  <a:lnTo>
                    <a:pt x="409" y="156"/>
                  </a:lnTo>
                  <a:lnTo>
                    <a:pt x="409" y="171"/>
                  </a:lnTo>
                  <a:lnTo>
                    <a:pt x="409" y="182"/>
                  </a:lnTo>
                  <a:lnTo>
                    <a:pt x="410" y="188"/>
                  </a:lnTo>
                  <a:lnTo>
                    <a:pt x="410" y="189"/>
                  </a:lnTo>
                  <a:lnTo>
                    <a:pt x="411" y="186"/>
                  </a:lnTo>
                  <a:lnTo>
                    <a:pt x="411" y="182"/>
                  </a:lnTo>
                  <a:lnTo>
                    <a:pt x="412" y="177"/>
                  </a:lnTo>
                  <a:lnTo>
                    <a:pt x="412" y="172"/>
                  </a:lnTo>
                  <a:lnTo>
                    <a:pt x="412" y="168"/>
                  </a:lnTo>
                  <a:lnTo>
                    <a:pt x="413" y="167"/>
                  </a:lnTo>
                  <a:lnTo>
                    <a:pt x="414" y="169"/>
                  </a:lnTo>
                  <a:lnTo>
                    <a:pt x="414" y="172"/>
                  </a:lnTo>
                  <a:lnTo>
                    <a:pt x="414" y="175"/>
                  </a:lnTo>
                  <a:lnTo>
                    <a:pt x="415" y="178"/>
                  </a:lnTo>
                  <a:lnTo>
                    <a:pt x="415" y="179"/>
                  </a:lnTo>
                  <a:lnTo>
                    <a:pt x="416" y="180"/>
                  </a:lnTo>
                  <a:lnTo>
                    <a:pt x="416" y="179"/>
                  </a:lnTo>
                  <a:lnTo>
                    <a:pt x="417" y="177"/>
                  </a:lnTo>
                  <a:lnTo>
                    <a:pt x="417" y="175"/>
                  </a:lnTo>
                  <a:lnTo>
                    <a:pt x="417" y="173"/>
                  </a:lnTo>
                  <a:lnTo>
                    <a:pt x="418" y="171"/>
                  </a:lnTo>
                  <a:lnTo>
                    <a:pt x="418" y="170"/>
                  </a:lnTo>
                  <a:lnTo>
                    <a:pt x="419" y="170"/>
                  </a:lnTo>
                  <a:lnTo>
                    <a:pt x="419" y="171"/>
                  </a:lnTo>
                  <a:lnTo>
                    <a:pt x="420" y="173"/>
                  </a:lnTo>
                </a:path>
              </a:pathLst>
            </a:cu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78888" name="Freeform 60">
              <a:extLst>
                <a:ext uri="{FF2B5EF4-FFF2-40B4-BE49-F238E27FC236}">
                  <a16:creationId xmlns:a16="http://schemas.microsoft.com/office/drawing/2014/main" id="{C9202F95-7CB4-41F6-8E81-8B18E163A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" y="1391"/>
              <a:ext cx="4461" cy="1969"/>
            </a:xfrm>
            <a:custGeom>
              <a:avLst/>
              <a:gdLst>
                <a:gd name="T0" fmla="*/ 53 w 420"/>
                <a:gd name="T1" fmla="*/ 52 h 189"/>
                <a:gd name="T2" fmla="*/ 117 w 420"/>
                <a:gd name="T3" fmla="*/ 917 h 189"/>
                <a:gd name="T4" fmla="*/ 181 w 420"/>
                <a:gd name="T5" fmla="*/ 1865 h 189"/>
                <a:gd name="T6" fmla="*/ 244 w 420"/>
                <a:gd name="T7" fmla="*/ 1865 h 189"/>
                <a:gd name="T8" fmla="*/ 329 w 420"/>
                <a:gd name="T9" fmla="*/ 1761 h 189"/>
                <a:gd name="T10" fmla="*/ 414 w 420"/>
                <a:gd name="T11" fmla="*/ 1865 h 189"/>
                <a:gd name="T12" fmla="*/ 478 w 420"/>
                <a:gd name="T13" fmla="*/ 1750 h 189"/>
                <a:gd name="T14" fmla="*/ 574 w 420"/>
                <a:gd name="T15" fmla="*/ 1886 h 189"/>
                <a:gd name="T16" fmla="*/ 637 w 420"/>
                <a:gd name="T17" fmla="*/ 1740 h 189"/>
                <a:gd name="T18" fmla="*/ 701 w 420"/>
                <a:gd name="T19" fmla="*/ 1886 h 189"/>
                <a:gd name="T20" fmla="*/ 775 w 420"/>
                <a:gd name="T21" fmla="*/ 1771 h 189"/>
                <a:gd name="T22" fmla="*/ 839 w 420"/>
                <a:gd name="T23" fmla="*/ 719 h 189"/>
                <a:gd name="T24" fmla="*/ 903 w 420"/>
                <a:gd name="T25" fmla="*/ 10 h 189"/>
                <a:gd name="T26" fmla="*/ 967 w 420"/>
                <a:gd name="T27" fmla="*/ 198 h 189"/>
                <a:gd name="T28" fmla="*/ 1041 w 420"/>
                <a:gd name="T29" fmla="*/ 156 h 189"/>
                <a:gd name="T30" fmla="*/ 1126 w 420"/>
                <a:gd name="T31" fmla="*/ 135 h 189"/>
                <a:gd name="T32" fmla="*/ 1200 w 420"/>
                <a:gd name="T33" fmla="*/ 188 h 189"/>
                <a:gd name="T34" fmla="*/ 1275 w 420"/>
                <a:gd name="T35" fmla="*/ 94 h 189"/>
                <a:gd name="T36" fmla="*/ 1349 w 420"/>
                <a:gd name="T37" fmla="*/ 240 h 189"/>
                <a:gd name="T38" fmla="*/ 1413 w 420"/>
                <a:gd name="T39" fmla="*/ 31 h 189"/>
                <a:gd name="T40" fmla="*/ 1487 w 420"/>
                <a:gd name="T41" fmla="*/ 365 h 189"/>
                <a:gd name="T42" fmla="*/ 1551 w 420"/>
                <a:gd name="T43" fmla="*/ 1479 h 189"/>
                <a:gd name="T44" fmla="*/ 1625 w 420"/>
                <a:gd name="T45" fmla="*/ 1959 h 189"/>
                <a:gd name="T46" fmla="*/ 1689 w 420"/>
                <a:gd name="T47" fmla="*/ 1740 h 189"/>
                <a:gd name="T48" fmla="*/ 1753 w 420"/>
                <a:gd name="T49" fmla="*/ 1844 h 189"/>
                <a:gd name="T50" fmla="*/ 1838 w 420"/>
                <a:gd name="T51" fmla="*/ 1802 h 189"/>
                <a:gd name="T52" fmla="*/ 1922 w 420"/>
                <a:gd name="T53" fmla="*/ 1834 h 189"/>
                <a:gd name="T54" fmla="*/ 2007 w 420"/>
                <a:gd name="T55" fmla="*/ 1813 h 189"/>
                <a:gd name="T56" fmla="*/ 2082 w 420"/>
                <a:gd name="T57" fmla="*/ 1771 h 189"/>
                <a:gd name="T58" fmla="*/ 2146 w 420"/>
                <a:gd name="T59" fmla="*/ 1959 h 189"/>
                <a:gd name="T60" fmla="*/ 2209 w 420"/>
                <a:gd name="T61" fmla="*/ 1240 h 189"/>
                <a:gd name="T62" fmla="*/ 2273 w 420"/>
                <a:gd name="T63" fmla="*/ 198 h 189"/>
                <a:gd name="T64" fmla="*/ 2347 w 420"/>
                <a:gd name="T65" fmla="*/ 83 h 189"/>
                <a:gd name="T66" fmla="*/ 2422 w 420"/>
                <a:gd name="T67" fmla="*/ 229 h 189"/>
                <a:gd name="T68" fmla="*/ 2485 w 420"/>
                <a:gd name="T69" fmla="*/ 83 h 189"/>
                <a:gd name="T70" fmla="*/ 2570 w 420"/>
                <a:gd name="T71" fmla="*/ 219 h 189"/>
                <a:gd name="T72" fmla="*/ 2655 w 420"/>
                <a:gd name="T73" fmla="*/ 83 h 189"/>
                <a:gd name="T74" fmla="*/ 2730 w 420"/>
                <a:gd name="T75" fmla="*/ 219 h 189"/>
                <a:gd name="T76" fmla="*/ 2804 w 420"/>
                <a:gd name="T77" fmla="*/ 104 h 189"/>
                <a:gd name="T78" fmla="*/ 2868 w 420"/>
                <a:gd name="T79" fmla="*/ 146 h 189"/>
                <a:gd name="T80" fmla="*/ 2932 w 420"/>
                <a:gd name="T81" fmla="*/ 1146 h 189"/>
                <a:gd name="T82" fmla="*/ 2995 w 420"/>
                <a:gd name="T83" fmla="*/ 1938 h 189"/>
                <a:gd name="T84" fmla="*/ 3070 w 420"/>
                <a:gd name="T85" fmla="*/ 1792 h 189"/>
                <a:gd name="T86" fmla="*/ 3144 w 420"/>
                <a:gd name="T87" fmla="*/ 1792 h 189"/>
                <a:gd name="T88" fmla="*/ 3218 w 420"/>
                <a:gd name="T89" fmla="*/ 1854 h 189"/>
                <a:gd name="T90" fmla="*/ 3293 w 420"/>
                <a:gd name="T91" fmla="*/ 1771 h 189"/>
                <a:gd name="T92" fmla="*/ 3378 w 420"/>
                <a:gd name="T93" fmla="*/ 1886 h 189"/>
                <a:gd name="T94" fmla="*/ 3441 w 420"/>
                <a:gd name="T95" fmla="*/ 1740 h 189"/>
                <a:gd name="T96" fmla="*/ 3505 w 420"/>
                <a:gd name="T97" fmla="*/ 1896 h 189"/>
                <a:gd name="T98" fmla="*/ 3579 w 420"/>
                <a:gd name="T99" fmla="*/ 1729 h 189"/>
                <a:gd name="T100" fmla="*/ 3643 w 420"/>
                <a:gd name="T101" fmla="*/ 667 h 189"/>
                <a:gd name="T102" fmla="*/ 3707 w 420"/>
                <a:gd name="T103" fmla="*/ 0 h 189"/>
                <a:gd name="T104" fmla="*/ 3781 w 420"/>
                <a:gd name="T105" fmla="*/ 208 h 189"/>
                <a:gd name="T106" fmla="*/ 3856 w 420"/>
                <a:gd name="T107" fmla="*/ 135 h 189"/>
                <a:gd name="T108" fmla="*/ 3930 w 420"/>
                <a:gd name="T109" fmla="*/ 146 h 189"/>
                <a:gd name="T110" fmla="*/ 4015 w 420"/>
                <a:gd name="T111" fmla="*/ 167 h 189"/>
                <a:gd name="T112" fmla="*/ 4100 w 420"/>
                <a:gd name="T113" fmla="*/ 135 h 189"/>
                <a:gd name="T114" fmla="*/ 4174 w 420"/>
                <a:gd name="T115" fmla="*/ 208 h 189"/>
                <a:gd name="T116" fmla="*/ 4249 w 420"/>
                <a:gd name="T117" fmla="*/ 0 h 189"/>
                <a:gd name="T118" fmla="*/ 4312 w 420"/>
                <a:gd name="T119" fmla="*/ 635 h 189"/>
                <a:gd name="T120" fmla="*/ 4376 w 420"/>
                <a:gd name="T121" fmla="*/ 1709 h 189"/>
                <a:gd name="T122" fmla="*/ 4440 w 420"/>
                <a:gd name="T123" fmla="*/ 1927 h 1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20"/>
                <a:gd name="T187" fmla="*/ 0 h 189"/>
                <a:gd name="T188" fmla="*/ 420 w 420"/>
                <a:gd name="T189" fmla="*/ 189 h 18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20" h="189">
                  <a:moveTo>
                    <a:pt x="0" y="11"/>
                  </a:moveTo>
                  <a:lnTo>
                    <a:pt x="0" y="10"/>
                  </a:lnTo>
                  <a:lnTo>
                    <a:pt x="0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6" y="8"/>
                  </a:lnTo>
                  <a:lnTo>
                    <a:pt x="6" y="12"/>
                  </a:lnTo>
                  <a:lnTo>
                    <a:pt x="7" y="15"/>
                  </a:lnTo>
                  <a:lnTo>
                    <a:pt x="7" y="20"/>
                  </a:lnTo>
                  <a:lnTo>
                    <a:pt x="7" y="25"/>
                  </a:lnTo>
                  <a:lnTo>
                    <a:pt x="8" y="30"/>
                  </a:lnTo>
                  <a:lnTo>
                    <a:pt x="8" y="36"/>
                  </a:lnTo>
                  <a:lnTo>
                    <a:pt x="9" y="43"/>
                  </a:lnTo>
                  <a:lnTo>
                    <a:pt x="9" y="50"/>
                  </a:lnTo>
                  <a:lnTo>
                    <a:pt x="10" y="57"/>
                  </a:lnTo>
                  <a:lnTo>
                    <a:pt x="10" y="64"/>
                  </a:lnTo>
                  <a:lnTo>
                    <a:pt x="10" y="72"/>
                  </a:lnTo>
                  <a:lnTo>
                    <a:pt x="11" y="80"/>
                  </a:lnTo>
                  <a:lnTo>
                    <a:pt x="11" y="88"/>
                  </a:lnTo>
                  <a:lnTo>
                    <a:pt x="12" y="96"/>
                  </a:lnTo>
                  <a:lnTo>
                    <a:pt x="12" y="105"/>
                  </a:lnTo>
                  <a:lnTo>
                    <a:pt x="13" y="113"/>
                  </a:lnTo>
                  <a:lnTo>
                    <a:pt x="13" y="121"/>
                  </a:lnTo>
                  <a:lnTo>
                    <a:pt x="13" y="128"/>
                  </a:lnTo>
                  <a:lnTo>
                    <a:pt x="14" y="136"/>
                  </a:lnTo>
                  <a:lnTo>
                    <a:pt x="14" y="143"/>
                  </a:lnTo>
                  <a:lnTo>
                    <a:pt x="15" y="149"/>
                  </a:lnTo>
                  <a:lnTo>
                    <a:pt x="15" y="156"/>
                  </a:lnTo>
                  <a:lnTo>
                    <a:pt x="15" y="161"/>
                  </a:lnTo>
                  <a:lnTo>
                    <a:pt x="16" y="167"/>
                  </a:lnTo>
                  <a:lnTo>
                    <a:pt x="16" y="171"/>
                  </a:lnTo>
                  <a:lnTo>
                    <a:pt x="17" y="175"/>
                  </a:lnTo>
                  <a:lnTo>
                    <a:pt x="17" y="179"/>
                  </a:lnTo>
                  <a:lnTo>
                    <a:pt x="18" y="182"/>
                  </a:lnTo>
                  <a:lnTo>
                    <a:pt x="18" y="185"/>
                  </a:lnTo>
                  <a:lnTo>
                    <a:pt x="18" y="187"/>
                  </a:lnTo>
                  <a:lnTo>
                    <a:pt x="19" y="188"/>
                  </a:lnTo>
                  <a:lnTo>
                    <a:pt x="19" y="189"/>
                  </a:lnTo>
                  <a:lnTo>
                    <a:pt x="20" y="189"/>
                  </a:lnTo>
                  <a:lnTo>
                    <a:pt x="21" y="189"/>
                  </a:lnTo>
                  <a:lnTo>
                    <a:pt x="21" y="188"/>
                  </a:lnTo>
                  <a:lnTo>
                    <a:pt x="21" y="187"/>
                  </a:lnTo>
                  <a:lnTo>
                    <a:pt x="22" y="185"/>
                  </a:lnTo>
                  <a:lnTo>
                    <a:pt x="22" y="184"/>
                  </a:lnTo>
                  <a:lnTo>
                    <a:pt x="23" y="182"/>
                  </a:lnTo>
                  <a:lnTo>
                    <a:pt x="23" y="180"/>
                  </a:lnTo>
                  <a:lnTo>
                    <a:pt x="23" y="179"/>
                  </a:lnTo>
                  <a:lnTo>
                    <a:pt x="24" y="177"/>
                  </a:lnTo>
                  <a:lnTo>
                    <a:pt x="24" y="175"/>
                  </a:lnTo>
                  <a:lnTo>
                    <a:pt x="25" y="173"/>
                  </a:lnTo>
                  <a:lnTo>
                    <a:pt x="25" y="172"/>
                  </a:lnTo>
                  <a:lnTo>
                    <a:pt x="26" y="170"/>
                  </a:lnTo>
                  <a:lnTo>
                    <a:pt x="26" y="169"/>
                  </a:lnTo>
                  <a:lnTo>
                    <a:pt x="26" y="168"/>
                  </a:lnTo>
                  <a:lnTo>
                    <a:pt x="27" y="167"/>
                  </a:lnTo>
                  <a:lnTo>
                    <a:pt x="27" y="166"/>
                  </a:lnTo>
                  <a:lnTo>
                    <a:pt x="28" y="166"/>
                  </a:lnTo>
                  <a:lnTo>
                    <a:pt x="29" y="166"/>
                  </a:lnTo>
                  <a:lnTo>
                    <a:pt x="29" y="167"/>
                  </a:lnTo>
                  <a:lnTo>
                    <a:pt x="30" y="168"/>
                  </a:lnTo>
                  <a:lnTo>
                    <a:pt x="31" y="169"/>
                  </a:lnTo>
                  <a:lnTo>
                    <a:pt x="31" y="170"/>
                  </a:lnTo>
                  <a:lnTo>
                    <a:pt x="31" y="172"/>
                  </a:lnTo>
                  <a:lnTo>
                    <a:pt x="32" y="173"/>
                  </a:lnTo>
                  <a:lnTo>
                    <a:pt x="32" y="174"/>
                  </a:lnTo>
                  <a:lnTo>
                    <a:pt x="33" y="175"/>
                  </a:lnTo>
                  <a:lnTo>
                    <a:pt x="33" y="176"/>
                  </a:lnTo>
                  <a:lnTo>
                    <a:pt x="34" y="178"/>
                  </a:lnTo>
                  <a:lnTo>
                    <a:pt x="34" y="179"/>
                  </a:lnTo>
                  <a:lnTo>
                    <a:pt x="35" y="180"/>
                  </a:lnTo>
                  <a:lnTo>
                    <a:pt x="35" y="181"/>
                  </a:lnTo>
                  <a:lnTo>
                    <a:pt x="36" y="181"/>
                  </a:lnTo>
                  <a:lnTo>
                    <a:pt x="37" y="181"/>
                  </a:lnTo>
                  <a:lnTo>
                    <a:pt x="38" y="180"/>
                  </a:lnTo>
                  <a:lnTo>
                    <a:pt x="39" y="179"/>
                  </a:lnTo>
                  <a:lnTo>
                    <a:pt x="39" y="178"/>
                  </a:lnTo>
                  <a:lnTo>
                    <a:pt x="39" y="177"/>
                  </a:lnTo>
                  <a:lnTo>
                    <a:pt x="40" y="176"/>
                  </a:lnTo>
                  <a:lnTo>
                    <a:pt x="40" y="175"/>
                  </a:lnTo>
                  <a:lnTo>
                    <a:pt x="41" y="174"/>
                  </a:lnTo>
                  <a:lnTo>
                    <a:pt x="41" y="173"/>
                  </a:lnTo>
                  <a:lnTo>
                    <a:pt x="42" y="172"/>
                  </a:lnTo>
                  <a:lnTo>
                    <a:pt x="42" y="171"/>
                  </a:lnTo>
                  <a:lnTo>
                    <a:pt x="42" y="170"/>
                  </a:lnTo>
                  <a:lnTo>
                    <a:pt x="43" y="170"/>
                  </a:lnTo>
                  <a:lnTo>
                    <a:pt x="43" y="169"/>
                  </a:lnTo>
                  <a:lnTo>
                    <a:pt x="44" y="169"/>
                  </a:lnTo>
                  <a:lnTo>
                    <a:pt x="44" y="168"/>
                  </a:lnTo>
                  <a:lnTo>
                    <a:pt x="45" y="168"/>
                  </a:lnTo>
                  <a:lnTo>
                    <a:pt x="46" y="169"/>
                  </a:lnTo>
                  <a:lnTo>
                    <a:pt x="47" y="170"/>
                  </a:lnTo>
                  <a:lnTo>
                    <a:pt x="47" y="171"/>
                  </a:lnTo>
                  <a:lnTo>
                    <a:pt x="47" y="172"/>
                  </a:lnTo>
                  <a:lnTo>
                    <a:pt x="48" y="173"/>
                  </a:lnTo>
                  <a:lnTo>
                    <a:pt x="49" y="175"/>
                  </a:lnTo>
                  <a:lnTo>
                    <a:pt x="49" y="176"/>
                  </a:lnTo>
                  <a:lnTo>
                    <a:pt x="49" y="177"/>
                  </a:lnTo>
                  <a:lnTo>
                    <a:pt x="50" y="178"/>
                  </a:lnTo>
                  <a:lnTo>
                    <a:pt x="51" y="179"/>
                  </a:lnTo>
                  <a:lnTo>
                    <a:pt x="51" y="180"/>
                  </a:lnTo>
                  <a:lnTo>
                    <a:pt x="52" y="181"/>
                  </a:lnTo>
                  <a:lnTo>
                    <a:pt x="53" y="181"/>
                  </a:lnTo>
                  <a:lnTo>
                    <a:pt x="54" y="181"/>
                  </a:lnTo>
                  <a:lnTo>
                    <a:pt x="54" y="180"/>
                  </a:lnTo>
                  <a:lnTo>
                    <a:pt x="55" y="180"/>
                  </a:lnTo>
                  <a:lnTo>
                    <a:pt x="55" y="179"/>
                  </a:lnTo>
                  <a:lnTo>
                    <a:pt x="55" y="178"/>
                  </a:lnTo>
                  <a:lnTo>
                    <a:pt x="56" y="177"/>
                  </a:lnTo>
                  <a:lnTo>
                    <a:pt x="56" y="176"/>
                  </a:lnTo>
                  <a:lnTo>
                    <a:pt x="57" y="175"/>
                  </a:lnTo>
                  <a:lnTo>
                    <a:pt x="57" y="174"/>
                  </a:lnTo>
                  <a:lnTo>
                    <a:pt x="57" y="172"/>
                  </a:lnTo>
                  <a:lnTo>
                    <a:pt x="58" y="171"/>
                  </a:lnTo>
                  <a:lnTo>
                    <a:pt x="58" y="170"/>
                  </a:lnTo>
                  <a:lnTo>
                    <a:pt x="59" y="169"/>
                  </a:lnTo>
                  <a:lnTo>
                    <a:pt x="59" y="168"/>
                  </a:lnTo>
                  <a:lnTo>
                    <a:pt x="60" y="167"/>
                  </a:lnTo>
                  <a:lnTo>
                    <a:pt x="60" y="166"/>
                  </a:lnTo>
                  <a:lnTo>
                    <a:pt x="61" y="166"/>
                  </a:lnTo>
                  <a:lnTo>
                    <a:pt x="62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8"/>
                  </a:lnTo>
                  <a:lnTo>
                    <a:pt x="63" y="169"/>
                  </a:lnTo>
                  <a:lnTo>
                    <a:pt x="64" y="171"/>
                  </a:lnTo>
                  <a:lnTo>
                    <a:pt x="64" y="172"/>
                  </a:lnTo>
                  <a:lnTo>
                    <a:pt x="65" y="174"/>
                  </a:lnTo>
                  <a:lnTo>
                    <a:pt x="65" y="176"/>
                  </a:lnTo>
                  <a:lnTo>
                    <a:pt x="65" y="177"/>
                  </a:lnTo>
                  <a:lnTo>
                    <a:pt x="66" y="179"/>
                  </a:lnTo>
                  <a:lnTo>
                    <a:pt x="66" y="181"/>
                  </a:lnTo>
                  <a:lnTo>
                    <a:pt x="67" y="183"/>
                  </a:lnTo>
                  <a:lnTo>
                    <a:pt x="67" y="185"/>
                  </a:lnTo>
                  <a:lnTo>
                    <a:pt x="68" y="186"/>
                  </a:lnTo>
                  <a:lnTo>
                    <a:pt x="68" y="187"/>
                  </a:lnTo>
                  <a:lnTo>
                    <a:pt x="68" y="188"/>
                  </a:lnTo>
                  <a:lnTo>
                    <a:pt x="69" y="189"/>
                  </a:lnTo>
                  <a:lnTo>
                    <a:pt x="70" y="189"/>
                  </a:lnTo>
                  <a:lnTo>
                    <a:pt x="70" y="187"/>
                  </a:lnTo>
                  <a:lnTo>
                    <a:pt x="71" y="186"/>
                  </a:lnTo>
                  <a:lnTo>
                    <a:pt x="71" y="184"/>
                  </a:lnTo>
                  <a:lnTo>
                    <a:pt x="72" y="181"/>
                  </a:lnTo>
                  <a:lnTo>
                    <a:pt x="72" y="178"/>
                  </a:lnTo>
                  <a:lnTo>
                    <a:pt x="73" y="174"/>
                  </a:lnTo>
                  <a:lnTo>
                    <a:pt x="73" y="170"/>
                  </a:lnTo>
                  <a:lnTo>
                    <a:pt x="73" y="165"/>
                  </a:lnTo>
                  <a:lnTo>
                    <a:pt x="74" y="159"/>
                  </a:lnTo>
                  <a:lnTo>
                    <a:pt x="74" y="153"/>
                  </a:lnTo>
                  <a:lnTo>
                    <a:pt x="75" y="147"/>
                  </a:lnTo>
                  <a:lnTo>
                    <a:pt x="75" y="140"/>
                  </a:lnTo>
                  <a:lnTo>
                    <a:pt x="76" y="133"/>
                  </a:lnTo>
                  <a:lnTo>
                    <a:pt x="76" y="125"/>
                  </a:lnTo>
                  <a:lnTo>
                    <a:pt x="76" y="117"/>
                  </a:lnTo>
                  <a:lnTo>
                    <a:pt x="77" y="109"/>
                  </a:lnTo>
                  <a:lnTo>
                    <a:pt x="77" y="101"/>
                  </a:lnTo>
                  <a:lnTo>
                    <a:pt x="78" y="93"/>
                  </a:lnTo>
                  <a:lnTo>
                    <a:pt x="78" y="85"/>
                  </a:lnTo>
                  <a:lnTo>
                    <a:pt x="78" y="77"/>
                  </a:lnTo>
                  <a:lnTo>
                    <a:pt x="79" y="69"/>
                  </a:lnTo>
                  <a:lnTo>
                    <a:pt x="79" y="61"/>
                  </a:lnTo>
                  <a:lnTo>
                    <a:pt x="80" y="54"/>
                  </a:lnTo>
                  <a:lnTo>
                    <a:pt x="80" y="47"/>
                  </a:lnTo>
                  <a:lnTo>
                    <a:pt x="81" y="40"/>
                  </a:lnTo>
                  <a:lnTo>
                    <a:pt x="81" y="34"/>
                  </a:lnTo>
                  <a:lnTo>
                    <a:pt x="81" y="28"/>
                  </a:lnTo>
                  <a:lnTo>
                    <a:pt x="82" y="23"/>
                  </a:lnTo>
                  <a:lnTo>
                    <a:pt x="82" y="18"/>
                  </a:lnTo>
                  <a:lnTo>
                    <a:pt x="83" y="14"/>
                  </a:lnTo>
                  <a:lnTo>
                    <a:pt x="83" y="10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3"/>
                  </a:lnTo>
                  <a:lnTo>
                    <a:pt x="85" y="1"/>
                  </a:lnTo>
                  <a:lnTo>
                    <a:pt x="85" y="0"/>
                  </a:lnTo>
                  <a:lnTo>
                    <a:pt x="86" y="0"/>
                  </a:lnTo>
                  <a:lnTo>
                    <a:pt x="87" y="1"/>
                  </a:lnTo>
                  <a:lnTo>
                    <a:pt x="87" y="2"/>
                  </a:lnTo>
                  <a:lnTo>
                    <a:pt x="88" y="3"/>
                  </a:lnTo>
                  <a:lnTo>
                    <a:pt x="88" y="5"/>
                  </a:lnTo>
                  <a:lnTo>
                    <a:pt x="89" y="7"/>
                  </a:lnTo>
                  <a:lnTo>
                    <a:pt x="89" y="8"/>
                  </a:lnTo>
                  <a:lnTo>
                    <a:pt x="89" y="10"/>
                  </a:lnTo>
                  <a:lnTo>
                    <a:pt x="90" y="12"/>
                  </a:lnTo>
                  <a:lnTo>
                    <a:pt x="90" y="14"/>
                  </a:lnTo>
                  <a:lnTo>
                    <a:pt x="91" y="16"/>
                  </a:lnTo>
                  <a:lnTo>
                    <a:pt x="91" y="17"/>
                  </a:lnTo>
                  <a:lnTo>
                    <a:pt x="91" y="19"/>
                  </a:lnTo>
                  <a:lnTo>
                    <a:pt x="92" y="20"/>
                  </a:lnTo>
                  <a:lnTo>
                    <a:pt x="92" y="21"/>
                  </a:lnTo>
                  <a:lnTo>
                    <a:pt x="93" y="22"/>
                  </a:lnTo>
                  <a:lnTo>
                    <a:pt x="93" y="23"/>
                  </a:lnTo>
                  <a:lnTo>
                    <a:pt x="94" y="23"/>
                  </a:lnTo>
                  <a:lnTo>
                    <a:pt x="95" y="23"/>
                  </a:lnTo>
                  <a:lnTo>
                    <a:pt x="95" y="22"/>
                  </a:lnTo>
                  <a:lnTo>
                    <a:pt x="96" y="22"/>
                  </a:lnTo>
                  <a:lnTo>
                    <a:pt x="96" y="21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7" y="17"/>
                  </a:lnTo>
                  <a:lnTo>
                    <a:pt x="98" y="16"/>
                  </a:lnTo>
                  <a:lnTo>
                    <a:pt x="98" y="15"/>
                  </a:lnTo>
                  <a:lnTo>
                    <a:pt x="99" y="14"/>
                  </a:lnTo>
                  <a:lnTo>
                    <a:pt x="99" y="13"/>
                  </a:lnTo>
                  <a:lnTo>
                    <a:pt x="99" y="12"/>
                  </a:lnTo>
                  <a:lnTo>
                    <a:pt x="100" y="11"/>
                  </a:lnTo>
                  <a:lnTo>
                    <a:pt x="100" y="10"/>
                  </a:lnTo>
                  <a:lnTo>
                    <a:pt x="101" y="9"/>
                  </a:lnTo>
                  <a:lnTo>
                    <a:pt x="101" y="8"/>
                  </a:lnTo>
                  <a:lnTo>
                    <a:pt x="102" y="8"/>
                  </a:lnTo>
                  <a:lnTo>
                    <a:pt x="103" y="8"/>
                  </a:lnTo>
                  <a:lnTo>
                    <a:pt x="104" y="9"/>
                  </a:lnTo>
                  <a:lnTo>
                    <a:pt x="105" y="10"/>
                  </a:lnTo>
                  <a:lnTo>
                    <a:pt x="105" y="11"/>
                  </a:lnTo>
                  <a:lnTo>
                    <a:pt x="105" y="12"/>
                  </a:lnTo>
                  <a:lnTo>
                    <a:pt x="106" y="13"/>
                  </a:lnTo>
                  <a:lnTo>
                    <a:pt x="106" y="14"/>
                  </a:lnTo>
                  <a:lnTo>
                    <a:pt x="107" y="15"/>
                  </a:lnTo>
                  <a:lnTo>
                    <a:pt x="107" y="16"/>
                  </a:lnTo>
                  <a:lnTo>
                    <a:pt x="107" y="17"/>
                  </a:lnTo>
                  <a:lnTo>
                    <a:pt x="108" y="18"/>
                  </a:lnTo>
                  <a:lnTo>
                    <a:pt x="108" y="19"/>
                  </a:lnTo>
                  <a:lnTo>
                    <a:pt x="109" y="19"/>
                  </a:lnTo>
                  <a:lnTo>
                    <a:pt x="109" y="20"/>
                  </a:lnTo>
                  <a:lnTo>
                    <a:pt x="110" y="20"/>
                  </a:lnTo>
                  <a:lnTo>
                    <a:pt x="110" y="21"/>
                  </a:lnTo>
                  <a:lnTo>
                    <a:pt x="111" y="21"/>
                  </a:lnTo>
                  <a:lnTo>
                    <a:pt x="112" y="20"/>
                  </a:lnTo>
                  <a:lnTo>
                    <a:pt x="112" y="19"/>
                  </a:lnTo>
                  <a:lnTo>
                    <a:pt x="113" y="18"/>
                  </a:lnTo>
                  <a:lnTo>
                    <a:pt x="114" y="17"/>
                  </a:lnTo>
                  <a:lnTo>
                    <a:pt x="114" y="16"/>
                  </a:lnTo>
                  <a:lnTo>
                    <a:pt x="115" y="15"/>
                  </a:lnTo>
                  <a:lnTo>
                    <a:pt x="115" y="14"/>
                  </a:lnTo>
                  <a:lnTo>
                    <a:pt x="115" y="12"/>
                  </a:lnTo>
                  <a:lnTo>
                    <a:pt x="116" y="12"/>
                  </a:lnTo>
                  <a:lnTo>
                    <a:pt x="116" y="11"/>
                  </a:lnTo>
                  <a:lnTo>
                    <a:pt x="117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8" y="8"/>
                  </a:lnTo>
                  <a:lnTo>
                    <a:pt x="119" y="8"/>
                  </a:lnTo>
                  <a:lnTo>
                    <a:pt x="120" y="8"/>
                  </a:lnTo>
                  <a:lnTo>
                    <a:pt x="120" y="9"/>
                  </a:lnTo>
                  <a:lnTo>
                    <a:pt x="121" y="10"/>
                  </a:lnTo>
                  <a:lnTo>
                    <a:pt x="121" y="11"/>
                  </a:lnTo>
                  <a:lnTo>
                    <a:pt x="122" y="12"/>
                  </a:lnTo>
                  <a:lnTo>
                    <a:pt x="122" y="13"/>
                  </a:lnTo>
                  <a:lnTo>
                    <a:pt x="123" y="14"/>
                  </a:lnTo>
                  <a:lnTo>
                    <a:pt x="123" y="15"/>
                  </a:lnTo>
                  <a:lnTo>
                    <a:pt x="123" y="17"/>
                  </a:lnTo>
                  <a:lnTo>
                    <a:pt x="124" y="18"/>
                  </a:lnTo>
                  <a:lnTo>
                    <a:pt x="124" y="19"/>
                  </a:lnTo>
                  <a:lnTo>
                    <a:pt x="125" y="20"/>
                  </a:lnTo>
                  <a:lnTo>
                    <a:pt x="125" y="21"/>
                  </a:lnTo>
                  <a:lnTo>
                    <a:pt x="126" y="22"/>
                  </a:lnTo>
                  <a:lnTo>
                    <a:pt x="126" y="23"/>
                  </a:lnTo>
                  <a:lnTo>
                    <a:pt x="127" y="23"/>
                  </a:lnTo>
                  <a:lnTo>
                    <a:pt x="128" y="23"/>
                  </a:lnTo>
                  <a:lnTo>
                    <a:pt x="128" y="22"/>
                  </a:lnTo>
                  <a:lnTo>
                    <a:pt x="129" y="21"/>
                  </a:lnTo>
                  <a:lnTo>
                    <a:pt x="129" y="20"/>
                  </a:lnTo>
                  <a:lnTo>
                    <a:pt x="130" y="18"/>
                  </a:lnTo>
                  <a:lnTo>
                    <a:pt x="130" y="17"/>
                  </a:lnTo>
                  <a:lnTo>
                    <a:pt x="131" y="15"/>
                  </a:lnTo>
                  <a:lnTo>
                    <a:pt x="131" y="14"/>
                  </a:lnTo>
                  <a:lnTo>
                    <a:pt x="131" y="12"/>
                  </a:lnTo>
                  <a:lnTo>
                    <a:pt x="132" y="10"/>
                  </a:lnTo>
                  <a:lnTo>
                    <a:pt x="132" y="8"/>
                  </a:lnTo>
                  <a:lnTo>
                    <a:pt x="133" y="6"/>
                  </a:lnTo>
                  <a:lnTo>
                    <a:pt x="133" y="5"/>
                  </a:lnTo>
                  <a:lnTo>
                    <a:pt x="133" y="3"/>
                  </a:lnTo>
                  <a:lnTo>
                    <a:pt x="134" y="2"/>
                  </a:lnTo>
                  <a:lnTo>
                    <a:pt x="134" y="1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6" y="1"/>
                  </a:lnTo>
                  <a:lnTo>
                    <a:pt x="137" y="3"/>
                  </a:lnTo>
                  <a:lnTo>
                    <a:pt x="137" y="5"/>
                  </a:lnTo>
                  <a:lnTo>
                    <a:pt x="138" y="8"/>
                  </a:lnTo>
                  <a:lnTo>
                    <a:pt x="138" y="11"/>
                  </a:lnTo>
                  <a:lnTo>
                    <a:pt x="139" y="15"/>
                  </a:lnTo>
                  <a:lnTo>
                    <a:pt x="139" y="19"/>
                  </a:lnTo>
                  <a:lnTo>
                    <a:pt x="139" y="24"/>
                  </a:lnTo>
                  <a:lnTo>
                    <a:pt x="140" y="29"/>
                  </a:lnTo>
                  <a:lnTo>
                    <a:pt x="140" y="35"/>
                  </a:lnTo>
                  <a:lnTo>
                    <a:pt x="141" y="42"/>
                  </a:lnTo>
                  <a:lnTo>
                    <a:pt x="141" y="49"/>
                  </a:lnTo>
                  <a:lnTo>
                    <a:pt x="141" y="56"/>
                  </a:lnTo>
                  <a:lnTo>
                    <a:pt x="142" y="63"/>
                  </a:lnTo>
                  <a:lnTo>
                    <a:pt x="142" y="71"/>
                  </a:lnTo>
                  <a:lnTo>
                    <a:pt x="143" y="79"/>
                  </a:lnTo>
                  <a:lnTo>
                    <a:pt x="143" y="87"/>
                  </a:lnTo>
                  <a:lnTo>
                    <a:pt x="144" y="95"/>
                  </a:lnTo>
                  <a:lnTo>
                    <a:pt x="144" y="103"/>
                  </a:lnTo>
                  <a:lnTo>
                    <a:pt x="144" y="111"/>
                  </a:lnTo>
                  <a:lnTo>
                    <a:pt x="145" y="119"/>
                  </a:lnTo>
                  <a:lnTo>
                    <a:pt x="145" y="127"/>
                  </a:lnTo>
                  <a:lnTo>
                    <a:pt x="146" y="134"/>
                  </a:lnTo>
                  <a:lnTo>
                    <a:pt x="146" y="142"/>
                  </a:lnTo>
                  <a:lnTo>
                    <a:pt x="147" y="148"/>
                  </a:lnTo>
                  <a:lnTo>
                    <a:pt x="147" y="155"/>
                  </a:lnTo>
                  <a:lnTo>
                    <a:pt x="147" y="160"/>
                  </a:lnTo>
                  <a:lnTo>
                    <a:pt x="148" y="166"/>
                  </a:lnTo>
                  <a:lnTo>
                    <a:pt x="148" y="171"/>
                  </a:lnTo>
                  <a:lnTo>
                    <a:pt x="149" y="175"/>
                  </a:lnTo>
                  <a:lnTo>
                    <a:pt x="149" y="179"/>
                  </a:lnTo>
                  <a:lnTo>
                    <a:pt x="149" y="182"/>
                  </a:lnTo>
                  <a:lnTo>
                    <a:pt x="150" y="184"/>
                  </a:lnTo>
                  <a:lnTo>
                    <a:pt x="150" y="186"/>
                  </a:lnTo>
                  <a:lnTo>
                    <a:pt x="151" y="188"/>
                  </a:lnTo>
                  <a:lnTo>
                    <a:pt x="151" y="189"/>
                  </a:lnTo>
                  <a:lnTo>
                    <a:pt x="152" y="189"/>
                  </a:lnTo>
                  <a:lnTo>
                    <a:pt x="153" y="188"/>
                  </a:lnTo>
                  <a:lnTo>
                    <a:pt x="153" y="187"/>
                  </a:lnTo>
                  <a:lnTo>
                    <a:pt x="154" y="186"/>
                  </a:lnTo>
                  <a:lnTo>
                    <a:pt x="154" y="184"/>
                  </a:lnTo>
                  <a:lnTo>
                    <a:pt x="154" y="182"/>
                  </a:lnTo>
                  <a:lnTo>
                    <a:pt x="155" y="181"/>
                  </a:lnTo>
                  <a:lnTo>
                    <a:pt x="155" y="179"/>
                  </a:lnTo>
                  <a:lnTo>
                    <a:pt x="156" y="177"/>
                  </a:lnTo>
                  <a:lnTo>
                    <a:pt x="156" y="175"/>
                  </a:lnTo>
                  <a:lnTo>
                    <a:pt x="157" y="173"/>
                  </a:lnTo>
                  <a:lnTo>
                    <a:pt x="157" y="172"/>
                  </a:lnTo>
                  <a:lnTo>
                    <a:pt x="157" y="170"/>
                  </a:lnTo>
                  <a:lnTo>
                    <a:pt x="158" y="169"/>
                  </a:lnTo>
                  <a:lnTo>
                    <a:pt x="158" y="168"/>
                  </a:lnTo>
                  <a:lnTo>
                    <a:pt x="159" y="167"/>
                  </a:lnTo>
                  <a:lnTo>
                    <a:pt x="159" y="166"/>
                  </a:lnTo>
                  <a:lnTo>
                    <a:pt x="160" y="166"/>
                  </a:lnTo>
                  <a:lnTo>
                    <a:pt x="161" y="166"/>
                  </a:lnTo>
                  <a:lnTo>
                    <a:pt x="161" y="167"/>
                  </a:lnTo>
                  <a:lnTo>
                    <a:pt x="162" y="167"/>
                  </a:lnTo>
                  <a:lnTo>
                    <a:pt x="162" y="168"/>
                  </a:lnTo>
                  <a:lnTo>
                    <a:pt x="162" y="169"/>
                  </a:lnTo>
                  <a:lnTo>
                    <a:pt x="163" y="170"/>
                  </a:lnTo>
                  <a:lnTo>
                    <a:pt x="163" y="171"/>
                  </a:lnTo>
                  <a:lnTo>
                    <a:pt x="164" y="173"/>
                  </a:lnTo>
                  <a:lnTo>
                    <a:pt x="164" y="174"/>
                  </a:lnTo>
                  <a:lnTo>
                    <a:pt x="165" y="175"/>
                  </a:lnTo>
                  <a:lnTo>
                    <a:pt x="165" y="176"/>
                  </a:lnTo>
                  <a:lnTo>
                    <a:pt x="165" y="177"/>
                  </a:lnTo>
                  <a:lnTo>
                    <a:pt x="166" y="178"/>
                  </a:lnTo>
                  <a:lnTo>
                    <a:pt x="166" y="179"/>
                  </a:lnTo>
                  <a:lnTo>
                    <a:pt x="167" y="180"/>
                  </a:lnTo>
                  <a:lnTo>
                    <a:pt x="167" y="181"/>
                  </a:lnTo>
                  <a:lnTo>
                    <a:pt x="168" y="181"/>
                  </a:lnTo>
                  <a:lnTo>
                    <a:pt x="169" y="181"/>
                  </a:lnTo>
                  <a:lnTo>
                    <a:pt x="170" y="180"/>
                  </a:lnTo>
                  <a:lnTo>
                    <a:pt x="170" y="179"/>
                  </a:lnTo>
                  <a:lnTo>
                    <a:pt x="171" y="178"/>
                  </a:lnTo>
                  <a:lnTo>
                    <a:pt x="171" y="177"/>
                  </a:lnTo>
                  <a:lnTo>
                    <a:pt x="172" y="176"/>
                  </a:lnTo>
                  <a:lnTo>
                    <a:pt x="172" y="175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3" y="172"/>
                  </a:lnTo>
                  <a:lnTo>
                    <a:pt x="174" y="171"/>
                  </a:lnTo>
                  <a:lnTo>
                    <a:pt x="175" y="170"/>
                  </a:lnTo>
                  <a:lnTo>
                    <a:pt x="175" y="169"/>
                  </a:lnTo>
                  <a:lnTo>
                    <a:pt x="176" y="168"/>
                  </a:lnTo>
                  <a:lnTo>
                    <a:pt x="177" y="168"/>
                  </a:lnTo>
                  <a:lnTo>
                    <a:pt x="178" y="169"/>
                  </a:lnTo>
                  <a:lnTo>
                    <a:pt x="178" y="170"/>
                  </a:lnTo>
                  <a:lnTo>
                    <a:pt x="179" y="171"/>
                  </a:lnTo>
                  <a:lnTo>
                    <a:pt x="180" y="172"/>
                  </a:lnTo>
                  <a:lnTo>
                    <a:pt x="180" y="173"/>
                  </a:lnTo>
                  <a:lnTo>
                    <a:pt x="181" y="174"/>
                  </a:lnTo>
                  <a:lnTo>
                    <a:pt x="181" y="175"/>
                  </a:lnTo>
                  <a:lnTo>
                    <a:pt x="181" y="176"/>
                  </a:lnTo>
                  <a:lnTo>
                    <a:pt x="182" y="177"/>
                  </a:lnTo>
                  <a:lnTo>
                    <a:pt x="182" y="178"/>
                  </a:lnTo>
                  <a:lnTo>
                    <a:pt x="183" y="179"/>
                  </a:lnTo>
                  <a:lnTo>
                    <a:pt x="183" y="180"/>
                  </a:lnTo>
                  <a:lnTo>
                    <a:pt x="184" y="181"/>
                  </a:lnTo>
                  <a:lnTo>
                    <a:pt x="185" y="181"/>
                  </a:lnTo>
                  <a:lnTo>
                    <a:pt x="186" y="181"/>
                  </a:lnTo>
                  <a:lnTo>
                    <a:pt x="186" y="180"/>
                  </a:lnTo>
                  <a:lnTo>
                    <a:pt x="187" y="179"/>
                  </a:lnTo>
                  <a:lnTo>
                    <a:pt x="187" y="178"/>
                  </a:lnTo>
                  <a:lnTo>
                    <a:pt x="188" y="177"/>
                  </a:lnTo>
                  <a:lnTo>
                    <a:pt x="188" y="176"/>
                  </a:lnTo>
                  <a:lnTo>
                    <a:pt x="189" y="175"/>
                  </a:lnTo>
                  <a:lnTo>
                    <a:pt x="189" y="174"/>
                  </a:lnTo>
                  <a:lnTo>
                    <a:pt x="189" y="173"/>
                  </a:lnTo>
                  <a:lnTo>
                    <a:pt x="190" y="171"/>
                  </a:lnTo>
                  <a:lnTo>
                    <a:pt x="190" y="170"/>
                  </a:lnTo>
                  <a:lnTo>
                    <a:pt x="191" y="169"/>
                  </a:lnTo>
                  <a:lnTo>
                    <a:pt x="191" y="168"/>
                  </a:lnTo>
                  <a:lnTo>
                    <a:pt x="191" y="167"/>
                  </a:lnTo>
                  <a:lnTo>
                    <a:pt x="192" y="167"/>
                  </a:lnTo>
                  <a:lnTo>
                    <a:pt x="192" y="166"/>
                  </a:lnTo>
                  <a:lnTo>
                    <a:pt x="193" y="166"/>
                  </a:lnTo>
                  <a:lnTo>
                    <a:pt x="194" y="166"/>
                  </a:lnTo>
                  <a:lnTo>
                    <a:pt x="194" y="167"/>
                  </a:lnTo>
                  <a:lnTo>
                    <a:pt x="195" y="168"/>
                  </a:lnTo>
                  <a:lnTo>
                    <a:pt x="195" y="169"/>
                  </a:lnTo>
                  <a:lnTo>
                    <a:pt x="196" y="170"/>
                  </a:lnTo>
                  <a:lnTo>
                    <a:pt x="196" y="172"/>
                  </a:lnTo>
                  <a:lnTo>
                    <a:pt x="196" y="174"/>
                  </a:lnTo>
                  <a:lnTo>
                    <a:pt x="197" y="175"/>
                  </a:lnTo>
                  <a:lnTo>
                    <a:pt x="197" y="177"/>
                  </a:lnTo>
                  <a:lnTo>
                    <a:pt x="198" y="179"/>
                  </a:lnTo>
                  <a:lnTo>
                    <a:pt x="198" y="181"/>
                  </a:lnTo>
                  <a:lnTo>
                    <a:pt x="199" y="183"/>
                  </a:lnTo>
                  <a:lnTo>
                    <a:pt x="199" y="184"/>
                  </a:lnTo>
                  <a:lnTo>
                    <a:pt x="199" y="186"/>
                  </a:lnTo>
                  <a:lnTo>
                    <a:pt x="200" y="187"/>
                  </a:lnTo>
                  <a:lnTo>
                    <a:pt x="200" y="188"/>
                  </a:lnTo>
                  <a:lnTo>
                    <a:pt x="201" y="189"/>
                  </a:lnTo>
                  <a:lnTo>
                    <a:pt x="202" y="189"/>
                  </a:lnTo>
                  <a:lnTo>
                    <a:pt x="202" y="188"/>
                  </a:lnTo>
                  <a:lnTo>
                    <a:pt x="203" y="186"/>
                  </a:lnTo>
                  <a:lnTo>
                    <a:pt x="203" y="184"/>
                  </a:lnTo>
                  <a:lnTo>
                    <a:pt x="204" y="181"/>
                  </a:lnTo>
                  <a:lnTo>
                    <a:pt x="204" y="178"/>
                  </a:lnTo>
                  <a:lnTo>
                    <a:pt x="204" y="175"/>
                  </a:lnTo>
                  <a:lnTo>
                    <a:pt x="205" y="170"/>
                  </a:lnTo>
                  <a:lnTo>
                    <a:pt x="205" y="165"/>
                  </a:lnTo>
                  <a:lnTo>
                    <a:pt x="206" y="160"/>
                  </a:lnTo>
                  <a:lnTo>
                    <a:pt x="206" y="154"/>
                  </a:lnTo>
                  <a:lnTo>
                    <a:pt x="207" y="148"/>
                  </a:lnTo>
                  <a:lnTo>
                    <a:pt x="207" y="141"/>
                  </a:lnTo>
                  <a:lnTo>
                    <a:pt x="207" y="134"/>
                  </a:lnTo>
                  <a:lnTo>
                    <a:pt x="208" y="126"/>
                  </a:lnTo>
                  <a:lnTo>
                    <a:pt x="208" y="119"/>
                  </a:lnTo>
                  <a:lnTo>
                    <a:pt x="209" y="111"/>
                  </a:lnTo>
                  <a:lnTo>
                    <a:pt x="209" y="103"/>
                  </a:lnTo>
                  <a:lnTo>
                    <a:pt x="210" y="95"/>
                  </a:lnTo>
                  <a:lnTo>
                    <a:pt x="210" y="86"/>
                  </a:lnTo>
                  <a:lnTo>
                    <a:pt x="210" y="78"/>
                  </a:lnTo>
                  <a:lnTo>
                    <a:pt x="211" y="70"/>
                  </a:lnTo>
                  <a:lnTo>
                    <a:pt x="211" y="63"/>
                  </a:lnTo>
                  <a:lnTo>
                    <a:pt x="212" y="55"/>
                  </a:lnTo>
                  <a:lnTo>
                    <a:pt x="212" y="48"/>
                  </a:lnTo>
                  <a:lnTo>
                    <a:pt x="212" y="41"/>
                  </a:lnTo>
                  <a:lnTo>
                    <a:pt x="213" y="35"/>
                  </a:lnTo>
                  <a:lnTo>
                    <a:pt x="213" y="29"/>
                  </a:lnTo>
                  <a:lnTo>
                    <a:pt x="214" y="24"/>
                  </a:lnTo>
                  <a:lnTo>
                    <a:pt x="214" y="19"/>
                  </a:lnTo>
                  <a:lnTo>
                    <a:pt x="215" y="14"/>
                  </a:lnTo>
                  <a:lnTo>
                    <a:pt x="215" y="11"/>
                  </a:lnTo>
                  <a:lnTo>
                    <a:pt x="215" y="8"/>
                  </a:lnTo>
                  <a:lnTo>
                    <a:pt x="216" y="5"/>
                  </a:lnTo>
                  <a:lnTo>
                    <a:pt x="216" y="3"/>
                  </a:lnTo>
                  <a:lnTo>
                    <a:pt x="217" y="1"/>
                  </a:lnTo>
                  <a:lnTo>
                    <a:pt x="217" y="0"/>
                  </a:lnTo>
                  <a:lnTo>
                    <a:pt x="218" y="0"/>
                  </a:lnTo>
                  <a:lnTo>
                    <a:pt x="219" y="1"/>
                  </a:lnTo>
                  <a:lnTo>
                    <a:pt x="219" y="2"/>
                  </a:lnTo>
                  <a:lnTo>
                    <a:pt x="220" y="3"/>
                  </a:lnTo>
                  <a:lnTo>
                    <a:pt x="220" y="5"/>
                  </a:lnTo>
                  <a:lnTo>
                    <a:pt x="220" y="6"/>
                  </a:lnTo>
                  <a:lnTo>
                    <a:pt x="221" y="8"/>
                  </a:lnTo>
                  <a:lnTo>
                    <a:pt x="221" y="10"/>
                  </a:lnTo>
                  <a:lnTo>
                    <a:pt x="222" y="12"/>
                  </a:lnTo>
                  <a:lnTo>
                    <a:pt x="222" y="14"/>
                  </a:lnTo>
                  <a:lnTo>
                    <a:pt x="223" y="15"/>
                  </a:lnTo>
                  <a:lnTo>
                    <a:pt x="223" y="17"/>
                  </a:lnTo>
                  <a:lnTo>
                    <a:pt x="223" y="19"/>
                  </a:lnTo>
                  <a:lnTo>
                    <a:pt x="224" y="20"/>
                  </a:lnTo>
                  <a:lnTo>
                    <a:pt x="224" y="21"/>
                  </a:lnTo>
                  <a:lnTo>
                    <a:pt x="225" y="22"/>
                  </a:lnTo>
                  <a:lnTo>
                    <a:pt x="225" y="23"/>
                  </a:lnTo>
                  <a:lnTo>
                    <a:pt x="226" y="23"/>
                  </a:lnTo>
                  <a:lnTo>
                    <a:pt x="227" y="23"/>
                  </a:lnTo>
                  <a:lnTo>
                    <a:pt x="227" y="22"/>
                  </a:lnTo>
                  <a:lnTo>
                    <a:pt x="228" y="22"/>
                  </a:lnTo>
                  <a:lnTo>
                    <a:pt x="228" y="21"/>
                  </a:lnTo>
                  <a:lnTo>
                    <a:pt x="228" y="20"/>
                  </a:lnTo>
                  <a:lnTo>
                    <a:pt x="229" y="19"/>
                  </a:lnTo>
                  <a:lnTo>
                    <a:pt x="229" y="18"/>
                  </a:lnTo>
                  <a:lnTo>
                    <a:pt x="230" y="16"/>
                  </a:lnTo>
                  <a:lnTo>
                    <a:pt x="230" y="15"/>
                  </a:lnTo>
                  <a:lnTo>
                    <a:pt x="231" y="14"/>
                  </a:lnTo>
                  <a:lnTo>
                    <a:pt x="231" y="13"/>
                  </a:lnTo>
                  <a:lnTo>
                    <a:pt x="231" y="12"/>
                  </a:lnTo>
                  <a:lnTo>
                    <a:pt x="232" y="11"/>
                  </a:lnTo>
                  <a:lnTo>
                    <a:pt x="232" y="10"/>
                  </a:lnTo>
                  <a:lnTo>
                    <a:pt x="233" y="9"/>
                  </a:lnTo>
                  <a:lnTo>
                    <a:pt x="233" y="8"/>
                  </a:lnTo>
                  <a:lnTo>
                    <a:pt x="234" y="8"/>
                  </a:lnTo>
                  <a:lnTo>
                    <a:pt x="235" y="8"/>
                  </a:lnTo>
                  <a:lnTo>
                    <a:pt x="236" y="9"/>
                  </a:lnTo>
                  <a:lnTo>
                    <a:pt x="236" y="10"/>
                  </a:lnTo>
                  <a:lnTo>
                    <a:pt x="237" y="11"/>
                  </a:lnTo>
                  <a:lnTo>
                    <a:pt x="237" y="12"/>
                  </a:lnTo>
                  <a:lnTo>
                    <a:pt x="238" y="13"/>
                  </a:lnTo>
                  <a:lnTo>
                    <a:pt x="238" y="14"/>
                  </a:lnTo>
                  <a:lnTo>
                    <a:pt x="238" y="15"/>
                  </a:lnTo>
                  <a:lnTo>
                    <a:pt x="239" y="16"/>
                  </a:lnTo>
                  <a:lnTo>
                    <a:pt x="239" y="17"/>
                  </a:lnTo>
                  <a:lnTo>
                    <a:pt x="240" y="18"/>
                  </a:lnTo>
                  <a:lnTo>
                    <a:pt x="241" y="19"/>
                  </a:lnTo>
                  <a:lnTo>
                    <a:pt x="241" y="20"/>
                  </a:lnTo>
                  <a:lnTo>
                    <a:pt x="242" y="21"/>
                  </a:lnTo>
                  <a:lnTo>
                    <a:pt x="243" y="21"/>
                  </a:lnTo>
                  <a:lnTo>
                    <a:pt x="244" y="20"/>
                  </a:lnTo>
                  <a:lnTo>
                    <a:pt x="244" y="19"/>
                  </a:lnTo>
                  <a:lnTo>
                    <a:pt x="245" y="18"/>
                  </a:lnTo>
                  <a:lnTo>
                    <a:pt x="246" y="17"/>
                  </a:lnTo>
                  <a:lnTo>
                    <a:pt x="246" y="16"/>
                  </a:lnTo>
                  <a:lnTo>
                    <a:pt x="246" y="15"/>
                  </a:lnTo>
                  <a:lnTo>
                    <a:pt x="247" y="14"/>
                  </a:lnTo>
                  <a:lnTo>
                    <a:pt x="247" y="13"/>
                  </a:lnTo>
                  <a:lnTo>
                    <a:pt x="248" y="12"/>
                  </a:lnTo>
                  <a:lnTo>
                    <a:pt x="248" y="11"/>
                  </a:lnTo>
                  <a:lnTo>
                    <a:pt x="249" y="10"/>
                  </a:lnTo>
                  <a:lnTo>
                    <a:pt x="249" y="9"/>
                  </a:lnTo>
                  <a:lnTo>
                    <a:pt x="250" y="8"/>
                  </a:lnTo>
                  <a:lnTo>
                    <a:pt x="251" y="8"/>
                  </a:lnTo>
                  <a:lnTo>
                    <a:pt x="252" y="8"/>
                  </a:lnTo>
                  <a:lnTo>
                    <a:pt x="252" y="9"/>
                  </a:lnTo>
                  <a:lnTo>
                    <a:pt x="253" y="10"/>
                  </a:lnTo>
                  <a:lnTo>
                    <a:pt x="253" y="11"/>
                  </a:lnTo>
                  <a:lnTo>
                    <a:pt x="254" y="12"/>
                  </a:lnTo>
                  <a:lnTo>
                    <a:pt x="254" y="13"/>
                  </a:lnTo>
                  <a:lnTo>
                    <a:pt x="254" y="14"/>
                  </a:lnTo>
                  <a:lnTo>
                    <a:pt x="255" y="15"/>
                  </a:lnTo>
                  <a:lnTo>
                    <a:pt x="255" y="16"/>
                  </a:lnTo>
                  <a:lnTo>
                    <a:pt x="256" y="18"/>
                  </a:lnTo>
                  <a:lnTo>
                    <a:pt x="256" y="19"/>
                  </a:lnTo>
                  <a:lnTo>
                    <a:pt x="257" y="20"/>
                  </a:lnTo>
                  <a:lnTo>
                    <a:pt x="257" y="21"/>
                  </a:lnTo>
                  <a:lnTo>
                    <a:pt x="257" y="22"/>
                  </a:lnTo>
                  <a:lnTo>
                    <a:pt x="258" y="22"/>
                  </a:lnTo>
                  <a:lnTo>
                    <a:pt x="258" y="23"/>
                  </a:lnTo>
                  <a:lnTo>
                    <a:pt x="259" y="23"/>
                  </a:lnTo>
                  <a:lnTo>
                    <a:pt x="260" y="23"/>
                  </a:lnTo>
                  <a:lnTo>
                    <a:pt x="260" y="22"/>
                  </a:lnTo>
                  <a:lnTo>
                    <a:pt x="261" y="21"/>
                  </a:lnTo>
                  <a:lnTo>
                    <a:pt x="261" y="20"/>
                  </a:lnTo>
                  <a:lnTo>
                    <a:pt x="262" y="19"/>
                  </a:lnTo>
                  <a:lnTo>
                    <a:pt x="262" y="17"/>
                  </a:lnTo>
                  <a:lnTo>
                    <a:pt x="262" y="16"/>
                  </a:lnTo>
                  <a:lnTo>
                    <a:pt x="263" y="14"/>
                  </a:lnTo>
                  <a:lnTo>
                    <a:pt x="263" y="12"/>
                  </a:lnTo>
                  <a:lnTo>
                    <a:pt x="264" y="10"/>
                  </a:lnTo>
                  <a:lnTo>
                    <a:pt x="264" y="8"/>
                  </a:lnTo>
                  <a:lnTo>
                    <a:pt x="265" y="7"/>
                  </a:lnTo>
                  <a:lnTo>
                    <a:pt x="265" y="5"/>
                  </a:lnTo>
                  <a:lnTo>
                    <a:pt x="265" y="3"/>
                  </a:lnTo>
                  <a:lnTo>
                    <a:pt x="266" y="2"/>
                  </a:lnTo>
                  <a:lnTo>
                    <a:pt x="266" y="1"/>
                  </a:lnTo>
                  <a:lnTo>
                    <a:pt x="267" y="0"/>
                  </a:lnTo>
                  <a:lnTo>
                    <a:pt x="268" y="0"/>
                  </a:lnTo>
                  <a:lnTo>
                    <a:pt x="268" y="1"/>
                  </a:lnTo>
                  <a:lnTo>
                    <a:pt x="269" y="3"/>
                  </a:lnTo>
                  <a:lnTo>
                    <a:pt x="269" y="5"/>
                  </a:lnTo>
                  <a:lnTo>
                    <a:pt x="270" y="7"/>
                  </a:lnTo>
                  <a:lnTo>
                    <a:pt x="270" y="10"/>
                  </a:lnTo>
                  <a:lnTo>
                    <a:pt x="270" y="14"/>
                  </a:lnTo>
                  <a:lnTo>
                    <a:pt x="271" y="18"/>
                  </a:lnTo>
                  <a:lnTo>
                    <a:pt x="271" y="23"/>
                  </a:lnTo>
                  <a:lnTo>
                    <a:pt x="272" y="29"/>
                  </a:lnTo>
                  <a:lnTo>
                    <a:pt x="272" y="34"/>
                  </a:lnTo>
                  <a:lnTo>
                    <a:pt x="273" y="41"/>
                  </a:lnTo>
                  <a:lnTo>
                    <a:pt x="273" y="47"/>
                  </a:lnTo>
                  <a:lnTo>
                    <a:pt x="273" y="55"/>
                  </a:lnTo>
                  <a:lnTo>
                    <a:pt x="274" y="62"/>
                  </a:lnTo>
                  <a:lnTo>
                    <a:pt x="274" y="70"/>
                  </a:lnTo>
                  <a:lnTo>
                    <a:pt x="275" y="78"/>
                  </a:lnTo>
                  <a:lnTo>
                    <a:pt x="275" y="86"/>
                  </a:lnTo>
                  <a:lnTo>
                    <a:pt x="275" y="94"/>
                  </a:lnTo>
                  <a:lnTo>
                    <a:pt x="276" y="102"/>
                  </a:lnTo>
                  <a:lnTo>
                    <a:pt x="276" y="110"/>
                  </a:lnTo>
                  <a:lnTo>
                    <a:pt x="277" y="118"/>
                  </a:lnTo>
                  <a:lnTo>
                    <a:pt x="277" y="126"/>
                  </a:lnTo>
                  <a:lnTo>
                    <a:pt x="278" y="133"/>
                  </a:lnTo>
                  <a:lnTo>
                    <a:pt x="278" y="140"/>
                  </a:lnTo>
                  <a:lnTo>
                    <a:pt x="278" y="147"/>
                  </a:lnTo>
                  <a:lnTo>
                    <a:pt x="279" y="154"/>
                  </a:lnTo>
                  <a:lnTo>
                    <a:pt x="279" y="160"/>
                  </a:lnTo>
                  <a:lnTo>
                    <a:pt x="280" y="165"/>
                  </a:lnTo>
                  <a:lnTo>
                    <a:pt x="280" y="170"/>
                  </a:lnTo>
                  <a:lnTo>
                    <a:pt x="280" y="174"/>
                  </a:lnTo>
                  <a:lnTo>
                    <a:pt x="281" y="178"/>
                  </a:lnTo>
                  <a:lnTo>
                    <a:pt x="281" y="181"/>
                  </a:lnTo>
                  <a:lnTo>
                    <a:pt x="282" y="184"/>
                  </a:lnTo>
                  <a:lnTo>
                    <a:pt x="282" y="186"/>
                  </a:lnTo>
                  <a:lnTo>
                    <a:pt x="283" y="188"/>
                  </a:lnTo>
                  <a:lnTo>
                    <a:pt x="283" y="189"/>
                  </a:lnTo>
                  <a:lnTo>
                    <a:pt x="284" y="189"/>
                  </a:lnTo>
                  <a:lnTo>
                    <a:pt x="285" y="188"/>
                  </a:lnTo>
                  <a:lnTo>
                    <a:pt x="285" y="187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86" y="183"/>
                  </a:lnTo>
                  <a:lnTo>
                    <a:pt x="287" y="181"/>
                  </a:lnTo>
                  <a:lnTo>
                    <a:pt x="287" y="179"/>
                  </a:lnTo>
                  <a:lnTo>
                    <a:pt x="288" y="177"/>
                  </a:lnTo>
                  <a:lnTo>
                    <a:pt x="288" y="175"/>
                  </a:lnTo>
                  <a:lnTo>
                    <a:pt x="288" y="174"/>
                  </a:lnTo>
                  <a:lnTo>
                    <a:pt x="289" y="172"/>
                  </a:lnTo>
                  <a:lnTo>
                    <a:pt x="289" y="171"/>
                  </a:lnTo>
                  <a:lnTo>
                    <a:pt x="290" y="169"/>
                  </a:lnTo>
                  <a:lnTo>
                    <a:pt x="290" y="168"/>
                  </a:lnTo>
                  <a:lnTo>
                    <a:pt x="291" y="167"/>
                  </a:lnTo>
                  <a:lnTo>
                    <a:pt x="291" y="166"/>
                  </a:lnTo>
                  <a:lnTo>
                    <a:pt x="292" y="166"/>
                  </a:lnTo>
                  <a:lnTo>
                    <a:pt x="293" y="166"/>
                  </a:lnTo>
                  <a:lnTo>
                    <a:pt x="293" y="167"/>
                  </a:lnTo>
                  <a:lnTo>
                    <a:pt x="294" y="167"/>
                  </a:lnTo>
                  <a:lnTo>
                    <a:pt x="294" y="168"/>
                  </a:lnTo>
                  <a:lnTo>
                    <a:pt x="294" y="169"/>
                  </a:lnTo>
                  <a:lnTo>
                    <a:pt x="295" y="170"/>
                  </a:lnTo>
                  <a:lnTo>
                    <a:pt x="295" y="171"/>
                  </a:lnTo>
                  <a:lnTo>
                    <a:pt x="296" y="172"/>
                  </a:lnTo>
                  <a:lnTo>
                    <a:pt x="296" y="174"/>
                  </a:lnTo>
                  <a:lnTo>
                    <a:pt x="296" y="175"/>
                  </a:lnTo>
                  <a:lnTo>
                    <a:pt x="297" y="176"/>
                  </a:lnTo>
                  <a:lnTo>
                    <a:pt x="297" y="177"/>
                  </a:lnTo>
                  <a:lnTo>
                    <a:pt x="298" y="178"/>
                  </a:lnTo>
                  <a:lnTo>
                    <a:pt x="298" y="179"/>
                  </a:lnTo>
                  <a:lnTo>
                    <a:pt x="299" y="180"/>
                  </a:lnTo>
                  <a:lnTo>
                    <a:pt x="299" y="181"/>
                  </a:lnTo>
                  <a:lnTo>
                    <a:pt x="300" y="181"/>
                  </a:lnTo>
                  <a:lnTo>
                    <a:pt x="301" y="181"/>
                  </a:lnTo>
                  <a:lnTo>
                    <a:pt x="301" y="180"/>
                  </a:lnTo>
                  <a:lnTo>
                    <a:pt x="302" y="180"/>
                  </a:lnTo>
                  <a:lnTo>
                    <a:pt x="302" y="179"/>
                  </a:lnTo>
                  <a:lnTo>
                    <a:pt x="303" y="178"/>
                  </a:lnTo>
                  <a:lnTo>
                    <a:pt x="303" y="177"/>
                  </a:lnTo>
                  <a:lnTo>
                    <a:pt x="304" y="177"/>
                  </a:lnTo>
                  <a:lnTo>
                    <a:pt x="304" y="175"/>
                  </a:lnTo>
                  <a:lnTo>
                    <a:pt x="304" y="174"/>
                  </a:lnTo>
                  <a:lnTo>
                    <a:pt x="305" y="173"/>
                  </a:lnTo>
                  <a:lnTo>
                    <a:pt x="305" y="172"/>
                  </a:lnTo>
                  <a:lnTo>
                    <a:pt x="306" y="171"/>
                  </a:lnTo>
                  <a:lnTo>
                    <a:pt x="307" y="170"/>
                  </a:lnTo>
                  <a:lnTo>
                    <a:pt x="307" y="169"/>
                  </a:lnTo>
                  <a:lnTo>
                    <a:pt x="308" y="168"/>
                  </a:lnTo>
                  <a:lnTo>
                    <a:pt x="309" y="168"/>
                  </a:lnTo>
                  <a:lnTo>
                    <a:pt x="309" y="169"/>
                  </a:lnTo>
                  <a:lnTo>
                    <a:pt x="310" y="169"/>
                  </a:lnTo>
                  <a:lnTo>
                    <a:pt x="310" y="170"/>
                  </a:lnTo>
                  <a:lnTo>
                    <a:pt x="311" y="170"/>
                  </a:lnTo>
                  <a:lnTo>
                    <a:pt x="311" y="171"/>
                  </a:lnTo>
                  <a:lnTo>
                    <a:pt x="312" y="172"/>
                  </a:lnTo>
                  <a:lnTo>
                    <a:pt x="312" y="173"/>
                  </a:lnTo>
                  <a:lnTo>
                    <a:pt x="312" y="174"/>
                  </a:lnTo>
                  <a:lnTo>
                    <a:pt x="313" y="175"/>
                  </a:lnTo>
                  <a:lnTo>
                    <a:pt x="313" y="176"/>
                  </a:lnTo>
                  <a:lnTo>
                    <a:pt x="314" y="177"/>
                  </a:lnTo>
                  <a:lnTo>
                    <a:pt x="314" y="178"/>
                  </a:lnTo>
                  <a:lnTo>
                    <a:pt x="315" y="179"/>
                  </a:lnTo>
                  <a:lnTo>
                    <a:pt x="315" y="180"/>
                  </a:lnTo>
                  <a:lnTo>
                    <a:pt x="316" y="181"/>
                  </a:lnTo>
                  <a:lnTo>
                    <a:pt x="317" y="181"/>
                  </a:lnTo>
                  <a:lnTo>
                    <a:pt x="318" y="181"/>
                  </a:lnTo>
                  <a:lnTo>
                    <a:pt x="318" y="180"/>
                  </a:lnTo>
                  <a:lnTo>
                    <a:pt x="319" y="179"/>
                  </a:lnTo>
                  <a:lnTo>
                    <a:pt x="319" y="178"/>
                  </a:lnTo>
                  <a:lnTo>
                    <a:pt x="320" y="177"/>
                  </a:lnTo>
                  <a:lnTo>
                    <a:pt x="320" y="176"/>
                  </a:lnTo>
                  <a:lnTo>
                    <a:pt x="320" y="175"/>
                  </a:lnTo>
                  <a:lnTo>
                    <a:pt x="321" y="174"/>
                  </a:lnTo>
                  <a:lnTo>
                    <a:pt x="321" y="173"/>
                  </a:lnTo>
                  <a:lnTo>
                    <a:pt x="322" y="172"/>
                  </a:lnTo>
                  <a:lnTo>
                    <a:pt x="322" y="170"/>
                  </a:lnTo>
                  <a:lnTo>
                    <a:pt x="322" y="169"/>
                  </a:lnTo>
                  <a:lnTo>
                    <a:pt x="323" y="168"/>
                  </a:lnTo>
                  <a:lnTo>
                    <a:pt x="323" y="167"/>
                  </a:lnTo>
                  <a:lnTo>
                    <a:pt x="324" y="167"/>
                  </a:lnTo>
                  <a:lnTo>
                    <a:pt x="324" y="166"/>
                  </a:lnTo>
                  <a:lnTo>
                    <a:pt x="325" y="166"/>
                  </a:lnTo>
                  <a:lnTo>
                    <a:pt x="326" y="166"/>
                  </a:lnTo>
                  <a:lnTo>
                    <a:pt x="326" y="167"/>
                  </a:lnTo>
                  <a:lnTo>
                    <a:pt x="327" y="168"/>
                  </a:lnTo>
                  <a:lnTo>
                    <a:pt x="327" y="169"/>
                  </a:lnTo>
                  <a:lnTo>
                    <a:pt x="328" y="170"/>
                  </a:lnTo>
                  <a:lnTo>
                    <a:pt x="328" y="172"/>
                  </a:lnTo>
                  <a:lnTo>
                    <a:pt x="328" y="173"/>
                  </a:lnTo>
                  <a:lnTo>
                    <a:pt x="329" y="175"/>
                  </a:lnTo>
                  <a:lnTo>
                    <a:pt x="329" y="177"/>
                  </a:lnTo>
                  <a:lnTo>
                    <a:pt x="330" y="179"/>
                  </a:lnTo>
                  <a:lnTo>
                    <a:pt x="330" y="181"/>
                  </a:lnTo>
                  <a:lnTo>
                    <a:pt x="330" y="182"/>
                  </a:lnTo>
                  <a:lnTo>
                    <a:pt x="331" y="184"/>
                  </a:lnTo>
                  <a:lnTo>
                    <a:pt x="331" y="186"/>
                  </a:lnTo>
                  <a:lnTo>
                    <a:pt x="332" y="187"/>
                  </a:lnTo>
                  <a:lnTo>
                    <a:pt x="332" y="188"/>
                  </a:lnTo>
                  <a:lnTo>
                    <a:pt x="333" y="189"/>
                  </a:lnTo>
                  <a:lnTo>
                    <a:pt x="334" y="189"/>
                  </a:lnTo>
                  <a:lnTo>
                    <a:pt x="334" y="188"/>
                  </a:lnTo>
                  <a:lnTo>
                    <a:pt x="335" y="186"/>
                  </a:lnTo>
                  <a:lnTo>
                    <a:pt x="335" y="184"/>
                  </a:lnTo>
                  <a:lnTo>
                    <a:pt x="336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7" y="166"/>
                  </a:lnTo>
                  <a:lnTo>
                    <a:pt x="338" y="161"/>
                  </a:lnTo>
                  <a:lnTo>
                    <a:pt x="338" y="155"/>
                  </a:lnTo>
                  <a:lnTo>
                    <a:pt x="338" y="149"/>
                  </a:lnTo>
                  <a:lnTo>
                    <a:pt x="339" y="142"/>
                  </a:lnTo>
                  <a:lnTo>
                    <a:pt x="339" y="135"/>
                  </a:lnTo>
                  <a:lnTo>
                    <a:pt x="340" y="128"/>
                  </a:lnTo>
                  <a:lnTo>
                    <a:pt x="340" y="120"/>
                  </a:lnTo>
                  <a:lnTo>
                    <a:pt x="341" y="112"/>
                  </a:lnTo>
                  <a:lnTo>
                    <a:pt x="341" y="104"/>
                  </a:lnTo>
                  <a:lnTo>
                    <a:pt x="341" y="96"/>
                  </a:lnTo>
                  <a:lnTo>
                    <a:pt x="342" y="88"/>
                  </a:lnTo>
                  <a:lnTo>
                    <a:pt x="342" y="80"/>
                  </a:lnTo>
                  <a:lnTo>
                    <a:pt x="343" y="72"/>
                  </a:lnTo>
                  <a:lnTo>
                    <a:pt x="343" y="64"/>
                  </a:lnTo>
                  <a:lnTo>
                    <a:pt x="343" y="56"/>
                  </a:lnTo>
                  <a:lnTo>
                    <a:pt x="344" y="49"/>
                  </a:lnTo>
                  <a:lnTo>
                    <a:pt x="344" y="42"/>
                  </a:lnTo>
                  <a:lnTo>
                    <a:pt x="345" y="36"/>
                  </a:lnTo>
                  <a:lnTo>
                    <a:pt x="345" y="30"/>
                  </a:lnTo>
                  <a:lnTo>
                    <a:pt x="346" y="24"/>
                  </a:lnTo>
                  <a:lnTo>
                    <a:pt x="346" y="19"/>
                  </a:lnTo>
                  <a:lnTo>
                    <a:pt x="346" y="15"/>
                  </a:lnTo>
                  <a:lnTo>
                    <a:pt x="347" y="11"/>
                  </a:lnTo>
                  <a:lnTo>
                    <a:pt x="347" y="8"/>
                  </a:lnTo>
                  <a:lnTo>
                    <a:pt x="348" y="5"/>
                  </a:lnTo>
                  <a:lnTo>
                    <a:pt x="348" y="3"/>
                  </a:lnTo>
                  <a:lnTo>
                    <a:pt x="349" y="2"/>
                  </a:lnTo>
                  <a:lnTo>
                    <a:pt x="349" y="0"/>
                  </a:lnTo>
                  <a:lnTo>
                    <a:pt x="350" y="0"/>
                  </a:lnTo>
                  <a:lnTo>
                    <a:pt x="351" y="1"/>
                  </a:lnTo>
                  <a:lnTo>
                    <a:pt x="351" y="2"/>
                  </a:lnTo>
                  <a:lnTo>
                    <a:pt x="351" y="3"/>
                  </a:lnTo>
                  <a:lnTo>
                    <a:pt x="352" y="4"/>
                  </a:lnTo>
                  <a:lnTo>
                    <a:pt x="352" y="6"/>
                  </a:lnTo>
                  <a:lnTo>
                    <a:pt x="353" y="8"/>
                  </a:lnTo>
                  <a:lnTo>
                    <a:pt x="353" y="10"/>
                  </a:lnTo>
                  <a:lnTo>
                    <a:pt x="354" y="12"/>
                  </a:lnTo>
                  <a:lnTo>
                    <a:pt x="354" y="13"/>
                  </a:lnTo>
                  <a:lnTo>
                    <a:pt x="354" y="15"/>
                  </a:lnTo>
                  <a:lnTo>
                    <a:pt x="355" y="17"/>
                  </a:lnTo>
                  <a:lnTo>
                    <a:pt x="355" y="18"/>
                  </a:lnTo>
                  <a:lnTo>
                    <a:pt x="356" y="20"/>
                  </a:lnTo>
                  <a:lnTo>
                    <a:pt x="356" y="21"/>
                  </a:lnTo>
                  <a:lnTo>
                    <a:pt x="357" y="22"/>
                  </a:lnTo>
                  <a:lnTo>
                    <a:pt x="357" y="23"/>
                  </a:lnTo>
                  <a:lnTo>
                    <a:pt x="358" y="23"/>
                  </a:lnTo>
                  <a:lnTo>
                    <a:pt x="359" y="23"/>
                  </a:lnTo>
                  <a:lnTo>
                    <a:pt x="359" y="22"/>
                  </a:lnTo>
                  <a:lnTo>
                    <a:pt x="360" y="21"/>
                  </a:lnTo>
                  <a:lnTo>
                    <a:pt x="360" y="20"/>
                  </a:lnTo>
                  <a:lnTo>
                    <a:pt x="361" y="19"/>
                  </a:lnTo>
                  <a:lnTo>
                    <a:pt x="361" y="18"/>
                  </a:lnTo>
                  <a:lnTo>
                    <a:pt x="362" y="17"/>
                  </a:lnTo>
                  <a:lnTo>
                    <a:pt x="362" y="15"/>
                  </a:lnTo>
                  <a:lnTo>
                    <a:pt x="362" y="14"/>
                  </a:lnTo>
                  <a:lnTo>
                    <a:pt x="363" y="13"/>
                  </a:lnTo>
                  <a:lnTo>
                    <a:pt x="363" y="12"/>
                  </a:lnTo>
                  <a:lnTo>
                    <a:pt x="364" y="11"/>
                  </a:lnTo>
                  <a:lnTo>
                    <a:pt x="364" y="10"/>
                  </a:lnTo>
                  <a:lnTo>
                    <a:pt x="364" y="9"/>
                  </a:lnTo>
                  <a:lnTo>
                    <a:pt x="365" y="9"/>
                  </a:lnTo>
                  <a:lnTo>
                    <a:pt x="365" y="8"/>
                  </a:lnTo>
                  <a:lnTo>
                    <a:pt x="366" y="8"/>
                  </a:lnTo>
                  <a:lnTo>
                    <a:pt x="367" y="8"/>
                  </a:lnTo>
                  <a:lnTo>
                    <a:pt x="368" y="9"/>
                  </a:lnTo>
                  <a:lnTo>
                    <a:pt x="368" y="10"/>
                  </a:lnTo>
                  <a:lnTo>
                    <a:pt x="369" y="11"/>
                  </a:lnTo>
                  <a:lnTo>
                    <a:pt x="370" y="12"/>
                  </a:lnTo>
                  <a:lnTo>
                    <a:pt x="370" y="13"/>
                  </a:lnTo>
                  <a:lnTo>
                    <a:pt x="370" y="14"/>
                  </a:lnTo>
                  <a:lnTo>
                    <a:pt x="371" y="16"/>
                  </a:lnTo>
                  <a:lnTo>
                    <a:pt x="372" y="17"/>
                  </a:lnTo>
                  <a:lnTo>
                    <a:pt x="372" y="18"/>
                  </a:lnTo>
                  <a:lnTo>
                    <a:pt x="372" y="19"/>
                  </a:lnTo>
                  <a:lnTo>
                    <a:pt x="373" y="20"/>
                  </a:lnTo>
                  <a:lnTo>
                    <a:pt x="374" y="21"/>
                  </a:lnTo>
                  <a:lnTo>
                    <a:pt x="375" y="21"/>
                  </a:lnTo>
                  <a:lnTo>
                    <a:pt x="375" y="20"/>
                  </a:lnTo>
                  <a:lnTo>
                    <a:pt x="376" y="20"/>
                  </a:lnTo>
                  <a:lnTo>
                    <a:pt x="376" y="19"/>
                  </a:lnTo>
                  <a:lnTo>
                    <a:pt x="377" y="19"/>
                  </a:lnTo>
                  <a:lnTo>
                    <a:pt x="377" y="18"/>
                  </a:lnTo>
                  <a:lnTo>
                    <a:pt x="378" y="17"/>
                  </a:lnTo>
                  <a:lnTo>
                    <a:pt x="378" y="16"/>
                  </a:lnTo>
                  <a:lnTo>
                    <a:pt x="378" y="15"/>
                  </a:lnTo>
                  <a:lnTo>
                    <a:pt x="379" y="14"/>
                  </a:lnTo>
                  <a:lnTo>
                    <a:pt x="379" y="13"/>
                  </a:lnTo>
                  <a:lnTo>
                    <a:pt x="380" y="12"/>
                  </a:lnTo>
                  <a:lnTo>
                    <a:pt x="380" y="11"/>
                  </a:lnTo>
                  <a:lnTo>
                    <a:pt x="380" y="10"/>
                  </a:lnTo>
                  <a:lnTo>
                    <a:pt x="381" y="9"/>
                  </a:lnTo>
                  <a:lnTo>
                    <a:pt x="382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4" y="9"/>
                  </a:lnTo>
                  <a:lnTo>
                    <a:pt x="385" y="10"/>
                  </a:lnTo>
                  <a:lnTo>
                    <a:pt x="385" y="11"/>
                  </a:lnTo>
                  <a:lnTo>
                    <a:pt x="386" y="13"/>
                  </a:lnTo>
                  <a:lnTo>
                    <a:pt x="386" y="14"/>
                  </a:lnTo>
                  <a:lnTo>
                    <a:pt x="387" y="15"/>
                  </a:lnTo>
                  <a:lnTo>
                    <a:pt x="387" y="16"/>
                  </a:lnTo>
                  <a:lnTo>
                    <a:pt x="388" y="17"/>
                  </a:lnTo>
                  <a:lnTo>
                    <a:pt x="388" y="19"/>
                  </a:lnTo>
                  <a:lnTo>
                    <a:pt x="388" y="20"/>
                  </a:lnTo>
                  <a:lnTo>
                    <a:pt x="389" y="21"/>
                  </a:lnTo>
                  <a:lnTo>
                    <a:pt x="390" y="22"/>
                  </a:lnTo>
                  <a:lnTo>
                    <a:pt x="390" y="23"/>
                  </a:lnTo>
                  <a:lnTo>
                    <a:pt x="391" y="23"/>
                  </a:lnTo>
                  <a:lnTo>
                    <a:pt x="392" y="23"/>
                  </a:lnTo>
                  <a:lnTo>
                    <a:pt x="392" y="22"/>
                  </a:lnTo>
                  <a:lnTo>
                    <a:pt x="393" y="21"/>
                  </a:lnTo>
                  <a:lnTo>
                    <a:pt x="393" y="20"/>
                  </a:lnTo>
                  <a:lnTo>
                    <a:pt x="393" y="19"/>
                  </a:lnTo>
                  <a:lnTo>
                    <a:pt x="394" y="17"/>
                  </a:lnTo>
                  <a:lnTo>
                    <a:pt x="394" y="16"/>
                  </a:lnTo>
                  <a:lnTo>
                    <a:pt x="395" y="14"/>
                  </a:lnTo>
                  <a:lnTo>
                    <a:pt x="395" y="12"/>
                  </a:lnTo>
                  <a:lnTo>
                    <a:pt x="396" y="10"/>
                  </a:lnTo>
                  <a:lnTo>
                    <a:pt x="396" y="9"/>
                  </a:lnTo>
                  <a:lnTo>
                    <a:pt x="396" y="7"/>
                  </a:lnTo>
                  <a:lnTo>
                    <a:pt x="397" y="5"/>
                  </a:lnTo>
                  <a:lnTo>
                    <a:pt x="397" y="4"/>
                  </a:lnTo>
                  <a:lnTo>
                    <a:pt x="398" y="2"/>
                  </a:lnTo>
                  <a:lnTo>
                    <a:pt x="398" y="1"/>
                  </a:lnTo>
                  <a:lnTo>
                    <a:pt x="399" y="0"/>
                  </a:lnTo>
                  <a:lnTo>
                    <a:pt x="400" y="0"/>
                  </a:lnTo>
                  <a:lnTo>
                    <a:pt x="400" y="1"/>
                  </a:lnTo>
                  <a:lnTo>
                    <a:pt x="401" y="2"/>
                  </a:lnTo>
                  <a:lnTo>
                    <a:pt x="401" y="4"/>
                  </a:lnTo>
                  <a:lnTo>
                    <a:pt x="401" y="7"/>
                  </a:lnTo>
                  <a:lnTo>
                    <a:pt x="402" y="10"/>
                  </a:lnTo>
                  <a:lnTo>
                    <a:pt x="402" y="14"/>
                  </a:lnTo>
                  <a:lnTo>
                    <a:pt x="403" y="18"/>
                  </a:lnTo>
                  <a:lnTo>
                    <a:pt x="403" y="22"/>
                  </a:lnTo>
                  <a:lnTo>
                    <a:pt x="404" y="28"/>
                  </a:lnTo>
                  <a:lnTo>
                    <a:pt x="404" y="33"/>
                  </a:lnTo>
                  <a:lnTo>
                    <a:pt x="404" y="40"/>
                  </a:lnTo>
                  <a:lnTo>
                    <a:pt x="405" y="46"/>
                  </a:lnTo>
                  <a:lnTo>
                    <a:pt x="405" y="53"/>
                  </a:lnTo>
                  <a:lnTo>
                    <a:pt x="406" y="61"/>
                  </a:lnTo>
                  <a:lnTo>
                    <a:pt x="406" y="68"/>
                  </a:lnTo>
                  <a:lnTo>
                    <a:pt x="406" y="76"/>
                  </a:lnTo>
                  <a:lnTo>
                    <a:pt x="407" y="84"/>
                  </a:lnTo>
                  <a:lnTo>
                    <a:pt x="407" y="93"/>
                  </a:lnTo>
                  <a:lnTo>
                    <a:pt x="408" y="101"/>
                  </a:lnTo>
                  <a:lnTo>
                    <a:pt x="408" y="109"/>
                  </a:lnTo>
                  <a:lnTo>
                    <a:pt x="409" y="117"/>
                  </a:lnTo>
                  <a:lnTo>
                    <a:pt x="409" y="125"/>
                  </a:lnTo>
                  <a:lnTo>
                    <a:pt x="409" y="132"/>
                  </a:lnTo>
                  <a:lnTo>
                    <a:pt x="410" y="139"/>
                  </a:lnTo>
                  <a:lnTo>
                    <a:pt x="410" y="146"/>
                  </a:lnTo>
                  <a:lnTo>
                    <a:pt x="411" y="153"/>
                  </a:lnTo>
                  <a:lnTo>
                    <a:pt x="411" y="159"/>
                  </a:lnTo>
                  <a:lnTo>
                    <a:pt x="412" y="164"/>
                  </a:lnTo>
                  <a:lnTo>
                    <a:pt x="412" y="169"/>
                  </a:lnTo>
                  <a:lnTo>
                    <a:pt x="412" y="174"/>
                  </a:lnTo>
                  <a:lnTo>
                    <a:pt x="413" y="177"/>
                  </a:lnTo>
                  <a:lnTo>
                    <a:pt x="413" y="181"/>
                  </a:lnTo>
                  <a:lnTo>
                    <a:pt x="414" y="184"/>
                  </a:lnTo>
                  <a:lnTo>
                    <a:pt x="414" y="186"/>
                  </a:lnTo>
                  <a:lnTo>
                    <a:pt x="414" y="187"/>
                  </a:lnTo>
                  <a:lnTo>
                    <a:pt x="415" y="188"/>
                  </a:lnTo>
                  <a:lnTo>
                    <a:pt x="415" y="189"/>
                  </a:lnTo>
                  <a:lnTo>
                    <a:pt x="416" y="189"/>
                  </a:lnTo>
                  <a:lnTo>
                    <a:pt x="417" y="188"/>
                  </a:lnTo>
                  <a:lnTo>
                    <a:pt x="417" y="187"/>
                  </a:lnTo>
                  <a:lnTo>
                    <a:pt x="417" y="186"/>
                  </a:lnTo>
                  <a:lnTo>
                    <a:pt x="418" y="185"/>
                  </a:lnTo>
                  <a:lnTo>
                    <a:pt x="418" y="183"/>
                  </a:lnTo>
                  <a:lnTo>
                    <a:pt x="419" y="181"/>
                  </a:lnTo>
                  <a:lnTo>
                    <a:pt x="419" y="179"/>
                  </a:lnTo>
                  <a:lnTo>
                    <a:pt x="420" y="178"/>
                  </a:ln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78889" name="Rectangle 92">
              <a:extLst>
                <a:ext uri="{FF2B5EF4-FFF2-40B4-BE49-F238E27FC236}">
                  <a16:creationId xmlns:a16="http://schemas.microsoft.com/office/drawing/2014/main" id="{5207FD51-7431-43FC-A7C8-5326BDF79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3871"/>
              <a:ext cx="5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8890" name="Line 95">
              <a:extLst>
                <a:ext uri="{FF2B5EF4-FFF2-40B4-BE49-F238E27FC236}">
                  <a16:creationId xmlns:a16="http://schemas.microsoft.com/office/drawing/2014/main" id="{F49E49BA-3ED4-439C-AF45-072EEF661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378"/>
              <a:ext cx="4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5">
            <a:extLst>
              <a:ext uri="{FF2B5EF4-FFF2-40B4-BE49-F238E27FC236}">
                <a16:creationId xmlns:a16="http://schemas.microsoft.com/office/drawing/2014/main" id="{E50DDCB7-C76D-4988-B397-0B063F85B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 red curve was drawn with 12 terms and the blue curve was drawn with 4 terms.</a:t>
            </a:r>
          </a:p>
        </p:txBody>
      </p:sp>
      <p:grpSp>
        <p:nvGrpSpPr>
          <p:cNvPr id="2" name="Group 87">
            <a:extLst>
              <a:ext uri="{FF2B5EF4-FFF2-40B4-BE49-F238E27FC236}">
                <a16:creationId xmlns:a16="http://schemas.microsoft.com/office/drawing/2014/main" id="{B27C3E2D-400E-49DA-B3D4-605DF22F9A67}"/>
              </a:ext>
            </a:extLst>
          </p:cNvPr>
          <p:cNvGrpSpPr>
            <a:grpSpLocks/>
          </p:cNvGrpSpPr>
          <p:nvPr/>
        </p:nvGrpSpPr>
        <p:grpSpPr bwMode="auto">
          <a:xfrm>
            <a:off x="2049463" y="1393825"/>
            <a:ext cx="7666038" cy="5181600"/>
            <a:chOff x="240" y="878"/>
            <a:chExt cx="4829" cy="3451"/>
          </a:xfrm>
        </p:grpSpPr>
        <p:grpSp>
          <p:nvGrpSpPr>
            <p:cNvPr id="79876" name="Group 85">
              <a:extLst>
                <a:ext uri="{FF2B5EF4-FFF2-40B4-BE49-F238E27FC236}">
                  <a16:creationId xmlns:a16="http://schemas.microsoft.com/office/drawing/2014/main" id="{7932093C-1288-4BC9-9D79-896F3735B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78"/>
              <a:ext cx="4829" cy="3451"/>
              <a:chOff x="836" y="897"/>
              <a:chExt cx="4078" cy="3122"/>
            </a:xfrm>
          </p:grpSpPr>
          <p:sp>
            <p:nvSpPr>
              <p:cNvPr id="79878" name="Line 16">
                <a:extLst>
                  <a:ext uri="{FF2B5EF4-FFF2-40B4-BE49-F238E27FC236}">
                    <a16:creationId xmlns:a16="http://schemas.microsoft.com/office/drawing/2014/main" id="{56670607-B394-4587-BC88-DF83495A1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79" name="Line 17">
                <a:extLst>
                  <a:ext uri="{FF2B5EF4-FFF2-40B4-BE49-F238E27FC236}">
                    <a16:creationId xmlns:a16="http://schemas.microsoft.com/office/drawing/2014/main" id="{FA07B926-7CFB-4F53-BE63-8129FED57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0" name="Line 18">
                <a:extLst>
                  <a:ext uri="{FF2B5EF4-FFF2-40B4-BE49-F238E27FC236}">
                    <a16:creationId xmlns:a16="http://schemas.microsoft.com/office/drawing/2014/main" id="{BB237A6B-F441-4BA1-ACA9-4A115A865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4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1" name="Line 19">
                <a:extLst>
                  <a:ext uri="{FF2B5EF4-FFF2-40B4-BE49-F238E27FC236}">
                    <a16:creationId xmlns:a16="http://schemas.microsoft.com/office/drawing/2014/main" id="{DF5513FF-32C5-47C7-9B21-FBC30E107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4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2" name="Line 20">
                <a:extLst>
                  <a:ext uri="{FF2B5EF4-FFF2-40B4-BE49-F238E27FC236}">
                    <a16:creationId xmlns:a16="http://schemas.microsoft.com/office/drawing/2014/main" id="{175D4CC4-17D1-4D58-9259-505531C2D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9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3" name="Line 21">
                <a:extLst>
                  <a:ext uri="{FF2B5EF4-FFF2-40B4-BE49-F238E27FC236}">
                    <a16:creationId xmlns:a16="http://schemas.microsoft.com/office/drawing/2014/main" id="{DA7A5254-FE02-4CDC-9BDE-167874ECF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9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4" name="Line 22">
                <a:extLst>
                  <a:ext uri="{FF2B5EF4-FFF2-40B4-BE49-F238E27FC236}">
                    <a16:creationId xmlns:a16="http://schemas.microsoft.com/office/drawing/2014/main" id="{99E5B821-79F8-4BA5-B196-11E025BCD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4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5" name="Line 23">
                <a:extLst>
                  <a:ext uri="{FF2B5EF4-FFF2-40B4-BE49-F238E27FC236}">
                    <a16:creationId xmlns:a16="http://schemas.microsoft.com/office/drawing/2014/main" id="{E1EFB95E-69DE-4580-8BF5-39837AE45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4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6" name="Line 24">
                <a:extLst>
                  <a:ext uri="{FF2B5EF4-FFF2-40B4-BE49-F238E27FC236}">
                    <a16:creationId xmlns:a16="http://schemas.microsoft.com/office/drawing/2014/main" id="{C22ECAFD-A373-49BD-81E5-5006ACE7B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9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7" name="Line 25">
                <a:extLst>
                  <a:ext uri="{FF2B5EF4-FFF2-40B4-BE49-F238E27FC236}">
                    <a16:creationId xmlns:a16="http://schemas.microsoft.com/office/drawing/2014/main" id="{BFF0C44E-EB85-4DAB-9F12-640A3810C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9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8" name="Line 26">
                <a:extLst>
                  <a:ext uri="{FF2B5EF4-FFF2-40B4-BE49-F238E27FC236}">
                    <a16:creationId xmlns:a16="http://schemas.microsoft.com/office/drawing/2014/main" id="{56F8D754-AF39-42EE-9B20-2ED6C3738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4" y="951"/>
                <a:ext cx="1" cy="72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89" name="Line 27">
                <a:extLst>
                  <a:ext uri="{FF2B5EF4-FFF2-40B4-BE49-F238E27FC236}">
                    <a16:creationId xmlns:a16="http://schemas.microsoft.com/office/drawing/2014/main" id="{167DCB79-1132-4FC5-B636-358CE3C5A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4" y="3612"/>
                <a:ext cx="1" cy="7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0" name="Line 28">
                <a:extLst>
                  <a:ext uri="{FF2B5EF4-FFF2-40B4-BE49-F238E27FC236}">
                    <a16:creationId xmlns:a16="http://schemas.microsoft.com/office/drawing/2014/main" id="{6AAC38FB-D3CD-413A-A21E-5C016A690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3683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1" name="Line 29">
                <a:extLst>
                  <a:ext uri="{FF2B5EF4-FFF2-40B4-BE49-F238E27FC236}">
                    <a16:creationId xmlns:a16="http://schemas.microsoft.com/office/drawing/2014/main" id="{76B5076A-ECAC-4260-B1A5-C491B6A9C3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3683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2" name="Line 30">
                <a:extLst>
                  <a:ext uri="{FF2B5EF4-FFF2-40B4-BE49-F238E27FC236}">
                    <a16:creationId xmlns:a16="http://schemas.microsoft.com/office/drawing/2014/main" id="{CF66B9D5-5412-48F4-8F89-731B76CEA5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3225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3" name="Line 31">
                <a:extLst>
                  <a:ext uri="{FF2B5EF4-FFF2-40B4-BE49-F238E27FC236}">
                    <a16:creationId xmlns:a16="http://schemas.microsoft.com/office/drawing/2014/main" id="{E5D4B293-6D15-475B-8373-B97B857A9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3225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4" name="Line 32">
                <a:extLst>
                  <a:ext uri="{FF2B5EF4-FFF2-40B4-BE49-F238E27FC236}">
                    <a16:creationId xmlns:a16="http://schemas.microsoft.com/office/drawing/2014/main" id="{8642B2D3-6C5C-46EA-9011-2B9225CA8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2767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5" name="Line 33">
                <a:extLst>
                  <a:ext uri="{FF2B5EF4-FFF2-40B4-BE49-F238E27FC236}">
                    <a16:creationId xmlns:a16="http://schemas.microsoft.com/office/drawing/2014/main" id="{F40AF3C6-AB0B-421A-AFC5-DC7F68EDF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2767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6" name="Line 34">
                <a:extLst>
                  <a:ext uri="{FF2B5EF4-FFF2-40B4-BE49-F238E27FC236}">
                    <a16:creationId xmlns:a16="http://schemas.microsoft.com/office/drawing/2014/main" id="{AFB8C049-73E0-40BE-BC9F-DD136F37C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2317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7" name="Line 35">
                <a:extLst>
                  <a:ext uri="{FF2B5EF4-FFF2-40B4-BE49-F238E27FC236}">
                    <a16:creationId xmlns:a16="http://schemas.microsoft.com/office/drawing/2014/main" id="{EF2C87E1-09F3-4C6E-8BB5-08AD5BEA4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2317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8" name="Line 36">
                <a:extLst>
                  <a:ext uri="{FF2B5EF4-FFF2-40B4-BE49-F238E27FC236}">
                    <a16:creationId xmlns:a16="http://schemas.microsoft.com/office/drawing/2014/main" id="{96A8007B-6604-420F-8AB0-3FCA0E9096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1859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9" name="Line 37">
                <a:extLst>
                  <a:ext uri="{FF2B5EF4-FFF2-40B4-BE49-F238E27FC236}">
                    <a16:creationId xmlns:a16="http://schemas.microsoft.com/office/drawing/2014/main" id="{F658726E-8450-48CF-9E29-A413ED692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1859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0" name="Line 38">
                <a:extLst>
                  <a:ext uri="{FF2B5EF4-FFF2-40B4-BE49-F238E27FC236}">
                    <a16:creationId xmlns:a16="http://schemas.microsoft.com/office/drawing/2014/main" id="{6928F906-779B-4249-A61A-10D44C992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1400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1" name="Line 39">
                <a:extLst>
                  <a:ext uri="{FF2B5EF4-FFF2-40B4-BE49-F238E27FC236}">
                    <a16:creationId xmlns:a16="http://schemas.microsoft.com/office/drawing/2014/main" id="{296C5D35-FD09-4237-A794-19605F73C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1400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2" name="Line 40">
                <a:extLst>
                  <a:ext uri="{FF2B5EF4-FFF2-40B4-BE49-F238E27FC236}">
                    <a16:creationId xmlns:a16="http://schemas.microsoft.com/office/drawing/2014/main" id="{A08CF32B-9153-4FA8-B41E-4339F483D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9" y="951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3" name="Line 41">
                <a:extLst>
                  <a:ext uri="{FF2B5EF4-FFF2-40B4-BE49-F238E27FC236}">
                    <a16:creationId xmlns:a16="http://schemas.microsoft.com/office/drawing/2014/main" id="{FB6AA8CD-1997-4302-8AF6-6F7254416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2" y="951"/>
                <a:ext cx="72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04" name="Rectangle 42">
                <a:extLst>
                  <a:ext uri="{FF2B5EF4-FFF2-40B4-BE49-F238E27FC236}">
                    <a16:creationId xmlns:a16="http://schemas.microsoft.com/office/drawing/2014/main" id="{56781C95-F2BA-4862-9C8C-16157EDD7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" y="3710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05" name="Rectangle 43">
                <a:extLst>
                  <a:ext uri="{FF2B5EF4-FFF2-40B4-BE49-F238E27FC236}">
                    <a16:creationId xmlns:a16="http://schemas.microsoft.com/office/drawing/2014/main" id="{4FB98B6A-8D96-400F-8336-BD4A4270E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5" y="3710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06" name="Rectangle 44">
                <a:extLst>
                  <a:ext uri="{FF2B5EF4-FFF2-40B4-BE49-F238E27FC236}">
                    <a16:creationId xmlns:a16="http://schemas.microsoft.com/office/drawing/2014/main" id="{08B2F5E9-6BD7-4F61-A0E1-D5174F8D2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0" y="3710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07" name="Rectangle 45">
                <a:extLst>
                  <a:ext uri="{FF2B5EF4-FFF2-40B4-BE49-F238E27FC236}">
                    <a16:creationId xmlns:a16="http://schemas.microsoft.com/office/drawing/2014/main" id="{3EB936D9-C4D7-40F8-A4CF-F011072B6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5" y="3710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08" name="Rectangle 46">
                <a:extLst>
                  <a:ext uri="{FF2B5EF4-FFF2-40B4-BE49-F238E27FC236}">
                    <a16:creationId xmlns:a16="http://schemas.microsoft.com/office/drawing/2014/main" id="{BD3FB6E3-78E3-4B1B-8E1E-8307F15C7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0" y="3710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09" name="Rectangle 47">
                <a:extLst>
                  <a:ext uri="{FF2B5EF4-FFF2-40B4-BE49-F238E27FC236}">
                    <a16:creationId xmlns:a16="http://schemas.microsoft.com/office/drawing/2014/main" id="{71F8FFAC-9CF0-4EBC-8765-8F7BACC46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8" y="3710"/>
                <a:ext cx="96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0" name="Line 48">
                <a:extLst>
                  <a:ext uri="{FF2B5EF4-FFF2-40B4-BE49-F238E27FC236}">
                    <a16:creationId xmlns:a16="http://schemas.microsoft.com/office/drawing/2014/main" id="{9FDBBBFB-E34E-44FD-997E-65340A7A5E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6" y="3683"/>
                <a:ext cx="4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11" name="Rectangle 49">
                <a:extLst>
                  <a:ext uri="{FF2B5EF4-FFF2-40B4-BE49-F238E27FC236}">
                    <a16:creationId xmlns:a16="http://schemas.microsoft.com/office/drawing/2014/main" id="{4F72A463-7769-4AA0-90A3-C4ED76ADB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0" y="3629"/>
                <a:ext cx="119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2" name="Line 50">
                <a:extLst>
                  <a:ext uri="{FF2B5EF4-FFF2-40B4-BE49-F238E27FC236}">
                    <a16:creationId xmlns:a16="http://schemas.microsoft.com/office/drawing/2014/main" id="{4BA97F6F-2FA6-4F34-B3FE-880C53EE0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3225"/>
                <a:ext cx="4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13" name="Rectangle 51">
                <a:extLst>
                  <a:ext uri="{FF2B5EF4-FFF2-40B4-BE49-F238E27FC236}">
                    <a16:creationId xmlns:a16="http://schemas.microsoft.com/office/drawing/2014/main" id="{08ABBFD9-1999-4981-AEFA-AC1319E9B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3171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4" name="Line 52">
                <a:extLst>
                  <a:ext uri="{FF2B5EF4-FFF2-40B4-BE49-F238E27FC236}">
                    <a16:creationId xmlns:a16="http://schemas.microsoft.com/office/drawing/2014/main" id="{C3179083-5A4D-471F-9A35-95B8526B6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6" y="2767"/>
                <a:ext cx="4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15" name="Rectangle 53">
                <a:extLst>
                  <a:ext uri="{FF2B5EF4-FFF2-40B4-BE49-F238E27FC236}">
                    <a16:creationId xmlns:a16="http://schemas.microsoft.com/office/drawing/2014/main" id="{84B93010-3890-4F47-B2E3-A47760546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0" y="2713"/>
                <a:ext cx="119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6" name="Rectangle 54">
                <a:extLst>
                  <a:ext uri="{FF2B5EF4-FFF2-40B4-BE49-F238E27FC236}">
                    <a16:creationId xmlns:a16="http://schemas.microsoft.com/office/drawing/2014/main" id="{5A0DFC73-9C5D-43EF-B902-7C2F85E8E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2263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7" name="Rectangle 55">
                <a:extLst>
                  <a:ext uri="{FF2B5EF4-FFF2-40B4-BE49-F238E27FC236}">
                    <a16:creationId xmlns:a16="http://schemas.microsoft.com/office/drawing/2014/main" id="{91A1B1B1-42D6-4177-A55C-88BB7C1D3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1805"/>
                <a:ext cx="119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8" name="Rectangle 56">
                <a:extLst>
                  <a:ext uri="{FF2B5EF4-FFF2-40B4-BE49-F238E27FC236}">
                    <a16:creationId xmlns:a16="http://schemas.microsoft.com/office/drawing/2014/main" id="{7B52D7F3-D278-4C4E-A8CE-BD4315C79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1346"/>
                <a:ext cx="48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19" name="Rectangle 57">
                <a:extLst>
                  <a:ext uri="{FF2B5EF4-FFF2-40B4-BE49-F238E27FC236}">
                    <a16:creationId xmlns:a16="http://schemas.microsoft.com/office/drawing/2014/main" id="{A86249F1-E4FC-4304-8D78-CBB7E58A3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897"/>
                <a:ext cx="119" cy="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79920" name="Rectangle 58">
                <a:extLst>
                  <a:ext uri="{FF2B5EF4-FFF2-40B4-BE49-F238E27FC236}">
                    <a16:creationId xmlns:a16="http://schemas.microsoft.com/office/drawing/2014/main" id="{71F9EFAC-DF28-4698-9415-D3CDEB17A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9" y="951"/>
                <a:ext cx="3775" cy="2732"/>
              </a:xfrm>
              <a:prstGeom prst="rect">
                <a:avLst/>
              </a:prstGeom>
              <a:noFill/>
              <a:ln w="1428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9921" name="Freeform 59">
                <a:extLst>
                  <a:ext uri="{FF2B5EF4-FFF2-40B4-BE49-F238E27FC236}">
                    <a16:creationId xmlns:a16="http://schemas.microsoft.com/office/drawing/2014/main" id="{0263E6BB-7A22-475C-BA98-ACD441863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238"/>
                <a:ext cx="3775" cy="2149"/>
              </a:xfrm>
              <a:custGeom>
                <a:avLst/>
                <a:gdLst>
                  <a:gd name="T0" fmla="*/ 45 w 420"/>
                  <a:gd name="T1" fmla="*/ 9 h 239"/>
                  <a:gd name="T2" fmla="*/ 99 w 420"/>
                  <a:gd name="T3" fmla="*/ 252 h 239"/>
                  <a:gd name="T4" fmla="*/ 153 w 420"/>
                  <a:gd name="T5" fmla="*/ 117 h 239"/>
                  <a:gd name="T6" fmla="*/ 216 w 420"/>
                  <a:gd name="T7" fmla="*/ 162 h 239"/>
                  <a:gd name="T8" fmla="*/ 279 w 420"/>
                  <a:gd name="T9" fmla="*/ 189 h 239"/>
                  <a:gd name="T10" fmla="*/ 351 w 420"/>
                  <a:gd name="T11" fmla="*/ 144 h 239"/>
                  <a:gd name="T12" fmla="*/ 422 w 420"/>
                  <a:gd name="T13" fmla="*/ 162 h 239"/>
                  <a:gd name="T14" fmla="*/ 512 w 420"/>
                  <a:gd name="T15" fmla="*/ 171 h 239"/>
                  <a:gd name="T16" fmla="*/ 593 w 420"/>
                  <a:gd name="T17" fmla="*/ 189 h 239"/>
                  <a:gd name="T18" fmla="*/ 674 w 420"/>
                  <a:gd name="T19" fmla="*/ 180 h 239"/>
                  <a:gd name="T20" fmla="*/ 755 w 420"/>
                  <a:gd name="T21" fmla="*/ 144 h 239"/>
                  <a:gd name="T22" fmla="*/ 818 w 420"/>
                  <a:gd name="T23" fmla="*/ 153 h 239"/>
                  <a:gd name="T24" fmla="*/ 890 w 420"/>
                  <a:gd name="T25" fmla="*/ 189 h 239"/>
                  <a:gd name="T26" fmla="*/ 953 w 420"/>
                  <a:gd name="T27" fmla="*/ 144 h 239"/>
                  <a:gd name="T28" fmla="*/ 1007 w 420"/>
                  <a:gd name="T29" fmla="*/ 153 h 239"/>
                  <a:gd name="T30" fmla="*/ 1061 w 420"/>
                  <a:gd name="T31" fmla="*/ 198 h 239"/>
                  <a:gd name="T32" fmla="*/ 1115 w 420"/>
                  <a:gd name="T33" fmla="*/ 72 h 239"/>
                  <a:gd name="T34" fmla="*/ 1168 w 420"/>
                  <a:gd name="T35" fmla="*/ 531 h 239"/>
                  <a:gd name="T36" fmla="*/ 1213 w 420"/>
                  <a:gd name="T37" fmla="*/ 2032 h 239"/>
                  <a:gd name="T38" fmla="*/ 1267 w 420"/>
                  <a:gd name="T39" fmla="*/ 1924 h 239"/>
                  <a:gd name="T40" fmla="*/ 1321 w 420"/>
                  <a:gd name="T41" fmla="*/ 2041 h 239"/>
                  <a:gd name="T42" fmla="*/ 1393 w 420"/>
                  <a:gd name="T43" fmla="*/ 1951 h 239"/>
                  <a:gd name="T44" fmla="*/ 1447 w 420"/>
                  <a:gd name="T45" fmla="*/ 1996 h 239"/>
                  <a:gd name="T46" fmla="*/ 1510 w 420"/>
                  <a:gd name="T47" fmla="*/ 2005 h 239"/>
                  <a:gd name="T48" fmla="*/ 1582 w 420"/>
                  <a:gd name="T49" fmla="*/ 1960 h 239"/>
                  <a:gd name="T50" fmla="*/ 1672 w 420"/>
                  <a:gd name="T51" fmla="*/ 1960 h 239"/>
                  <a:gd name="T52" fmla="*/ 1753 w 420"/>
                  <a:gd name="T53" fmla="*/ 1978 h 239"/>
                  <a:gd name="T54" fmla="*/ 1843 w 420"/>
                  <a:gd name="T55" fmla="*/ 1987 h 239"/>
                  <a:gd name="T56" fmla="*/ 1914 w 420"/>
                  <a:gd name="T57" fmla="*/ 2014 h 239"/>
                  <a:gd name="T58" fmla="*/ 1995 w 420"/>
                  <a:gd name="T59" fmla="*/ 1978 h 239"/>
                  <a:gd name="T60" fmla="*/ 2058 w 420"/>
                  <a:gd name="T61" fmla="*/ 1960 h 239"/>
                  <a:gd name="T62" fmla="*/ 2121 w 420"/>
                  <a:gd name="T63" fmla="*/ 2023 h 239"/>
                  <a:gd name="T64" fmla="*/ 2184 w 420"/>
                  <a:gd name="T65" fmla="*/ 1960 h 239"/>
                  <a:gd name="T66" fmla="*/ 2238 w 420"/>
                  <a:gd name="T67" fmla="*/ 2005 h 239"/>
                  <a:gd name="T68" fmla="*/ 2292 w 420"/>
                  <a:gd name="T69" fmla="*/ 1987 h 239"/>
                  <a:gd name="T70" fmla="*/ 2346 w 420"/>
                  <a:gd name="T71" fmla="*/ 1852 h 239"/>
                  <a:gd name="T72" fmla="*/ 2391 w 420"/>
                  <a:gd name="T73" fmla="*/ 270 h 239"/>
                  <a:gd name="T74" fmla="*/ 2445 w 420"/>
                  <a:gd name="T75" fmla="*/ 171 h 239"/>
                  <a:gd name="T76" fmla="*/ 2499 w 420"/>
                  <a:gd name="T77" fmla="*/ 153 h 239"/>
                  <a:gd name="T78" fmla="*/ 2544 w 420"/>
                  <a:gd name="T79" fmla="*/ 180 h 239"/>
                  <a:gd name="T80" fmla="*/ 2616 w 420"/>
                  <a:gd name="T81" fmla="*/ 126 h 239"/>
                  <a:gd name="T82" fmla="*/ 2678 w 420"/>
                  <a:gd name="T83" fmla="*/ 189 h 239"/>
                  <a:gd name="T84" fmla="*/ 2732 w 420"/>
                  <a:gd name="T85" fmla="*/ 162 h 239"/>
                  <a:gd name="T86" fmla="*/ 2804 w 420"/>
                  <a:gd name="T87" fmla="*/ 135 h 239"/>
                  <a:gd name="T88" fmla="*/ 2876 w 420"/>
                  <a:gd name="T89" fmla="*/ 171 h 239"/>
                  <a:gd name="T90" fmla="*/ 2948 w 420"/>
                  <a:gd name="T91" fmla="*/ 180 h 239"/>
                  <a:gd name="T92" fmla="*/ 3029 w 420"/>
                  <a:gd name="T93" fmla="*/ 153 h 239"/>
                  <a:gd name="T94" fmla="*/ 3101 w 420"/>
                  <a:gd name="T95" fmla="*/ 144 h 239"/>
                  <a:gd name="T96" fmla="*/ 3182 w 420"/>
                  <a:gd name="T97" fmla="*/ 162 h 239"/>
                  <a:gd name="T98" fmla="*/ 3245 w 420"/>
                  <a:gd name="T99" fmla="*/ 180 h 239"/>
                  <a:gd name="T100" fmla="*/ 3299 w 420"/>
                  <a:gd name="T101" fmla="*/ 126 h 239"/>
                  <a:gd name="T102" fmla="*/ 3362 w 420"/>
                  <a:gd name="T103" fmla="*/ 207 h 239"/>
                  <a:gd name="T104" fmla="*/ 3415 w 420"/>
                  <a:gd name="T105" fmla="*/ 126 h 239"/>
                  <a:gd name="T106" fmla="*/ 3469 w 420"/>
                  <a:gd name="T107" fmla="*/ 189 h 239"/>
                  <a:gd name="T108" fmla="*/ 3523 w 420"/>
                  <a:gd name="T109" fmla="*/ 207 h 239"/>
                  <a:gd name="T110" fmla="*/ 3577 w 420"/>
                  <a:gd name="T111" fmla="*/ 1771 h 239"/>
                  <a:gd name="T112" fmla="*/ 3631 w 420"/>
                  <a:gd name="T113" fmla="*/ 2014 h 239"/>
                  <a:gd name="T114" fmla="*/ 3676 w 420"/>
                  <a:gd name="T115" fmla="*/ 1987 h 239"/>
                  <a:gd name="T116" fmla="*/ 3730 w 420"/>
                  <a:gd name="T117" fmla="*/ 1969 h 23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420"/>
                  <a:gd name="T178" fmla="*/ 0 h 239"/>
                  <a:gd name="T179" fmla="*/ 420 w 420"/>
                  <a:gd name="T180" fmla="*/ 239 h 23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420" h="239">
                    <a:moveTo>
                      <a:pt x="0" y="120"/>
                    </a:moveTo>
                    <a:lnTo>
                      <a:pt x="0" y="104"/>
                    </a:lnTo>
                    <a:lnTo>
                      <a:pt x="0" y="89"/>
                    </a:lnTo>
                    <a:lnTo>
                      <a:pt x="1" y="74"/>
                    </a:lnTo>
                    <a:lnTo>
                      <a:pt x="1" y="61"/>
                    </a:lnTo>
                    <a:lnTo>
                      <a:pt x="2" y="48"/>
                    </a:lnTo>
                    <a:lnTo>
                      <a:pt x="2" y="37"/>
                    </a:lnTo>
                    <a:lnTo>
                      <a:pt x="2" y="27"/>
                    </a:lnTo>
                    <a:lnTo>
                      <a:pt x="3" y="18"/>
                    </a:lnTo>
                    <a:lnTo>
                      <a:pt x="3" y="12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7" y="14"/>
                    </a:lnTo>
                    <a:lnTo>
                      <a:pt x="8" y="17"/>
                    </a:lnTo>
                    <a:lnTo>
                      <a:pt x="8" y="20"/>
                    </a:lnTo>
                    <a:lnTo>
                      <a:pt x="9" y="23"/>
                    </a:lnTo>
                    <a:lnTo>
                      <a:pt x="9" y="25"/>
                    </a:lnTo>
                    <a:lnTo>
                      <a:pt x="10" y="27"/>
                    </a:lnTo>
                    <a:lnTo>
                      <a:pt x="10" y="28"/>
                    </a:lnTo>
                    <a:lnTo>
                      <a:pt x="11" y="28"/>
                    </a:lnTo>
                    <a:lnTo>
                      <a:pt x="11" y="27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3" y="23"/>
                    </a:lnTo>
                    <a:lnTo>
                      <a:pt x="13" y="21"/>
                    </a:lnTo>
                    <a:lnTo>
                      <a:pt x="13" y="19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5" y="13"/>
                    </a:lnTo>
                    <a:lnTo>
                      <a:pt x="15" y="12"/>
                    </a:lnTo>
                    <a:lnTo>
                      <a:pt x="16" y="11"/>
                    </a:lnTo>
                    <a:lnTo>
                      <a:pt x="17" y="12"/>
                    </a:lnTo>
                    <a:lnTo>
                      <a:pt x="17" y="13"/>
                    </a:lnTo>
                    <a:lnTo>
                      <a:pt x="18" y="14"/>
                    </a:lnTo>
                    <a:lnTo>
                      <a:pt x="18" y="15"/>
                    </a:lnTo>
                    <a:lnTo>
                      <a:pt x="18" y="16"/>
                    </a:lnTo>
                    <a:lnTo>
                      <a:pt x="19" y="18"/>
                    </a:lnTo>
                    <a:lnTo>
                      <a:pt x="19" y="19"/>
                    </a:lnTo>
                    <a:lnTo>
                      <a:pt x="20" y="21"/>
                    </a:lnTo>
                    <a:lnTo>
                      <a:pt x="20" y="22"/>
                    </a:lnTo>
                    <a:lnTo>
                      <a:pt x="21" y="23"/>
                    </a:lnTo>
                    <a:lnTo>
                      <a:pt x="22" y="23"/>
                    </a:lnTo>
                    <a:lnTo>
                      <a:pt x="23" y="22"/>
                    </a:lnTo>
                    <a:lnTo>
                      <a:pt x="23" y="21"/>
                    </a:lnTo>
                    <a:lnTo>
                      <a:pt x="24" y="20"/>
                    </a:lnTo>
                    <a:lnTo>
                      <a:pt x="24" y="18"/>
                    </a:lnTo>
                    <a:lnTo>
                      <a:pt x="25" y="17"/>
                    </a:lnTo>
                    <a:lnTo>
                      <a:pt x="25" y="16"/>
                    </a:lnTo>
                    <a:lnTo>
                      <a:pt x="26" y="15"/>
                    </a:lnTo>
                    <a:lnTo>
                      <a:pt x="26" y="14"/>
                    </a:lnTo>
                    <a:lnTo>
                      <a:pt x="27" y="14"/>
                    </a:lnTo>
                    <a:lnTo>
                      <a:pt x="28" y="14"/>
                    </a:lnTo>
                    <a:lnTo>
                      <a:pt x="28" y="15"/>
                    </a:lnTo>
                    <a:lnTo>
                      <a:pt x="29" y="16"/>
                    </a:lnTo>
                    <a:lnTo>
                      <a:pt x="29" y="17"/>
                    </a:lnTo>
                    <a:lnTo>
                      <a:pt x="30" y="18"/>
                    </a:lnTo>
                    <a:lnTo>
                      <a:pt x="30" y="19"/>
                    </a:lnTo>
                    <a:lnTo>
                      <a:pt x="31" y="20"/>
                    </a:lnTo>
                    <a:lnTo>
                      <a:pt x="31" y="21"/>
                    </a:lnTo>
                    <a:lnTo>
                      <a:pt x="32" y="22"/>
                    </a:lnTo>
                    <a:lnTo>
                      <a:pt x="33" y="22"/>
                    </a:lnTo>
                    <a:lnTo>
                      <a:pt x="34" y="21"/>
                    </a:lnTo>
                    <a:lnTo>
                      <a:pt x="34" y="20"/>
                    </a:lnTo>
                    <a:lnTo>
                      <a:pt x="35" y="19"/>
                    </a:lnTo>
                    <a:lnTo>
                      <a:pt x="35" y="18"/>
                    </a:lnTo>
                    <a:lnTo>
                      <a:pt x="36" y="18"/>
                    </a:lnTo>
                    <a:lnTo>
                      <a:pt x="36" y="17"/>
                    </a:lnTo>
                    <a:lnTo>
                      <a:pt x="36" y="16"/>
                    </a:lnTo>
                    <a:lnTo>
                      <a:pt x="37" y="15"/>
                    </a:lnTo>
                    <a:lnTo>
                      <a:pt x="38" y="15"/>
                    </a:lnTo>
                    <a:lnTo>
                      <a:pt x="39" y="15"/>
                    </a:lnTo>
                    <a:lnTo>
                      <a:pt x="39" y="16"/>
                    </a:lnTo>
                    <a:lnTo>
                      <a:pt x="40" y="16"/>
                    </a:lnTo>
                    <a:lnTo>
                      <a:pt x="40" y="17"/>
                    </a:lnTo>
                    <a:lnTo>
                      <a:pt x="41" y="18"/>
                    </a:lnTo>
                    <a:lnTo>
                      <a:pt x="41" y="19"/>
                    </a:lnTo>
                    <a:lnTo>
                      <a:pt x="42" y="19"/>
                    </a:lnTo>
                    <a:lnTo>
                      <a:pt x="42" y="20"/>
                    </a:lnTo>
                    <a:lnTo>
                      <a:pt x="42" y="21"/>
                    </a:lnTo>
                    <a:lnTo>
                      <a:pt x="43" y="21"/>
                    </a:lnTo>
                    <a:lnTo>
                      <a:pt x="44" y="21"/>
                    </a:lnTo>
                    <a:lnTo>
                      <a:pt x="45" y="20"/>
                    </a:lnTo>
                    <a:lnTo>
                      <a:pt x="46" y="19"/>
                    </a:lnTo>
                    <a:lnTo>
                      <a:pt x="46" y="18"/>
                    </a:lnTo>
                    <a:lnTo>
                      <a:pt x="47" y="18"/>
                    </a:lnTo>
                    <a:lnTo>
                      <a:pt x="47" y="17"/>
                    </a:lnTo>
                    <a:lnTo>
                      <a:pt x="47" y="16"/>
                    </a:lnTo>
                    <a:lnTo>
                      <a:pt x="48" y="16"/>
                    </a:lnTo>
                    <a:lnTo>
                      <a:pt x="49" y="15"/>
                    </a:lnTo>
                    <a:lnTo>
                      <a:pt x="50" y="16"/>
                    </a:lnTo>
                    <a:lnTo>
                      <a:pt x="51" y="17"/>
                    </a:lnTo>
                    <a:lnTo>
                      <a:pt x="52" y="18"/>
                    </a:lnTo>
                    <a:lnTo>
                      <a:pt x="52" y="19"/>
                    </a:lnTo>
                    <a:lnTo>
                      <a:pt x="53" y="20"/>
                    </a:lnTo>
                    <a:lnTo>
                      <a:pt x="54" y="21"/>
                    </a:lnTo>
                    <a:lnTo>
                      <a:pt x="55" y="21"/>
                    </a:lnTo>
                    <a:lnTo>
                      <a:pt x="56" y="20"/>
                    </a:lnTo>
                    <a:lnTo>
                      <a:pt x="57" y="19"/>
                    </a:lnTo>
                    <a:lnTo>
                      <a:pt x="57" y="18"/>
                    </a:lnTo>
                    <a:lnTo>
                      <a:pt x="58" y="17"/>
                    </a:lnTo>
                    <a:lnTo>
                      <a:pt x="59" y="16"/>
                    </a:lnTo>
                    <a:lnTo>
                      <a:pt x="60" y="16"/>
                    </a:lnTo>
                    <a:lnTo>
                      <a:pt x="60" y="15"/>
                    </a:lnTo>
                    <a:lnTo>
                      <a:pt x="60" y="16"/>
                    </a:lnTo>
                    <a:lnTo>
                      <a:pt x="61" y="16"/>
                    </a:lnTo>
                    <a:lnTo>
                      <a:pt x="62" y="17"/>
                    </a:lnTo>
                    <a:lnTo>
                      <a:pt x="63" y="18"/>
                    </a:lnTo>
                    <a:lnTo>
                      <a:pt x="63" y="19"/>
                    </a:lnTo>
                    <a:lnTo>
                      <a:pt x="64" y="20"/>
                    </a:lnTo>
                    <a:lnTo>
                      <a:pt x="65" y="21"/>
                    </a:lnTo>
                    <a:lnTo>
                      <a:pt x="66" y="21"/>
                    </a:lnTo>
                    <a:lnTo>
                      <a:pt x="67" y="20"/>
                    </a:lnTo>
                    <a:lnTo>
                      <a:pt x="68" y="19"/>
                    </a:lnTo>
                    <a:lnTo>
                      <a:pt x="68" y="18"/>
                    </a:lnTo>
                    <a:lnTo>
                      <a:pt x="69" y="17"/>
                    </a:lnTo>
                    <a:lnTo>
                      <a:pt x="70" y="16"/>
                    </a:lnTo>
                    <a:lnTo>
                      <a:pt x="71" y="15"/>
                    </a:lnTo>
                    <a:lnTo>
                      <a:pt x="71" y="16"/>
                    </a:lnTo>
                    <a:lnTo>
                      <a:pt x="72" y="16"/>
                    </a:lnTo>
                    <a:lnTo>
                      <a:pt x="73" y="17"/>
                    </a:lnTo>
                    <a:lnTo>
                      <a:pt x="73" y="18"/>
                    </a:lnTo>
                    <a:lnTo>
                      <a:pt x="74" y="18"/>
                    </a:lnTo>
                    <a:lnTo>
                      <a:pt x="74" y="19"/>
                    </a:lnTo>
                    <a:lnTo>
                      <a:pt x="75" y="20"/>
                    </a:lnTo>
                    <a:lnTo>
                      <a:pt x="76" y="21"/>
                    </a:lnTo>
                    <a:lnTo>
                      <a:pt x="77" y="21"/>
                    </a:lnTo>
                    <a:lnTo>
                      <a:pt x="78" y="20"/>
                    </a:lnTo>
                    <a:lnTo>
                      <a:pt x="78" y="19"/>
                    </a:lnTo>
                    <a:lnTo>
                      <a:pt x="79" y="19"/>
                    </a:lnTo>
                    <a:lnTo>
                      <a:pt x="79" y="18"/>
                    </a:lnTo>
                    <a:lnTo>
                      <a:pt x="80" y="17"/>
                    </a:lnTo>
                    <a:lnTo>
                      <a:pt x="81" y="16"/>
                    </a:lnTo>
                    <a:lnTo>
                      <a:pt x="81" y="15"/>
                    </a:lnTo>
                    <a:lnTo>
                      <a:pt x="82" y="15"/>
                    </a:lnTo>
                    <a:lnTo>
                      <a:pt x="83" y="15"/>
                    </a:lnTo>
                    <a:lnTo>
                      <a:pt x="83" y="16"/>
                    </a:lnTo>
                    <a:lnTo>
                      <a:pt x="84" y="16"/>
                    </a:lnTo>
                    <a:lnTo>
                      <a:pt x="84" y="17"/>
                    </a:lnTo>
                    <a:lnTo>
                      <a:pt x="84" y="18"/>
                    </a:lnTo>
                    <a:lnTo>
                      <a:pt x="85" y="18"/>
                    </a:lnTo>
                    <a:lnTo>
                      <a:pt x="85" y="19"/>
                    </a:lnTo>
                    <a:lnTo>
                      <a:pt x="86" y="20"/>
                    </a:lnTo>
                    <a:lnTo>
                      <a:pt x="86" y="21"/>
                    </a:lnTo>
                    <a:lnTo>
                      <a:pt x="87" y="21"/>
                    </a:lnTo>
                    <a:lnTo>
                      <a:pt x="88" y="21"/>
                    </a:lnTo>
                    <a:lnTo>
                      <a:pt x="89" y="21"/>
                    </a:lnTo>
                    <a:lnTo>
                      <a:pt x="89" y="20"/>
                    </a:lnTo>
                    <a:lnTo>
                      <a:pt x="90" y="19"/>
                    </a:lnTo>
                    <a:lnTo>
                      <a:pt x="90" y="18"/>
                    </a:lnTo>
                    <a:lnTo>
                      <a:pt x="91" y="17"/>
                    </a:lnTo>
                    <a:lnTo>
                      <a:pt x="91" y="16"/>
                    </a:lnTo>
                    <a:lnTo>
                      <a:pt x="92" y="15"/>
                    </a:lnTo>
                    <a:lnTo>
                      <a:pt x="93" y="15"/>
                    </a:lnTo>
                    <a:lnTo>
                      <a:pt x="94" y="15"/>
                    </a:lnTo>
                    <a:lnTo>
                      <a:pt x="94" y="16"/>
                    </a:lnTo>
                    <a:lnTo>
                      <a:pt x="95" y="17"/>
                    </a:lnTo>
                    <a:lnTo>
                      <a:pt x="96" y="18"/>
                    </a:lnTo>
                    <a:lnTo>
                      <a:pt x="96" y="19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8" y="22"/>
                    </a:lnTo>
                    <a:lnTo>
                      <a:pt x="99" y="22"/>
                    </a:lnTo>
                    <a:lnTo>
                      <a:pt x="99" y="21"/>
                    </a:lnTo>
                    <a:lnTo>
                      <a:pt x="100" y="21"/>
                    </a:lnTo>
                    <a:lnTo>
                      <a:pt x="100" y="20"/>
                    </a:lnTo>
                    <a:lnTo>
                      <a:pt x="101" y="19"/>
                    </a:lnTo>
                    <a:lnTo>
                      <a:pt x="101" y="18"/>
                    </a:lnTo>
                    <a:lnTo>
                      <a:pt x="102" y="17"/>
                    </a:lnTo>
                    <a:lnTo>
                      <a:pt x="102" y="16"/>
                    </a:lnTo>
                    <a:lnTo>
                      <a:pt x="102" y="15"/>
                    </a:lnTo>
                    <a:lnTo>
                      <a:pt x="103" y="15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5" y="14"/>
                    </a:lnTo>
                    <a:lnTo>
                      <a:pt x="105" y="15"/>
                    </a:lnTo>
                    <a:lnTo>
                      <a:pt x="106" y="16"/>
                    </a:lnTo>
                    <a:lnTo>
                      <a:pt x="106" y="17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8" y="21"/>
                    </a:lnTo>
                    <a:lnTo>
                      <a:pt x="108" y="22"/>
                    </a:lnTo>
                    <a:lnTo>
                      <a:pt x="109" y="23"/>
                    </a:lnTo>
                    <a:lnTo>
                      <a:pt x="110" y="23"/>
                    </a:lnTo>
                    <a:lnTo>
                      <a:pt x="111" y="22"/>
                    </a:lnTo>
                    <a:lnTo>
                      <a:pt x="111" y="21"/>
                    </a:lnTo>
                    <a:lnTo>
                      <a:pt x="112" y="20"/>
                    </a:lnTo>
                    <a:lnTo>
                      <a:pt x="112" y="18"/>
                    </a:lnTo>
                    <a:lnTo>
                      <a:pt x="112" y="17"/>
                    </a:lnTo>
                    <a:lnTo>
                      <a:pt x="113" y="15"/>
                    </a:lnTo>
                    <a:lnTo>
                      <a:pt x="113" y="14"/>
                    </a:lnTo>
                    <a:lnTo>
                      <a:pt x="114" y="13"/>
                    </a:lnTo>
                    <a:lnTo>
                      <a:pt x="114" y="12"/>
                    </a:lnTo>
                    <a:lnTo>
                      <a:pt x="115" y="11"/>
                    </a:lnTo>
                    <a:lnTo>
                      <a:pt x="115" y="12"/>
                    </a:lnTo>
                    <a:lnTo>
                      <a:pt x="116" y="12"/>
                    </a:lnTo>
                    <a:lnTo>
                      <a:pt x="116" y="13"/>
                    </a:lnTo>
                    <a:lnTo>
                      <a:pt x="117" y="15"/>
                    </a:lnTo>
                    <a:lnTo>
                      <a:pt x="117" y="16"/>
                    </a:lnTo>
                    <a:lnTo>
                      <a:pt x="118" y="18"/>
                    </a:lnTo>
                    <a:lnTo>
                      <a:pt x="118" y="20"/>
                    </a:lnTo>
                    <a:lnTo>
                      <a:pt x="118" y="22"/>
                    </a:lnTo>
                    <a:lnTo>
                      <a:pt x="119" y="24"/>
                    </a:lnTo>
                    <a:lnTo>
                      <a:pt x="119" y="26"/>
                    </a:lnTo>
                    <a:lnTo>
                      <a:pt x="120" y="27"/>
                    </a:lnTo>
                    <a:lnTo>
                      <a:pt x="120" y="28"/>
                    </a:lnTo>
                    <a:lnTo>
                      <a:pt x="121" y="28"/>
                    </a:lnTo>
                    <a:lnTo>
                      <a:pt x="121" y="27"/>
                    </a:lnTo>
                    <a:lnTo>
                      <a:pt x="122" y="25"/>
                    </a:lnTo>
                    <a:lnTo>
                      <a:pt x="122" y="23"/>
                    </a:lnTo>
                    <a:lnTo>
                      <a:pt x="123" y="21"/>
                    </a:lnTo>
                    <a:lnTo>
                      <a:pt x="123" y="17"/>
                    </a:lnTo>
                    <a:lnTo>
                      <a:pt x="123" y="14"/>
                    </a:lnTo>
                    <a:lnTo>
                      <a:pt x="124" y="11"/>
                    </a:lnTo>
                    <a:lnTo>
                      <a:pt x="124" y="8"/>
                    </a:lnTo>
                    <a:lnTo>
                      <a:pt x="125" y="5"/>
                    </a:lnTo>
                    <a:lnTo>
                      <a:pt x="125" y="2"/>
                    </a:lnTo>
                    <a:lnTo>
                      <a:pt x="126" y="1"/>
                    </a:lnTo>
                    <a:lnTo>
                      <a:pt x="126" y="0"/>
                    </a:lnTo>
                    <a:lnTo>
                      <a:pt x="126" y="1"/>
                    </a:lnTo>
                    <a:lnTo>
                      <a:pt x="127" y="2"/>
                    </a:lnTo>
                    <a:lnTo>
                      <a:pt x="127" y="6"/>
                    </a:lnTo>
                    <a:lnTo>
                      <a:pt x="128" y="11"/>
                    </a:lnTo>
                    <a:lnTo>
                      <a:pt x="128" y="17"/>
                    </a:lnTo>
                    <a:lnTo>
                      <a:pt x="128" y="25"/>
                    </a:lnTo>
                    <a:lnTo>
                      <a:pt x="129" y="35"/>
                    </a:lnTo>
                    <a:lnTo>
                      <a:pt x="129" y="46"/>
                    </a:lnTo>
                    <a:lnTo>
                      <a:pt x="130" y="59"/>
                    </a:lnTo>
                    <a:lnTo>
                      <a:pt x="130" y="72"/>
                    </a:lnTo>
                    <a:lnTo>
                      <a:pt x="131" y="87"/>
                    </a:lnTo>
                    <a:lnTo>
                      <a:pt x="131" y="102"/>
                    </a:lnTo>
                    <a:lnTo>
                      <a:pt x="131" y="117"/>
                    </a:lnTo>
                    <a:lnTo>
                      <a:pt x="132" y="132"/>
                    </a:lnTo>
                    <a:lnTo>
                      <a:pt x="132" y="148"/>
                    </a:lnTo>
                    <a:lnTo>
                      <a:pt x="133" y="162"/>
                    </a:lnTo>
                    <a:lnTo>
                      <a:pt x="133" y="176"/>
                    </a:lnTo>
                    <a:lnTo>
                      <a:pt x="133" y="189"/>
                    </a:lnTo>
                    <a:lnTo>
                      <a:pt x="134" y="201"/>
                    </a:lnTo>
                    <a:lnTo>
                      <a:pt x="134" y="211"/>
                    </a:lnTo>
                    <a:lnTo>
                      <a:pt x="135" y="219"/>
                    </a:lnTo>
                    <a:lnTo>
                      <a:pt x="135" y="226"/>
                    </a:lnTo>
                    <a:lnTo>
                      <a:pt x="136" y="232"/>
                    </a:lnTo>
                    <a:lnTo>
                      <a:pt x="136" y="236"/>
                    </a:lnTo>
                    <a:lnTo>
                      <a:pt x="136" y="238"/>
                    </a:lnTo>
                    <a:lnTo>
                      <a:pt x="137" y="239"/>
                    </a:lnTo>
                    <a:lnTo>
                      <a:pt x="138" y="237"/>
                    </a:lnTo>
                    <a:lnTo>
                      <a:pt x="138" y="235"/>
                    </a:lnTo>
                    <a:lnTo>
                      <a:pt x="139" y="232"/>
                    </a:lnTo>
                    <a:lnTo>
                      <a:pt x="139" y="229"/>
                    </a:lnTo>
                    <a:lnTo>
                      <a:pt x="139" y="226"/>
                    </a:lnTo>
                    <a:lnTo>
                      <a:pt x="140" y="223"/>
                    </a:lnTo>
                    <a:lnTo>
                      <a:pt x="140" y="219"/>
                    </a:lnTo>
                    <a:lnTo>
                      <a:pt x="141" y="217"/>
                    </a:lnTo>
                    <a:lnTo>
                      <a:pt x="141" y="214"/>
                    </a:lnTo>
                    <a:lnTo>
                      <a:pt x="141" y="213"/>
                    </a:lnTo>
                    <a:lnTo>
                      <a:pt x="142" y="211"/>
                    </a:lnTo>
                    <a:lnTo>
                      <a:pt x="143" y="211"/>
                    </a:lnTo>
                    <a:lnTo>
                      <a:pt x="143" y="212"/>
                    </a:lnTo>
                    <a:lnTo>
                      <a:pt x="144" y="213"/>
                    </a:lnTo>
                    <a:lnTo>
                      <a:pt x="144" y="214"/>
                    </a:lnTo>
                    <a:lnTo>
                      <a:pt x="144" y="216"/>
                    </a:lnTo>
                    <a:lnTo>
                      <a:pt x="145" y="218"/>
                    </a:lnTo>
                    <a:lnTo>
                      <a:pt x="145" y="220"/>
                    </a:lnTo>
                    <a:lnTo>
                      <a:pt x="146" y="222"/>
                    </a:lnTo>
                    <a:lnTo>
                      <a:pt x="146" y="224"/>
                    </a:lnTo>
                    <a:lnTo>
                      <a:pt x="147" y="225"/>
                    </a:lnTo>
                    <a:lnTo>
                      <a:pt x="147" y="227"/>
                    </a:lnTo>
                    <a:lnTo>
                      <a:pt x="148" y="228"/>
                    </a:lnTo>
                    <a:lnTo>
                      <a:pt x="149" y="227"/>
                    </a:lnTo>
                    <a:lnTo>
                      <a:pt x="149" y="226"/>
                    </a:lnTo>
                    <a:lnTo>
                      <a:pt x="149" y="225"/>
                    </a:lnTo>
                    <a:lnTo>
                      <a:pt x="150" y="224"/>
                    </a:lnTo>
                    <a:lnTo>
                      <a:pt x="150" y="223"/>
                    </a:lnTo>
                    <a:lnTo>
                      <a:pt x="151" y="221"/>
                    </a:lnTo>
                    <a:lnTo>
                      <a:pt x="151" y="220"/>
                    </a:lnTo>
                    <a:lnTo>
                      <a:pt x="152" y="219"/>
                    </a:lnTo>
                    <a:lnTo>
                      <a:pt x="152" y="217"/>
                    </a:lnTo>
                    <a:lnTo>
                      <a:pt x="153" y="216"/>
                    </a:lnTo>
                    <a:lnTo>
                      <a:pt x="154" y="216"/>
                    </a:lnTo>
                    <a:lnTo>
                      <a:pt x="155" y="217"/>
                    </a:lnTo>
                    <a:lnTo>
                      <a:pt x="155" y="218"/>
                    </a:lnTo>
                    <a:lnTo>
                      <a:pt x="156" y="219"/>
                    </a:lnTo>
                    <a:lnTo>
                      <a:pt x="156" y="220"/>
                    </a:lnTo>
                    <a:lnTo>
                      <a:pt x="157" y="222"/>
                    </a:lnTo>
                    <a:lnTo>
                      <a:pt x="157" y="223"/>
                    </a:lnTo>
                    <a:lnTo>
                      <a:pt x="157" y="224"/>
                    </a:lnTo>
                    <a:lnTo>
                      <a:pt x="158" y="224"/>
                    </a:lnTo>
                    <a:lnTo>
                      <a:pt x="158" y="225"/>
                    </a:lnTo>
                    <a:lnTo>
                      <a:pt x="159" y="225"/>
                    </a:lnTo>
                    <a:lnTo>
                      <a:pt x="160" y="225"/>
                    </a:lnTo>
                    <a:lnTo>
                      <a:pt x="160" y="224"/>
                    </a:lnTo>
                    <a:lnTo>
                      <a:pt x="161" y="223"/>
                    </a:lnTo>
                    <a:lnTo>
                      <a:pt x="161" y="222"/>
                    </a:lnTo>
                    <a:lnTo>
                      <a:pt x="162" y="221"/>
                    </a:lnTo>
                    <a:lnTo>
                      <a:pt x="162" y="220"/>
                    </a:lnTo>
                    <a:lnTo>
                      <a:pt x="162" y="219"/>
                    </a:lnTo>
                    <a:lnTo>
                      <a:pt x="163" y="218"/>
                    </a:lnTo>
                    <a:lnTo>
                      <a:pt x="164" y="217"/>
                    </a:lnTo>
                    <a:lnTo>
                      <a:pt x="165" y="217"/>
                    </a:lnTo>
                    <a:lnTo>
                      <a:pt x="165" y="218"/>
                    </a:lnTo>
                    <a:lnTo>
                      <a:pt x="166" y="218"/>
                    </a:lnTo>
                    <a:lnTo>
                      <a:pt x="166" y="219"/>
                    </a:lnTo>
                    <a:lnTo>
                      <a:pt x="167" y="220"/>
                    </a:lnTo>
                    <a:lnTo>
                      <a:pt x="168" y="221"/>
                    </a:lnTo>
                    <a:lnTo>
                      <a:pt x="168" y="222"/>
                    </a:lnTo>
                    <a:lnTo>
                      <a:pt x="168" y="223"/>
                    </a:lnTo>
                    <a:lnTo>
                      <a:pt x="169" y="223"/>
                    </a:lnTo>
                    <a:lnTo>
                      <a:pt x="169" y="224"/>
                    </a:lnTo>
                    <a:lnTo>
                      <a:pt x="170" y="224"/>
                    </a:lnTo>
                    <a:lnTo>
                      <a:pt x="171" y="224"/>
                    </a:lnTo>
                    <a:lnTo>
                      <a:pt x="171" y="223"/>
                    </a:lnTo>
                    <a:lnTo>
                      <a:pt x="172" y="223"/>
                    </a:lnTo>
                    <a:lnTo>
                      <a:pt x="172" y="222"/>
                    </a:lnTo>
                    <a:lnTo>
                      <a:pt x="173" y="221"/>
                    </a:lnTo>
                    <a:lnTo>
                      <a:pt x="173" y="220"/>
                    </a:lnTo>
                    <a:lnTo>
                      <a:pt x="174" y="219"/>
                    </a:lnTo>
                    <a:lnTo>
                      <a:pt x="174" y="218"/>
                    </a:lnTo>
                    <a:lnTo>
                      <a:pt x="175" y="218"/>
                    </a:lnTo>
                    <a:lnTo>
                      <a:pt x="176" y="218"/>
                    </a:lnTo>
                    <a:lnTo>
                      <a:pt x="177" y="219"/>
                    </a:lnTo>
                    <a:lnTo>
                      <a:pt x="178" y="220"/>
                    </a:lnTo>
                    <a:lnTo>
                      <a:pt x="178" y="221"/>
                    </a:lnTo>
                    <a:lnTo>
                      <a:pt x="179" y="222"/>
                    </a:lnTo>
                    <a:lnTo>
                      <a:pt x="180" y="223"/>
                    </a:lnTo>
                    <a:lnTo>
                      <a:pt x="181" y="224"/>
                    </a:lnTo>
                    <a:lnTo>
                      <a:pt x="182" y="223"/>
                    </a:lnTo>
                    <a:lnTo>
                      <a:pt x="183" y="222"/>
                    </a:lnTo>
                    <a:lnTo>
                      <a:pt x="183" y="221"/>
                    </a:lnTo>
                    <a:lnTo>
                      <a:pt x="184" y="221"/>
                    </a:lnTo>
                    <a:lnTo>
                      <a:pt x="184" y="220"/>
                    </a:lnTo>
                    <a:lnTo>
                      <a:pt x="185" y="219"/>
                    </a:lnTo>
                    <a:lnTo>
                      <a:pt x="186" y="218"/>
                    </a:lnTo>
                    <a:lnTo>
                      <a:pt x="187" y="218"/>
                    </a:lnTo>
                    <a:lnTo>
                      <a:pt x="188" y="219"/>
                    </a:lnTo>
                    <a:lnTo>
                      <a:pt x="189" y="220"/>
                    </a:lnTo>
                    <a:lnTo>
                      <a:pt x="189" y="221"/>
                    </a:lnTo>
                    <a:lnTo>
                      <a:pt x="190" y="222"/>
                    </a:lnTo>
                    <a:lnTo>
                      <a:pt x="191" y="223"/>
                    </a:lnTo>
                    <a:lnTo>
                      <a:pt x="192" y="224"/>
                    </a:lnTo>
                    <a:lnTo>
                      <a:pt x="192" y="223"/>
                    </a:lnTo>
                    <a:lnTo>
                      <a:pt x="193" y="223"/>
                    </a:lnTo>
                    <a:lnTo>
                      <a:pt x="194" y="222"/>
                    </a:lnTo>
                    <a:lnTo>
                      <a:pt x="194" y="221"/>
                    </a:lnTo>
                    <a:lnTo>
                      <a:pt x="195" y="221"/>
                    </a:lnTo>
                    <a:lnTo>
                      <a:pt x="195" y="220"/>
                    </a:lnTo>
                    <a:lnTo>
                      <a:pt x="196" y="219"/>
                    </a:lnTo>
                    <a:lnTo>
                      <a:pt x="197" y="218"/>
                    </a:lnTo>
                    <a:lnTo>
                      <a:pt x="198" y="218"/>
                    </a:lnTo>
                    <a:lnTo>
                      <a:pt x="199" y="219"/>
                    </a:lnTo>
                    <a:lnTo>
                      <a:pt x="199" y="220"/>
                    </a:lnTo>
                    <a:lnTo>
                      <a:pt x="200" y="220"/>
                    </a:lnTo>
                    <a:lnTo>
                      <a:pt x="200" y="221"/>
                    </a:lnTo>
                    <a:lnTo>
                      <a:pt x="201" y="222"/>
                    </a:lnTo>
                    <a:lnTo>
                      <a:pt x="202" y="223"/>
                    </a:lnTo>
                    <a:lnTo>
                      <a:pt x="203" y="224"/>
                    </a:lnTo>
                    <a:lnTo>
                      <a:pt x="204" y="223"/>
                    </a:lnTo>
                    <a:lnTo>
                      <a:pt x="205" y="222"/>
                    </a:lnTo>
                    <a:lnTo>
                      <a:pt x="205" y="221"/>
                    </a:lnTo>
                    <a:lnTo>
                      <a:pt x="206" y="221"/>
                    </a:lnTo>
                    <a:lnTo>
                      <a:pt x="206" y="220"/>
                    </a:lnTo>
                    <a:lnTo>
                      <a:pt x="207" y="219"/>
                    </a:lnTo>
                    <a:lnTo>
                      <a:pt x="208" y="218"/>
                    </a:lnTo>
                    <a:lnTo>
                      <a:pt x="209" y="218"/>
                    </a:lnTo>
                    <a:lnTo>
                      <a:pt x="210" y="219"/>
                    </a:lnTo>
                    <a:lnTo>
                      <a:pt x="210" y="220"/>
                    </a:lnTo>
                    <a:lnTo>
                      <a:pt x="211" y="220"/>
                    </a:lnTo>
                    <a:lnTo>
                      <a:pt x="211" y="221"/>
                    </a:lnTo>
                    <a:lnTo>
                      <a:pt x="212" y="222"/>
                    </a:lnTo>
                    <a:lnTo>
                      <a:pt x="212" y="223"/>
                    </a:lnTo>
                    <a:lnTo>
                      <a:pt x="213" y="223"/>
                    </a:lnTo>
                    <a:lnTo>
                      <a:pt x="213" y="224"/>
                    </a:lnTo>
                    <a:lnTo>
                      <a:pt x="214" y="224"/>
                    </a:lnTo>
                    <a:lnTo>
                      <a:pt x="215" y="224"/>
                    </a:lnTo>
                    <a:lnTo>
                      <a:pt x="215" y="223"/>
                    </a:lnTo>
                    <a:lnTo>
                      <a:pt x="216" y="222"/>
                    </a:lnTo>
                    <a:lnTo>
                      <a:pt x="217" y="221"/>
                    </a:lnTo>
                    <a:lnTo>
                      <a:pt x="217" y="220"/>
                    </a:lnTo>
                    <a:lnTo>
                      <a:pt x="217" y="219"/>
                    </a:lnTo>
                    <a:lnTo>
                      <a:pt x="218" y="219"/>
                    </a:lnTo>
                    <a:lnTo>
                      <a:pt x="218" y="218"/>
                    </a:lnTo>
                    <a:lnTo>
                      <a:pt x="219" y="218"/>
                    </a:lnTo>
                    <a:lnTo>
                      <a:pt x="220" y="218"/>
                    </a:lnTo>
                    <a:lnTo>
                      <a:pt x="221" y="219"/>
                    </a:lnTo>
                    <a:lnTo>
                      <a:pt x="222" y="220"/>
                    </a:lnTo>
                    <a:lnTo>
                      <a:pt x="222" y="221"/>
                    </a:lnTo>
                    <a:lnTo>
                      <a:pt x="223" y="222"/>
                    </a:lnTo>
                    <a:lnTo>
                      <a:pt x="223" y="223"/>
                    </a:lnTo>
                    <a:lnTo>
                      <a:pt x="224" y="224"/>
                    </a:lnTo>
                    <a:lnTo>
                      <a:pt x="225" y="224"/>
                    </a:lnTo>
                    <a:lnTo>
                      <a:pt x="226" y="224"/>
                    </a:lnTo>
                    <a:lnTo>
                      <a:pt x="226" y="223"/>
                    </a:lnTo>
                    <a:lnTo>
                      <a:pt x="227" y="223"/>
                    </a:lnTo>
                    <a:lnTo>
                      <a:pt x="227" y="222"/>
                    </a:lnTo>
                    <a:lnTo>
                      <a:pt x="228" y="221"/>
                    </a:lnTo>
                    <a:lnTo>
                      <a:pt x="228" y="220"/>
                    </a:lnTo>
                    <a:lnTo>
                      <a:pt x="228" y="219"/>
                    </a:lnTo>
                    <a:lnTo>
                      <a:pt x="229" y="218"/>
                    </a:lnTo>
                    <a:lnTo>
                      <a:pt x="230" y="217"/>
                    </a:lnTo>
                    <a:lnTo>
                      <a:pt x="231" y="217"/>
                    </a:lnTo>
                    <a:lnTo>
                      <a:pt x="231" y="218"/>
                    </a:lnTo>
                    <a:lnTo>
                      <a:pt x="232" y="218"/>
                    </a:lnTo>
                    <a:lnTo>
                      <a:pt x="232" y="219"/>
                    </a:lnTo>
                    <a:lnTo>
                      <a:pt x="233" y="220"/>
                    </a:lnTo>
                    <a:lnTo>
                      <a:pt x="233" y="221"/>
                    </a:lnTo>
                    <a:lnTo>
                      <a:pt x="233" y="222"/>
                    </a:lnTo>
                    <a:lnTo>
                      <a:pt x="234" y="223"/>
                    </a:lnTo>
                    <a:lnTo>
                      <a:pt x="234" y="224"/>
                    </a:lnTo>
                    <a:lnTo>
                      <a:pt x="235" y="224"/>
                    </a:lnTo>
                    <a:lnTo>
                      <a:pt x="235" y="225"/>
                    </a:lnTo>
                    <a:lnTo>
                      <a:pt x="236" y="225"/>
                    </a:lnTo>
                    <a:lnTo>
                      <a:pt x="237" y="225"/>
                    </a:lnTo>
                    <a:lnTo>
                      <a:pt x="237" y="224"/>
                    </a:lnTo>
                    <a:lnTo>
                      <a:pt x="238" y="223"/>
                    </a:lnTo>
                    <a:lnTo>
                      <a:pt x="238" y="222"/>
                    </a:lnTo>
                    <a:lnTo>
                      <a:pt x="238" y="221"/>
                    </a:lnTo>
                    <a:lnTo>
                      <a:pt x="239" y="220"/>
                    </a:lnTo>
                    <a:lnTo>
                      <a:pt x="239" y="219"/>
                    </a:lnTo>
                    <a:lnTo>
                      <a:pt x="240" y="218"/>
                    </a:lnTo>
                    <a:lnTo>
                      <a:pt x="240" y="217"/>
                    </a:lnTo>
                    <a:lnTo>
                      <a:pt x="241" y="216"/>
                    </a:lnTo>
                    <a:lnTo>
                      <a:pt x="242" y="216"/>
                    </a:lnTo>
                    <a:lnTo>
                      <a:pt x="243" y="217"/>
                    </a:lnTo>
                    <a:lnTo>
                      <a:pt x="243" y="218"/>
                    </a:lnTo>
                    <a:lnTo>
                      <a:pt x="244" y="219"/>
                    </a:lnTo>
                    <a:lnTo>
                      <a:pt x="244" y="221"/>
                    </a:lnTo>
                    <a:lnTo>
                      <a:pt x="244" y="222"/>
                    </a:lnTo>
                    <a:lnTo>
                      <a:pt x="245" y="223"/>
                    </a:lnTo>
                    <a:lnTo>
                      <a:pt x="245" y="225"/>
                    </a:lnTo>
                    <a:lnTo>
                      <a:pt x="246" y="226"/>
                    </a:lnTo>
                    <a:lnTo>
                      <a:pt x="246" y="227"/>
                    </a:lnTo>
                    <a:lnTo>
                      <a:pt x="246" y="228"/>
                    </a:lnTo>
                    <a:lnTo>
                      <a:pt x="247" y="228"/>
                    </a:lnTo>
                    <a:lnTo>
                      <a:pt x="248" y="227"/>
                    </a:lnTo>
                    <a:lnTo>
                      <a:pt x="248" y="226"/>
                    </a:lnTo>
                    <a:lnTo>
                      <a:pt x="249" y="225"/>
                    </a:lnTo>
                    <a:lnTo>
                      <a:pt x="249" y="223"/>
                    </a:lnTo>
                    <a:lnTo>
                      <a:pt x="249" y="221"/>
                    </a:lnTo>
                    <a:lnTo>
                      <a:pt x="250" y="219"/>
                    </a:lnTo>
                    <a:lnTo>
                      <a:pt x="250" y="217"/>
                    </a:lnTo>
                    <a:lnTo>
                      <a:pt x="251" y="215"/>
                    </a:lnTo>
                    <a:lnTo>
                      <a:pt x="251" y="213"/>
                    </a:lnTo>
                    <a:lnTo>
                      <a:pt x="252" y="212"/>
                    </a:lnTo>
                    <a:lnTo>
                      <a:pt x="252" y="211"/>
                    </a:lnTo>
                    <a:lnTo>
                      <a:pt x="253" y="211"/>
                    </a:lnTo>
                    <a:lnTo>
                      <a:pt x="253" y="212"/>
                    </a:lnTo>
                    <a:lnTo>
                      <a:pt x="254" y="213"/>
                    </a:lnTo>
                    <a:lnTo>
                      <a:pt x="254" y="215"/>
                    </a:lnTo>
                    <a:lnTo>
                      <a:pt x="254" y="218"/>
                    </a:lnTo>
                    <a:lnTo>
                      <a:pt x="255" y="221"/>
                    </a:lnTo>
                    <a:lnTo>
                      <a:pt x="255" y="224"/>
                    </a:lnTo>
                    <a:lnTo>
                      <a:pt x="256" y="228"/>
                    </a:lnTo>
                    <a:lnTo>
                      <a:pt x="256" y="231"/>
                    </a:lnTo>
                    <a:lnTo>
                      <a:pt x="257" y="234"/>
                    </a:lnTo>
                    <a:lnTo>
                      <a:pt x="257" y="236"/>
                    </a:lnTo>
                    <a:lnTo>
                      <a:pt x="257" y="238"/>
                    </a:lnTo>
                    <a:lnTo>
                      <a:pt x="258" y="239"/>
                    </a:lnTo>
                    <a:lnTo>
                      <a:pt x="259" y="237"/>
                    </a:lnTo>
                    <a:lnTo>
                      <a:pt x="259" y="234"/>
                    </a:lnTo>
                    <a:lnTo>
                      <a:pt x="259" y="229"/>
                    </a:lnTo>
                    <a:lnTo>
                      <a:pt x="260" y="223"/>
                    </a:lnTo>
                    <a:lnTo>
                      <a:pt x="260" y="215"/>
                    </a:lnTo>
                    <a:lnTo>
                      <a:pt x="261" y="206"/>
                    </a:lnTo>
                    <a:lnTo>
                      <a:pt x="261" y="195"/>
                    </a:lnTo>
                    <a:lnTo>
                      <a:pt x="262" y="183"/>
                    </a:lnTo>
                    <a:lnTo>
                      <a:pt x="262" y="169"/>
                    </a:lnTo>
                    <a:lnTo>
                      <a:pt x="262" y="155"/>
                    </a:lnTo>
                    <a:lnTo>
                      <a:pt x="263" y="140"/>
                    </a:lnTo>
                    <a:lnTo>
                      <a:pt x="263" y="124"/>
                    </a:lnTo>
                    <a:lnTo>
                      <a:pt x="264" y="109"/>
                    </a:lnTo>
                    <a:lnTo>
                      <a:pt x="264" y="94"/>
                    </a:lnTo>
                    <a:lnTo>
                      <a:pt x="265" y="79"/>
                    </a:lnTo>
                    <a:lnTo>
                      <a:pt x="265" y="65"/>
                    </a:lnTo>
                    <a:lnTo>
                      <a:pt x="265" y="52"/>
                    </a:lnTo>
                    <a:lnTo>
                      <a:pt x="266" y="40"/>
                    </a:lnTo>
                    <a:lnTo>
                      <a:pt x="266" y="30"/>
                    </a:lnTo>
                    <a:lnTo>
                      <a:pt x="267" y="21"/>
                    </a:lnTo>
                    <a:lnTo>
                      <a:pt x="267" y="14"/>
                    </a:lnTo>
                    <a:lnTo>
                      <a:pt x="267" y="8"/>
                    </a:lnTo>
                    <a:lnTo>
                      <a:pt x="268" y="4"/>
                    </a:lnTo>
                    <a:lnTo>
                      <a:pt x="268" y="1"/>
                    </a:lnTo>
                    <a:lnTo>
                      <a:pt x="269" y="0"/>
                    </a:lnTo>
                    <a:lnTo>
                      <a:pt x="270" y="1"/>
                    </a:lnTo>
                    <a:lnTo>
                      <a:pt x="270" y="3"/>
                    </a:lnTo>
                    <a:lnTo>
                      <a:pt x="270" y="6"/>
                    </a:lnTo>
                    <a:lnTo>
                      <a:pt x="271" y="9"/>
                    </a:lnTo>
                    <a:lnTo>
                      <a:pt x="271" y="13"/>
                    </a:lnTo>
                    <a:lnTo>
                      <a:pt x="272" y="16"/>
                    </a:lnTo>
                    <a:lnTo>
                      <a:pt x="272" y="19"/>
                    </a:lnTo>
                    <a:lnTo>
                      <a:pt x="273" y="22"/>
                    </a:lnTo>
                    <a:lnTo>
                      <a:pt x="273" y="24"/>
                    </a:lnTo>
                    <a:lnTo>
                      <a:pt x="273" y="26"/>
                    </a:lnTo>
                    <a:lnTo>
                      <a:pt x="274" y="27"/>
                    </a:lnTo>
                    <a:lnTo>
                      <a:pt x="274" y="28"/>
                    </a:lnTo>
                    <a:lnTo>
                      <a:pt x="275" y="28"/>
                    </a:lnTo>
                    <a:lnTo>
                      <a:pt x="275" y="27"/>
                    </a:lnTo>
                    <a:lnTo>
                      <a:pt x="275" y="26"/>
                    </a:lnTo>
                    <a:lnTo>
                      <a:pt x="276" y="25"/>
                    </a:lnTo>
                    <a:lnTo>
                      <a:pt x="276" y="23"/>
                    </a:lnTo>
                    <a:lnTo>
                      <a:pt x="277" y="21"/>
                    </a:lnTo>
                    <a:lnTo>
                      <a:pt x="277" y="19"/>
                    </a:lnTo>
                    <a:lnTo>
                      <a:pt x="278" y="17"/>
                    </a:lnTo>
                    <a:lnTo>
                      <a:pt x="278" y="15"/>
                    </a:lnTo>
                    <a:lnTo>
                      <a:pt x="278" y="14"/>
                    </a:lnTo>
                    <a:lnTo>
                      <a:pt x="279" y="13"/>
                    </a:lnTo>
                    <a:lnTo>
                      <a:pt x="279" y="12"/>
                    </a:lnTo>
                    <a:lnTo>
                      <a:pt x="280" y="11"/>
                    </a:lnTo>
                    <a:lnTo>
                      <a:pt x="280" y="12"/>
                    </a:lnTo>
                    <a:lnTo>
                      <a:pt x="281" y="12"/>
                    </a:lnTo>
                    <a:lnTo>
                      <a:pt x="281" y="13"/>
                    </a:lnTo>
                    <a:lnTo>
                      <a:pt x="282" y="15"/>
                    </a:lnTo>
                    <a:lnTo>
                      <a:pt x="282" y="16"/>
                    </a:lnTo>
                    <a:lnTo>
                      <a:pt x="283" y="17"/>
                    </a:lnTo>
                    <a:lnTo>
                      <a:pt x="283" y="19"/>
                    </a:lnTo>
                    <a:lnTo>
                      <a:pt x="283" y="20"/>
                    </a:lnTo>
                    <a:lnTo>
                      <a:pt x="284" y="21"/>
                    </a:lnTo>
                    <a:lnTo>
                      <a:pt x="284" y="22"/>
                    </a:lnTo>
                    <a:lnTo>
                      <a:pt x="285" y="23"/>
                    </a:lnTo>
                    <a:lnTo>
                      <a:pt x="286" y="23"/>
                    </a:lnTo>
                    <a:lnTo>
                      <a:pt x="287" y="22"/>
                    </a:lnTo>
                    <a:lnTo>
                      <a:pt x="287" y="21"/>
                    </a:lnTo>
                    <a:lnTo>
                      <a:pt x="288" y="20"/>
                    </a:lnTo>
                    <a:lnTo>
                      <a:pt x="288" y="19"/>
                    </a:lnTo>
                    <a:lnTo>
                      <a:pt x="288" y="18"/>
                    </a:lnTo>
                    <a:lnTo>
                      <a:pt x="289" y="16"/>
                    </a:lnTo>
                    <a:lnTo>
                      <a:pt x="290" y="15"/>
                    </a:lnTo>
                    <a:lnTo>
                      <a:pt x="290" y="14"/>
                    </a:lnTo>
                    <a:lnTo>
                      <a:pt x="291" y="14"/>
                    </a:lnTo>
                    <a:lnTo>
                      <a:pt x="292" y="14"/>
                    </a:lnTo>
                    <a:lnTo>
                      <a:pt x="292" y="15"/>
                    </a:lnTo>
                    <a:lnTo>
                      <a:pt x="293" y="16"/>
                    </a:lnTo>
                    <a:lnTo>
                      <a:pt x="293" y="17"/>
                    </a:lnTo>
                    <a:lnTo>
                      <a:pt x="294" y="18"/>
                    </a:lnTo>
                    <a:lnTo>
                      <a:pt x="294" y="19"/>
                    </a:lnTo>
                    <a:lnTo>
                      <a:pt x="294" y="20"/>
                    </a:lnTo>
                    <a:lnTo>
                      <a:pt x="295" y="20"/>
                    </a:lnTo>
                    <a:lnTo>
                      <a:pt x="295" y="21"/>
                    </a:lnTo>
                    <a:lnTo>
                      <a:pt x="296" y="22"/>
                    </a:lnTo>
                    <a:lnTo>
                      <a:pt x="297" y="22"/>
                    </a:lnTo>
                    <a:lnTo>
                      <a:pt x="297" y="21"/>
                    </a:lnTo>
                    <a:lnTo>
                      <a:pt x="298" y="21"/>
                    </a:lnTo>
                    <a:lnTo>
                      <a:pt x="298" y="20"/>
                    </a:lnTo>
                    <a:lnTo>
                      <a:pt x="299" y="19"/>
                    </a:lnTo>
                    <a:lnTo>
                      <a:pt x="299" y="18"/>
                    </a:lnTo>
                    <a:lnTo>
                      <a:pt x="300" y="17"/>
                    </a:lnTo>
                    <a:lnTo>
                      <a:pt x="300" y="16"/>
                    </a:lnTo>
                    <a:lnTo>
                      <a:pt x="301" y="16"/>
                    </a:lnTo>
                    <a:lnTo>
                      <a:pt x="301" y="15"/>
                    </a:lnTo>
                    <a:lnTo>
                      <a:pt x="302" y="15"/>
                    </a:lnTo>
                    <a:lnTo>
                      <a:pt x="303" y="15"/>
                    </a:lnTo>
                    <a:lnTo>
                      <a:pt x="303" y="16"/>
                    </a:lnTo>
                    <a:lnTo>
                      <a:pt x="304" y="16"/>
                    </a:lnTo>
                    <a:lnTo>
                      <a:pt x="304" y="17"/>
                    </a:lnTo>
                    <a:lnTo>
                      <a:pt x="304" y="18"/>
                    </a:lnTo>
                    <a:lnTo>
                      <a:pt x="305" y="18"/>
                    </a:lnTo>
                    <a:lnTo>
                      <a:pt x="305" y="19"/>
                    </a:lnTo>
                    <a:lnTo>
                      <a:pt x="306" y="20"/>
                    </a:lnTo>
                    <a:lnTo>
                      <a:pt x="307" y="21"/>
                    </a:lnTo>
                    <a:lnTo>
                      <a:pt x="308" y="21"/>
                    </a:lnTo>
                    <a:lnTo>
                      <a:pt x="309" y="21"/>
                    </a:lnTo>
                    <a:lnTo>
                      <a:pt x="309" y="20"/>
                    </a:lnTo>
                    <a:lnTo>
                      <a:pt x="309" y="19"/>
                    </a:lnTo>
                    <a:lnTo>
                      <a:pt x="310" y="19"/>
                    </a:lnTo>
                    <a:lnTo>
                      <a:pt x="310" y="18"/>
                    </a:lnTo>
                    <a:lnTo>
                      <a:pt x="311" y="17"/>
                    </a:lnTo>
                    <a:lnTo>
                      <a:pt x="312" y="16"/>
                    </a:lnTo>
                    <a:lnTo>
                      <a:pt x="312" y="15"/>
                    </a:lnTo>
                    <a:lnTo>
                      <a:pt x="313" y="15"/>
                    </a:lnTo>
                    <a:lnTo>
                      <a:pt x="314" y="16"/>
                    </a:lnTo>
                    <a:lnTo>
                      <a:pt x="315" y="16"/>
                    </a:lnTo>
                    <a:lnTo>
                      <a:pt x="315" y="17"/>
                    </a:lnTo>
                    <a:lnTo>
                      <a:pt x="315" y="18"/>
                    </a:lnTo>
                    <a:lnTo>
                      <a:pt x="316" y="18"/>
                    </a:lnTo>
                    <a:lnTo>
                      <a:pt x="316" y="19"/>
                    </a:lnTo>
                    <a:lnTo>
                      <a:pt x="317" y="20"/>
                    </a:lnTo>
                    <a:lnTo>
                      <a:pt x="317" y="21"/>
                    </a:lnTo>
                    <a:lnTo>
                      <a:pt x="318" y="21"/>
                    </a:lnTo>
                    <a:lnTo>
                      <a:pt x="319" y="21"/>
                    </a:lnTo>
                    <a:lnTo>
                      <a:pt x="320" y="20"/>
                    </a:lnTo>
                    <a:lnTo>
                      <a:pt x="320" y="19"/>
                    </a:lnTo>
                    <a:lnTo>
                      <a:pt x="321" y="19"/>
                    </a:lnTo>
                    <a:lnTo>
                      <a:pt x="321" y="18"/>
                    </a:lnTo>
                    <a:lnTo>
                      <a:pt x="322" y="17"/>
                    </a:lnTo>
                    <a:lnTo>
                      <a:pt x="322" y="16"/>
                    </a:lnTo>
                    <a:lnTo>
                      <a:pt x="323" y="16"/>
                    </a:lnTo>
                    <a:lnTo>
                      <a:pt x="324" y="15"/>
                    </a:lnTo>
                    <a:lnTo>
                      <a:pt x="325" y="16"/>
                    </a:lnTo>
                    <a:lnTo>
                      <a:pt x="326" y="17"/>
                    </a:lnTo>
                    <a:lnTo>
                      <a:pt x="326" y="18"/>
                    </a:lnTo>
                    <a:lnTo>
                      <a:pt x="327" y="18"/>
                    </a:lnTo>
                    <a:lnTo>
                      <a:pt x="327" y="19"/>
                    </a:lnTo>
                    <a:lnTo>
                      <a:pt x="328" y="19"/>
                    </a:lnTo>
                    <a:lnTo>
                      <a:pt x="328" y="20"/>
                    </a:lnTo>
                    <a:lnTo>
                      <a:pt x="329" y="21"/>
                    </a:lnTo>
                    <a:lnTo>
                      <a:pt x="330" y="21"/>
                    </a:lnTo>
                    <a:lnTo>
                      <a:pt x="330" y="20"/>
                    </a:lnTo>
                    <a:lnTo>
                      <a:pt x="331" y="20"/>
                    </a:lnTo>
                    <a:lnTo>
                      <a:pt x="331" y="19"/>
                    </a:lnTo>
                    <a:lnTo>
                      <a:pt x="332" y="19"/>
                    </a:lnTo>
                    <a:lnTo>
                      <a:pt x="332" y="18"/>
                    </a:lnTo>
                    <a:lnTo>
                      <a:pt x="333" y="17"/>
                    </a:lnTo>
                    <a:lnTo>
                      <a:pt x="333" y="16"/>
                    </a:lnTo>
                    <a:lnTo>
                      <a:pt x="334" y="16"/>
                    </a:lnTo>
                    <a:lnTo>
                      <a:pt x="335" y="15"/>
                    </a:lnTo>
                    <a:lnTo>
                      <a:pt x="336" y="16"/>
                    </a:lnTo>
                    <a:lnTo>
                      <a:pt x="337" y="17"/>
                    </a:lnTo>
                    <a:lnTo>
                      <a:pt x="337" y="18"/>
                    </a:lnTo>
                    <a:lnTo>
                      <a:pt x="338" y="18"/>
                    </a:lnTo>
                    <a:lnTo>
                      <a:pt x="338" y="19"/>
                    </a:lnTo>
                    <a:lnTo>
                      <a:pt x="339" y="20"/>
                    </a:lnTo>
                    <a:lnTo>
                      <a:pt x="340" y="21"/>
                    </a:lnTo>
                    <a:lnTo>
                      <a:pt x="341" y="21"/>
                    </a:lnTo>
                    <a:lnTo>
                      <a:pt x="341" y="20"/>
                    </a:lnTo>
                    <a:lnTo>
                      <a:pt x="342" y="20"/>
                    </a:lnTo>
                    <a:lnTo>
                      <a:pt x="343" y="19"/>
                    </a:lnTo>
                    <a:lnTo>
                      <a:pt x="343" y="18"/>
                    </a:lnTo>
                    <a:lnTo>
                      <a:pt x="344" y="17"/>
                    </a:lnTo>
                    <a:lnTo>
                      <a:pt x="344" y="16"/>
                    </a:lnTo>
                    <a:lnTo>
                      <a:pt x="345" y="16"/>
                    </a:lnTo>
                    <a:lnTo>
                      <a:pt x="345" y="15"/>
                    </a:lnTo>
                    <a:lnTo>
                      <a:pt x="346" y="15"/>
                    </a:lnTo>
                    <a:lnTo>
                      <a:pt x="347" y="16"/>
                    </a:lnTo>
                    <a:lnTo>
                      <a:pt x="348" y="17"/>
                    </a:lnTo>
                    <a:lnTo>
                      <a:pt x="349" y="18"/>
                    </a:lnTo>
                    <a:lnTo>
                      <a:pt x="349" y="19"/>
                    </a:lnTo>
                    <a:lnTo>
                      <a:pt x="350" y="20"/>
                    </a:lnTo>
                    <a:lnTo>
                      <a:pt x="350" y="21"/>
                    </a:lnTo>
                    <a:lnTo>
                      <a:pt x="351" y="21"/>
                    </a:lnTo>
                    <a:lnTo>
                      <a:pt x="352" y="21"/>
                    </a:lnTo>
                    <a:lnTo>
                      <a:pt x="353" y="20"/>
                    </a:lnTo>
                    <a:lnTo>
                      <a:pt x="354" y="19"/>
                    </a:lnTo>
                    <a:lnTo>
                      <a:pt x="354" y="18"/>
                    </a:lnTo>
                    <a:lnTo>
                      <a:pt x="355" y="17"/>
                    </a:lnTo>
                    <a:lnTo>
                      <a:pt x="355" y="16"/>
                    </a:lnTo>
                    <a:lnTo>
                      <a:pt x="356" y="16"/>
                    </a:lnTo>
                    <a:lnTo>
                      <a:pt x="356" y="15"/>
                    </a:lnTo>
                    <a:lnTo>
                      <a:pt x="357" y="15"/>
                    </a:lnTo>
                    <a:lnTo>
                      <a:pt x="358" y="15"/>
                    </a:lnTo>
                    <a:lnTo>
                      <a:pt x="358" y="16"/>
                    </a:lnTo>
                    <a:lnTo>
                      <a:pt x="359" y="16"/>
                    </a:lnTo>
                    <a:lnTo>
                      <a:pt x="359" y="17"/>
                    </a:lnTo>
                    <a:lnTo>
                      <a:pt x="359" y="18"/>
                    </a:lnTo>
                    <a:lnTo>
                      <a:pt x="360" y="19"/>
                    </a:lnTo>
                    <a:lnTo>
                      <a:pt x="360" y="20"/>
                    </a:lnTo>
                    <a:lnTo>
                      <a:pt x="361" y="20"/>
                    </a:lnTo>
                    <a:lnTo>
                      <a:pt x="361" y="21"/>
                    </a:lnTo>
                    <a:lnTo>
                      <a:pt x="362" y="22"/>
                    </a:lnTo>
                    <a:lnTo>
                      <a:pt x="363" y="22"/>
                    </a:lnTo>
                    <a:lnTo>
                      <a:pt x="363" y="21"/>
                    </a:lnTo>
                    <a:lnTo>
                      <a:pt x="364" y="21"/>
                    </a:lnTo>
                    <a:lnTo>
                      <a:pt x="364" y="20"/>
                    </a:lnTo>
                    <a:lnTo>
                      <a:pt x="364" y="19"/>
                    </a:lnTo>
                    <a:lnTo>
                      <a:pt x="365" y="18"/>
                    </a:lnTo>
                    <a:lnTo>
                      <a:pt x="365" y="17"/>
                    </a:lnTo>
                    <a:lnTo>
                      <a:pt x="366" y="17"/>
                    </a:lnTo>
                    <a:lnTo>
                      <a:pt x="366" y="16"/>
                    </a:lnTo>
                    <a:lnTo>
                      <a:pt x="367" y="15"/>
                    </a:lnTo>
                    <a:lnTo>
                      <a:pt x="367" y="14"/>
                    </a:lnTo>
                    <a:lnTo>
                      <a:pt x="368" y="14"/>
                    </a:lnTo>
                    <a:lnTo>
                      <a:pt x="369" y="14"/>
                    </a:lnTo>
                    <a:lnTo>
                      <a:pt x="369" y="15"/>
                    </a:lnTo>
                    <a:lnTo>
                      <a:pt x="370" y="16"/>
                    </a:lnTo>
                    <a:lnTo>
                      <a:pt x="370" y="17"/>
                    </a:lnTo>
                    <a:lnTo>
                      <a:pt x="370" y="18"/>
                    </a:lnTo>
                    <a:lnTo>
                      <a:pt x="371" y="19"/>
                    </a:lnTo>
                    <a:lnTo>
                      <a:pt x="371" y="20"/>
                    </a:lnTo>
                    <a:lnTo>
                      <a:pt x="372" y="21"/>
                    </a:lnTo>
                    <a:lnTo>
                      <a:pt x="372" y="22"/>
                    </a:lnTo>
                    <a:lnTo>
                      <a:pt x="372" y="23"/>
                    </a:lnTo>
                    <a:lnTo>
                      <a:pt x="373" y="23"/>
                    </a:lnTo>
                    <a:lnTo>
                      <a:pt x="374" y="23"/>
                    </a:lnTo>
                    <a:lnTo>
                      <a:pt x="375" y="22"/>
                    </a:lnTo>
                    <a:lnTo>
                      <a:pt x="375" y="21"/>
                    </a:lnTo>
                    <a:lnTo>
                      <a:pt x="375" y="20"/>
                    </a:lnTo>
                    <a:lnTo>
                      <a:pt x="376" y="19"/>
                    </a:lnTo>
                    <a:lnTo>
                      <a:pt x="376" y="17"/>
                    </a:lnTo>
                    <a:lnTo>
                      <a:pt x="377" y="16"/>
                    </a:lnTo>
                    <a:lnTo>
                      <a:pt x="377" y="14"/>
                    </a:lnTo>
                    <a:lnTo>
                      <a:pt x="378" y="13"/>
                    </a:lnTo>
                    <a:lnTo>
                      <a:pt x="378" y="12"/>
                    </a:lnTo>
                    <a:lnTo>
                      <a:pt x="379" y="11"/>
                    </a:lnTo>
                    <a:lnTo>
                      <a:pt x="380" y="12"/>
                    </a:lnTo>
                    <a:lnTo>
                      <a:pt x="380" y="13"/>
                    </a:lnTo>
                    <a:lnTo>
                      <a:pt x="380" y="14"/>
                    </a:lnTo>
                    <a:lnTo>
                      <a:pt x="381" y="16"/>
                    </a:lnTo>
                    <a:lnTo>
                      <a:pt x="381" y="18"/>
                    </a:lnTo>
                    <a:lnTo>
                      <a:pt x="382" y="20"/>
                    </a:lnTo>
                    <a:lnTo>
                      <a:pt x="382" y="22"/>
                    </a:lnTo>
                    <a:lnTo>
                      <a:pt x="383" y="24"/>
                    </a:lnTo>
                    <a:lnTo>
                      <a:pt x="383" y="25"/>
                    </a:lnTo>
                    <a:lnTo>
                      <a:pt x="383" y="27"/>
                    </a:lnTo>
                    <a:lnTo>
                      <a:pt x="384" y="28"/>
                    </a:lnTo>
                    <a:lnTo>
                      <a:pt x="385" y="28"/>
                    </a:lnTo>
                    <a:lnTo>
                      <a:pt x="385" y="27"/>
                    </a:lnTo>
                    <a:lnTo>
                      <a:pt x="385" y="26"/>
                    </a:lnTo>
                    <a:lnTo>
                      <a:pt x="386" y="24"/>
                    </a:lnTo>
                    <a:lnTo>
                      <a:pt x="386" y="21"/>
                    </a:lnTo>
                    <a:lnTo>
                      <a:pt x="387" y="18"/>
                    </a:lnTo>
                    <a:lnTo>
                      <a:pt x="387" y="15"/>
                    </a:lnTo>
                    <a:lnTo>
                      <a:pt x="388" y="12"/>
                    </a:lnTo>
                    <a:lnTo>
                      <a:pt x="388" y="9"/>
                    </a:lnTo>
                    <a:lnTo>
                      <a:pt x="388" y="5"/>
                    </a:lnTo>
                    <a:lnTo>
                      <a:pt x="389" y="3"/>
                    </a:lnTo>
                    <a:lnTo>
                      <a:pt x="389" y="1"/>
                    </a:lnTo>
                    <a:lnTo>
                      <a:pt x="390" y="0"/>
                    </a:lnTo>
                    <a:lnTo>
                      <a:pt x="391" y="2"/>
                    </a:lnTo>
                    <a:lnTo>
                      <a:pt x="391" y="4"/>
                    </a:lnTo>
                    <a:lnTo>
                      <a:pt x="391" y="9"/>
                    </a:lnTo>
                    <a:lnTo>
                      <a:pt x="392" y="15"/>
                    </a:lnTo>
                    <a:lnTo>
                      <a:pt x="392" y="23"/>
                    </a:lnTo>
                    <a:lnTo>
                      <a:pt x="393" y="32"/>
                    </a:lnTo>
                    <a:lnTo>
                      <a:pt x="393" y="42"/>
                    </a:lnTo>
                    <a:lnTo>
                      <a:pt x="393" y="54"/>
                    </a:lnTo>
                    <a:lnTo>
                      <a:pt x="394" y="68"/>
                    </a:lnTo>
                    <a:lnTo>
                      <a:pt x="394" y="82"/>
                    </a:lnTo>
                    <a:lnTo>
                      <a:pt x="395" y="97"/>
                    </a:lnTo>
                    <a:lnTo>
                      <a:pt x="395" y="112"/>
                    </a:lnTo>
                    <a:lnTo>
                      <a:pt x="396" y="128"/>
                    </a:lnTo>
                    <a:lnTo>
                      <a:pt x="396" y="143"/>
                    </a:lnTo>
                    <a:lnTo>
                      <a:pt x="396" y="158"/>
                    </a:lnTo>
                    <a:lnTo>
                      <a:pt x="397" y="172"/>
                    </a:lnTo>
                    <a:lnTo>
                      <a:pt x="397" y="185"/>
                    </a:lnTo>
                    <a:lnTo>
                      <a:pt x="398" y="197"/>
                    </a:lnTo>
                    <a:lnTo>
                      <a:pt x="398" y="208"/>
                    </a:lnTo>
                    <a:lnTo>
                      <a:pt x="399" y="217"/>
                    </a:lnTo>
                    <a:lnTo>
                      <a:pt x="399" y="224"/>
                    </a:lnTo>
                    <a:lnTo>
                      <a:pt x="399" y="230"/>
                    </a:lnTo>
                    <a:lnTo>
                      <a:pt x="400" y="235"/>
                    </a:lnTo>
                    <a:lnTo>
                      <a:pt x="400" y="237"/>
                    </a:lnTo>
                    <a:lnTo>
                      <a:pt x="401" y="239"/>
                    </a:lnTo>
                    <a:lnTo>
                      <a:pt x="401" y="238"/>
                    </a:lnTo>
                    <a:lnTo>
                      <a:pt x="402" y="236"/>
                    </a:lnTo>
                    <a:lnTo>
                      <a:pt x="402" y="233"/>
                    </a:lnTo>
                    <a:lnTo>
                      <a:pt x="403" y="230"/>
                    </a:lnTo>
                    <a:lnTo>
                      <a:pt x="403" y="227"/>
                    </a:lnTo>
                    <a:lnTo>
                      <a:pt x="404" y="224"/>
                    </a:lnTo>
                    <a:lnTo>
                      <a:pt x="404" y="220"/>
                    </a:lnTo>
                    <a:lnTo>
                      <a:pt x="404" y="217"/>
                    </a:lnTo>
                    <a:lnTo>
                      <a:pt x="405" y="215"/>
                    </a:lnTo>
                    <a:lnTo>
                      <a:pt x="405" y="213"/>
                    </a:lnTo>
                    <a:lnTo>
                      <a:pt x="406" y="212"/>
                    </a:lnTo>
                    <a:lnTo>
                      <a:pt x="406" y="211"/>
                    </a:lnTo>
                    <a:lnTo>
                      <a:pt x="407" y="211"/>
                    </a:lnTo>
                    <a:lnTo>
                      <a:pt x="407" y="212"/>
                    </a:lnTo>
                    <a:lnTo>
                      <a:pt x="408" y="214"/>
                    </a:lnTo>
                    <a:lnTo>
                      <a:pt x="408" y="216"/>
                    </a:lnTo>
                    <a:lnTo>
                      <a:pt x="409" y="217"/>
                    </a:lnTo>
                    <a:lnTo>
                      <a:pt x="409" y="219"/>
                    </a:lnTo>
                    <a:lnTo>
                      <a:pt x="409" y="221"/>
                    </a:lnTo>
                    <a:lnTo>
                      <a:pt x="410" y="223"/>
                    </a:lnTo>
                    <a:lnTo>
                      <a:pt x="410" y="225"/>
                    </a:lnTo>
                    <a:lnTo>
                      <a:pt x="411" y="226"/>
                    </a:lnTo>
                    <a:lnTo>
                      <a:pt x="411" y="227"/>
                    </a:lnTo>
                    <a:lnTo>
                      <a:pt x="412" y="228"/>
                    </a:lnTo>
                    <a:lnTo>
                      <a:pt x="412" y="227"/>
                    </a:lnTo>
                    <a:lnTo>
                      <a:pt x="413" y="227"/>
                    </a:lnTo>
                    <a:lnTo>
                      <a:pt x="413" y="226"/>
                    </a:lnTo>
                    <a:lnTo>
                      <a:pt x="414" y="225"/>
                    </a:lnTo>
                    <a:lnTo>
                      <a:pt x="414" y="223"/>
                    </a:lnTo>
                    <a:lnTo>
                      <a:pt x="414" y="222"/>
                    </a:lnTo>
                    <a:lnTo>
                      <a:pt x="415" y="220"/>
                    </a:lnTo>
                    <a:lnTo>
                      <a:pt x="415" y="219"/>
                    </a:lnTo>
                    <a:lnTo>
                      <a:pt x="416" y="218"/>
                    </a:lnTo>
                    <a:lnTo>
                      <a:pt x="416" y="217"/>
                    </a:lnTo>
                    <a:lnTo>
                      <a:pt x="417" y="216"/>
                    </a:lnTo>
                    <a:lnTo>
                      <a:pt x="418" y="216"/>
                    </a:lnTo>
                    <a:lnTo>
                      <a:pt x="419" y="217"/>
                    </a:lnTo>
                    <a:lnTo>
                      <a:pt x="419" y="218"/>
                    </a:lnTo>
                    <a:lnTo>
                      <a:pt x="420" y="219"/>
                    </a:lnTo>
                  </a:path>
                </a:pathLst>
              </a:custGeom>
              <a:noFill/>
              <a:ln w="42863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9922" name="Freeform 61">
                <a:extLst>
                  <a:ext uri="{FF2B5EF4-FFF2-40B4-BE49-F238E27FC236}">
                    <a16:creationId xmlns:a16="http://schemas.microsoft.com/office/drawing/2014/main" id="{F4404A0C-5249-40D9-814F-7CA7301DB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229"/>
                <a:ext cx="3775" cy="2167"/>
              </a:xfrm>
              <a:custGeom>
                <a:avLst/>
                <a:gdLst>
                  <a:gd name="T0" fmla="*/ 45 w 420"/>
                  <a:gd name="T1" fmla="*/ 557 h 241"/>
                  <a:gd name="T2" fmla="*/ 90 w 420"/>
                  <a:gd name="T3" fmla="*/ 153 h 241"/>
                  <a:gd name="T4" fmla="*/ 153 w 420"/>
                  <a:gd name="T5" fmla="*/ 9 h 241"/>
                  <a:gd name="T6" fmla="*/ 207 w 420"/>
                  <a:gd name="T7" fmla="*/ 126 h 241"/>
                  <a:gd name="T8" fmla="*/ 252 w 420"/>
                  <a:gd name="T9" fmla="*/ 243 h 241"/>
                  <a:gd name="T10" fmla="*/ 333 w 420"/>
                  <a:gd name="T11" fmla="*/ 243 h 241"/>
                  <a:gd name="T12" fmla="*/ 395 w 420"/>
                  <a:gd name="T13" fmla="*/ 135 h 241"/>
                  <a:gd name="T14" fmla="*/ 494 w 420"/>
                  <a:gd name="T15" fmla="*/ 135 h 241"/>
                  <a:gd name="T16" fmla="*/ 548 w 420"/>
                  <a:gd name="T17" fmla="*/ 225 h 241"/>
                  <a:gd name="T18" fmla="*/ 647 w 420"/>
                  <a:gd name="T19" fmla="*/ 198 h 241"/>
                  <a:gd name="T20" fmla="*/ 710 w 420"/>
                  <a:gd name="T21" fmla="*/ 108 h 241"/>
                  <a:gd name="T22" fmla="*/ 800 w 420"/>
                  <a:gd name="T23" fmla="*/ 162 h 241"/>
                  <a:gd name="T24" fmla="*/ 872 w 420"/>
                  <a:gd name="T25" fmla="*/ 261 h 241"/>
                  <a:gd name="T26" fmla="*/ 944 w 420"/>
                  <a:gd name="T27" fmla="*/ 207 h 241"/>
                  <a:gd name="T28" fmla="*/ 989 w 420"/>
                  <a:gd name="T29" fmla="*/ 72 h 241"/>
                  <a:gd name="T30" fmla="*/ 1052 w 420"/>
                  <a:gd name="T31" fmla="*/ 18 h 241"/>
                  <a:gd name="T32" fmla="*/ 1106 w 420"/>
                  <a:gd name="T33" fmla="*/ 243 h 241"/>
                  <a:gd name="T34" fmla="*/ 1150 w 420"/>
                  <a:gd name="T35" fmla="*/ 710 h 241"/>
                  <a:gd name="T36" fmla="*/ 1195 w 420"/>
                  <a:gd name="T37" fmla="*/ 1304 h 241"/>
                  <a:gd name="T38" fmla="*/ 1249 w 420"/>
                  <a:gd name="T39" fmla="*/ 1825 h 241"/>
                  <a:gd name="T40" fmla="*/ 1294 w 420"/>
                  <a:gd name="T41" fmla="*/ 2113 h 241"/>
                  <a:gd name="T42" fmla="*/ 1366 w 420"/>
                  <a:gd name="T43" fmla="*/ 2104 h 241"/>
                  <a:gd name="T44" fmla="*/ 1420 w 420"/>
                  <a:gd name="T45" fmla="*/ 1978 h 241"/>
                  <a:gd name="T46" fmla="*/ 1483 w 420"/>
                  <a:gd name="T47" fmla="*/ 1897 h 241"/>
                  <a:gd name="T48" fmla="*/ 1546 w 420"/>
                  <a:gd name="T49" fmla="*/ 1978 h 241"/>
                  <a:gd name="T50" fmla="*/ 1636 w 420"/>
                  <a:gd name="T51" fmla="*/ 2068 h 241"/>
                  <a:gd name="T52" fmla="*/ 1708 w 420"/>
                  <a:gd name="T53" fmla="*/ 1978 h 241"/>
                  <a:gd name="T54" fmla="*/ 1789 w 420"/>
                  <a:gd name="T55" fmla="*/ 1924 h 241"/>
                  <a:gd name="T56" fmla="*/ 1861 w 420"/>
                  <a:gd name="T57" fmla="*/ 2014 h 241"/>
                  <a:gd name="T58" fmla="*/ 1950 w 420"/>
                  <a:gd name="T59" fmla="*/ 2059 h 241"/>
                  <a:gd name="T60" fmla="*/ 2004 w 420"/>
                  <a:gd name="T61" fmla="*/ 1969 h 241"/>
                  <a:gd name="T62" fmla="*/ 2085 w 420"/>
                  <a:gd name="T63" fmla="*/ 1897 h 241"/>
                  <a:gd name="T64" fmla="*/ 2139 w 420"/>
                  <a:gd name="T65" fmla="*/ 1987 h 241"/>
                  <a:gd name="T66" fmla="*/ 2184 w 420"/>
                  <a:gd name="T67" fmla="*/ 2122 h 241"/>
                  <a:gd name="T68" fmla="*/ 2256 w 420"/>
                  <a:gd name="T69" fmla="*/ 2095 h 241"/>
                  <a:gd name="T70" fmla="*/ 2310 w 420"/>
                  <a:gd name="T71" fmla="*/ 1771 h 241"/>
                  <a:gd name="T72" fmla="*/ 2355 w 420"/>
                  <a:gd name="T73" fmla="*/ 1241 h 241"/>
                  <a:gd name="T74" fmla="*/ 2400 w 420"/>
                  <a:gd name="T75" fmla="*/ 647 h 241"/>
                  <a:gd name="T76" fmla="*/ 2454 w 420"/>
                  <a:gd name="T77" fmla="*/ 207 h 241"/>
                  <a:gd name="T78" fmla="*/ 2499 w 420"/>
                  <a:gd name="T79" fmla="*/ 9 h 241"/>
                  <a:gd name="T80" fmla="*/ 2571 w 420"/>
                  <a:gd name="T81" fmla="*/ 99 h 241"/>
                  <a:gd name="T82" fmla="*/ 2616 w 420"/>
                  <a:gd name="T83" fmla="*/ 225 h 241"/>
                  <a:gd name="T84" fmla="*/ 2696 w 420"/>
                  <a:gd name="T85" fmla="*/ 252 h 241"/>
                  <a:gd name="T86" fmla="*/ 2750 w 420"/>
                  <a:gd name="T87" fmla="*/ 153 h 241"/>
                  <a:gd name="T88" fmla="*/ 2831 w 420"/>
                  <a:gd name="T89" fmla="*/ 99 h 241"/>
                  <a:gd name="T90" fmla="*/ 2894 w 420"/>
                  <a:gd name="T91" fmla="*/ 180 h 241"/>
                  <a:gd name="T92" fmla="*/ 2984 w 420"/>
                  <a:gd name="T93" fmla="*/ 234 h 241"/>
                  <a:gd name="T94" fmla="*/ 3056 w 420"/>
                  <a:gd name="T95" fmla="*/ 135 h 241"/>
                  <a:gd name="T96" fmla="*/ 3146 w 420"/>
                  <a:gd name="T97" fmla="*/ 117 h 241"/>
                  <a:gd name="T98" fmla="*/ 3200 w 420"/>
                  <a:gd name="T99" fmla="*/ 216 h 241"/>
                  <a:gd name="T100" fmla="*/ 3272 w 420"/>
                  <a:gd name="T101" fmla="*/ 261 h 241"/>
                  <a:gd name="T102" fmla="*/ 3326 w 420"/>
                  <a:gd name="T103" fmla="*/ 162 h 241"/>
                  <a:gd name="T104" fmla="*/ 3380 w 420"/>
                  <a:gd name="T105" fmla="*/ 36 h 241"/>
                  <a:gd name="T106" fmla="*/ 3442 w 420"/>
                  <a:gd name="T107" fmla="*/ 81 h 241"/>
                  <a:gd name="T108" fmla="*/ 3496 w 420"/>
                  <a:gd name="T109" fmla="*/ 423 h 241"/>
                  <a:gd name="T110" fmla="*/ 3541 w 420"/>
                  <a:gd name="T111" fmla="*/ 971 h 241"/>
                  <a:gd name="T112" fmla="*/ 3595 w 420"/>
                  <a:gd name="T113" fmla="*/ 1556 h 241"/>
                  <a:gd name="T114" fmla="*/ 3640 w 420"/>
                  <a:gd name="T115" fmla="*/ 1987 h 241"/>
                  <a:gd name="T116" fmla="*/ 3694 w 420"/>
                  <a:gd name="T117" fmla="*/ 2158 h 241"/>
                  <a:gd name="T118" fmla="*/ 3766 w 420"/>
                  <a:gd name="T119" fmla="*/ 2050 h 24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420"/>
                  <a:gd name="T181" fmla="*/ 0 h 241"/>
                  <a:gd name="T182" fmla="*/ 420 w 420"/>
                  <a:gd name="T183" fmla="*/ 241 h 241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420" h="241">
                    <a:moveTo>
                      <a:pt x="0" y="121"/>
                    </a:moveTo>
                    <a:lnTo>
                      <a:pt x="0" y="115"/>
                    </a:lnTo>
                    <a:lnTo>
                      <a:pt x="0" y="110"/>
                    </a:lnTo>
                    <a:lnTo>
                      <a:pt x="1" y="105"/>
                    </a:lnTo>
                    <a:lnTo>
                      <a:pt x="1" y="100"/>
                    </a:lnTo>
                    <a:lnTo>
                      <a:pt x="2" y="95"/>
                    </a:lnTo>
                    <a:lnTo>
                      <a:pt x="2" y="90"/>
                    </a:lnTo>
                    <a:lnTo>
                      <a:pt x="2" y="85"/>
                    </a:lnTo>
                    <a:lnTo>
                      <a:pt x="3" y="80"/>
                    </a:lnTo>
                    <a:lnTo>
                      <a:pt x="3" y="75"/>
                    </a:lnTo>
                    <a:lnTo>
                      <a:pt x="4" y="71"/>
                    </a:lnTo>
                    <a:lnTo>
                      <a:pt x="4" y="66"/>
                    </a:lnTo>
                    <a:lnTo>
                      <a:pt x="5" y="62"/>
                    </a:lnTo>
                    <a:lnTo>
                      <a:pt x="5" y="57"/>
                    </a:lnTo>
                    <a:lnTo>
                      <a:pt x="5" y="53"/>
                    </a:lnTo>
                    <a:lnTo>
                      <a:pt x="6" y="49"/>
                    </a:lnTo>
                    <a:lnTo>
                      <a:pt x="6" y="45"/>
                    </a:lnTo>
                    <a:lnTo>
                      <a:pt x="7" y="41"/>
                    </a:lnTo>
                    <a:lnTo>
                      <a:pt x="7" y="38"/>
                    </a:lnTo>
                    <a:lnTo>
                      <a:pt x="7" y="34"/>
                    </a:lnTo>
                    <a:lnTo>
                      <a:pt x="8" y="31"/>
                    </a:lnTo>
                    <a:lnTo>
                      <a:pt x="8" y="28"/>
                    </a:lnTo>
                    <a:lnTo>
                      <a:pt x="9" y="25"/>
                    </a:lnTo>
                    <a:lnTo>
                      <a:pt x="9" y="22"/>
                    </a:lnTo>
                    <a:lnTo>
                      <a:pt x="10" y="19"/>
                    </a:lnTo>
                    <a:lnTo>
                      <a:pt x="10" y="17"/>
                    </a:lnTo>
                    <a:lnTo>
                      <a:pt x="10" y="14"/>
                    </a:lnTo>
                    <a:lnTo>
                      <a:pt x="11" y="12"/>
                    </a:lnTo>
                    <a:lnTo>
                      <a:pt x="11" y="10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3" y="4"/>
                    </a:lnTo>
                    <a:lnTo>
                      <a:pt x="13" y="3"/>
                    </a:lnTo>
                    <a:lnTo>
                      <a:pt x="14" y="3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9" y="3"/>
                    </a:lnTo>
                    <a:lnTo>
                      <a:pt x="19" y="4"/>
                    </a:lnTo>
                    <a:lnTo>
                      <a:pt x="20" y="5"/>
                    </a:lnTo>
                    <a:lnTo>
                      <a:pt x="20" y="6"/>
                    </a:lnTo>
                    <a:lnTo>
                      <a:pt x="21" y="7"/>
                    </a:lnTo>
                    <a:lnTo>
                      <a:pt x="21" y="8"/>
                    </a:lnTo>
                    <a:lnTo>
                      <a:pt x="21" y="9"/>
                    </a:lnTo>
                    <a:lnTo>
                      <a:pt x="22" y="10"/>
                    </a:lnTo>
                    <a:lnTo>
                      <a:pt x="22" y="11"/>
                    </a:lnTo>
                    <a:lnTo>
                      <a:pt x="23" y="12"/>
                    </a:lnTo>
                    <a:lnTo>
                      <a:pt x="23" y="14"/>
                    </a:lnTo>
                    <a:lnTo>
                      <a:pt x="23" y="15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5" y="18"/>
                    </a:lnTo>
                    <a:lnTo>
                      <a:pt x="25" y="19"/>
                    </a:lnTo>
                    <a:lnTo>
                      <a:pt x="26" y="20"/>
                    </a:lnTo>
                    <a:lnTo>
                      <a:pt x="26" y="21"/>
                    </a:lnTo>
                    <a:lnTo>
                      <a:pt x="26" y="22"/>
                    </a:lnTo>
                    <a:lnTo>
                      <a:pt x="27" y="23"/>
                    </a:lnTo>
                    <a:lnTo>
                      <a:pt x="27" y="24"/>
                    </a:lnTo>
                    <a:lnTo>
                      <a:pt x="28" y="25"/>
                    </a:lnTo>
                    <a:lnTo>
                      <a:pt x="28" y="26"/>
                    </a:lnTo>
                    <a:lnTo>
                      <a:pt x="28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9"/>
                    </a:lnTo>
                    <a:lnTo>
                      <a:pt x="31" y="29"/>
                    </a:lnTo>
                    <a:lnTo>
                      <a:pt x="31" y="30"/>
                    </a:lnTo>
                    <a:lnTo>
                      <a:pt x="32" y="30"/>
                    </a:lnTo>
                    <a:lnTo>
                      <a:pt x="33" y="30"/>
                    </a:lnTo>
                    <a:lnTo>
                      <a:pt x="34" y="30"/>
                    </a:lnTo>
                    <a:lnTo>
                      <a:pt x="34" y="29"/>
                    </a:lnTo>
                    <a:lnTo>
                      <a:pt x="35" y="29"/>
                    </a:lnTo>
                    <a:lnTo>
                      <a:pt x="36" y="28"/>
                    </a:lnTo>
                    <a:lnTo>
                      <a:pt x="36" y="27"/>
                    </a:lnTo>
                    <a:lnTo>
                      <a:pt x="37" y="27"/>
                    </a:lnTo>
                    <a:lnTo>
                      <a:pt x="37" y="26"/>
                    </a:lnTo>
                    <a:lnTo>
                      <a:pt x="38" y="25"/>
                    </a:lnTo>
                    <a:lnTo>
                      <a:pt x="39" y="24"/>
                    </a:lnTo>
                    <a:lnTo>
                      <a:pt x="39" y="23"/>
                    </a:lnTo>
                    <a:lnTo>
                      <a:pt x="39" y="22"/>
                    </a:lnTo>
                    <a:lnTo>
                      <a:pt x="40" y="22"/>
                    </a:lnTo>
                    <a:lnTo>
                      <a:pt x="40" y="21"/>
                    </a:lnTo>
                    <a:lnTo>
                      <a:pt x="41" y="20"/>
                    </a:lnTo>
                    <a:lnTo>
                      <a:pt x="41" y="19"/>
                    </a:lnTo>
                    <a:lnTo>
                      <a:pt x="42" y="18"/>
                    </a:lnTo>
                    <a:lnTo>
                      <a:pt x="42" y="17"/>
                    </a:lnTo>
                    <a:lnTo>
                      <a:pt x="43" y="16"/>
                    </a:lnTo>
                    <a:lnTo>
                      <a:pt x="44" y="15"/>
                    </a:lnTo>
                    <a:lnTo>
                      <a:pt x="44" y="14"/>
                    </a:lnTo>
                    <a:lnTo>
                      <a:pt x="45" y="13"/>
                    </a:lnTo>
                    <a:lnTo>
                      <a:pt x="46" y="12"/>
                    </a:lnTo>
                    <a:lnTo>
                      <a:pt x="47" y="12"/>
                    </a:lnTo>
                    <a:lnTo>
                      <a:pt x="47" y="11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1" y="11"/>
                    </a:lnTo>
                    <a:lnTo>
                      <a:pt x="52" y="12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5" y="15"/>
                    </a:lnTo>
                    <a:lnTo>
                      <a:pt x="55" y="16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8" y="21"/>
                    </a:lnTo>
                    <a:lnTo>
                      <a:pt x="59" y="21"/>
                    </a:lnTo>
                    <a:lnTo>
                      <a:pt x="59" y="22"/>
                    </a:lnTo>
                    <a:lnTo>
                      <a:pt x="60" y="22"/>
                    </a:lnTo>
                    <a:lnTo>
                      <a:pt x="60" y="23"/>
                    </a:lnTo>
                    <a:lnTo>
                      <a:pt x="60" y="24"/>
                    </a:lnTo>
                    <a:lnTo>
                      <a:pt x="61" y="24"/>
                    </a:lnTo>
                    <a:lnTo>
                      <a:pt x="61" y="25"/>
                    </a:lnTo>
                    <a:lnTo>
                      <a:pt x="62" y="25"/>
                    </a:lnTo>
                    <a:lnTo>
                      <a:pt x="63" y="26"/>
                    </a:lnTo>
                    <a:lnTo>
                      <a:pt x="64" y="27"/>
                    </a:lnTo>
                    <a:lnTo>
                      <a:pt x="65" y="27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5"/>
                    </a:lnTo>
                    <a:lnTo>
                      <a:pt x="70" y="25"/>
                    </a:lnTo>
                    <a:lnTo>
                      <a:pt x="70" y="24"/>
                    </a:lnTo>
                    <a:lnTo>
                      <a:pt x="71" y="23"/>
                    </a:lnTo>
                    <a:lnTo>
                      <a:pt x="72" y="22"/>
                    </a:lnTo>
                    <a:lnTo>
                      <a:pt x="72" y="21"/>
                    </a:lnTo>
                    <a:lnTo>
                      <a:pt x="73" y="21"/>
                    </a:lnTo>
                    <a:lnTo>
                      <a:pt x="73" y="20"/>
                    </a:lnTo>
                    <a:lnTo>
                      <a:pt x="73" y="19"/>
                    </a:lnTo>
                    <a:lnTo>
                      <a:pt x="74" y="19"/>
                    </a:lnTo>
                    <a:lnTo>
                      <a:pt x="74" y="18"/>
                    </a:lnTo>
                    <a:lnTo>
                      <a:pt x="75" y="17"/>
                    </a:lnTo>
                    <a:lnTo>
                      <a:pt x="76" y="16"/>
                    </a:lnTo>
                    <a:lnTo>
                      <a:pt x="76" y="15"/>
                    </a:lnTo>
                    <a:lnTo>
                      <a:pt x="77" y="14"/>
                    </a:lnTo>
                    <a:lnTo>
                      <a:pt x="78" y="13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1"/>
                    </a:lnTo>
                    <a:lnTo>
                      <a:pt x="81" y="11"/>
                    </a:lnTo>
                    <a:lnTo>
                      <a:pt x="82" y="11"/>
                    </a:lnTo>
                    <a:lnTo>
                      <a:pt x="83" y="11"/>
                    </a:lnTo>
                    <a:lnTo>
                      <a:pt x="84" y="11"/>
                    </a:lnTo>
                    <a:lnTo>
                      <a:pt x="85" y="12"/>
                    </a:lnTo>
                    <a:lnTo>
                      <a:pt x="86" y="13"/>
                    </a:lnTo>
                    <a:lnTo>
                      <a:pt x="86" y="14"/>
                    </a:lnTo>
                    <a:lnTo>
                      <a:pt x="87" y="14"/>
                    </a:lnTo>
                    <a:lnTo>
                      <a:pt x="87" y="15"/>
                    </a:lnTo>
                    <a:lnTo>
                      <a:pt x="88" y="16"/>
                    </a:lnTo>
                    <a:lnTo>
                      <a:pt x="89" y="17"/>
                    </a:lnTo>
                    <a:lnTo>
                      <a:pt x="89" y="18"/>
                    </a:lnTo>
                    <a:lnTo>
                      <a:pt x="90" y="19"/>
                    </a:lnTo>
                    <a:lnTo>
                      <a:pt x="90" y="20"/>
                    </a:lnTo>
                    <a:lnTo>
                      <a:pt x="91" y="21"/>
                    </a:lnTo>
                    <a:lnTo>
                      <a:pt x="91" y="22"/>
                    </a:lnTo>
                    <a:lnTo>
                      <a:pt x="92" y="23"/>
                    </a:lnTo>
                    <a:lnTo>
                      <a:pt x="92" y="24"/>
                    </a:lnTo>
                    <a:lnTo>
                      <a:pt x="93" y="24"/>
                    </a:lnTo>
                    <a:lnTo>
                      <a:pt x="93" y="25"/>
                    </a:lnTo>
                    <a:lnTo>
                      <a:pt x="94" y="26"/>
                    </a:lnTo>
                    <a:lnTo>
                      <a:pt x="94" y="27"/>
                    </a:lnTo>
                    <a:lnTo>
                      <a:pt x="95" y="28"/>
                    </a:lnTo>
                    <a:lnTo>
                      <a:pt x="96" y="29"/>
                    </a:lnTo>
                    <a:lnTo>
                      <a:pt x="97" y="29"/>
                    </a:lnTo>
                    <a:lnTo>
                      <a:pt x="97" y="30"/>
                    </a:lnTo>
                    <a:lnTo>
                      <a:pt x="98" y="30"/>
                    </a:lnTo>
                    <a:lnTo>
                      <a:pt x="99" y="30"/>
                    </a:lnTo>
                    <a:lnTo>
                      <a:pt x="100" y="30"/>
                    </a:lnTo>
                    <a:lnTo>
                      <a:pt x="100" y="29"/>
                    </a:lnTo>
                    <a:lnTo>
                      <a:pt x="101" y="29"/>
                    </a:lnTo>
                    <a:lnTo>
                      <a:pt x="102" y="28"/>
                    </a:lnTo>
                    <a:lnTo>
                      <a:pt x="102" y="27"/>
                    </a:lnTo>
                    <a:lnTo>
                      <a:pt x="103" y="26"/>
                    </a:lnTo>
                    <a:lnTo>
                      <a:pt x="103" y="25"/>
                    </a:lnTo>
                    <a:lnTo>
                      <a:pt x="104" y="25"/>
                    </a:lnTo>
                    <a:lnTo>
                      <a:pt x="104" y="24"/>
                    </a:lnTo>
                    <a:lnTo>
                      <a:pt x="105" y="23"/>
                    </a:lnTo>
                    <a:lnTo>
                      <a:pt x="105" y="22"/>
                    </a:lnTo>
                    <a:lnTo>
                      <a:pt x="105" y="21"/>
                    </a:lnTo>
                    <a:lnTo>
                      <a:pt x="106" y="19"/>
                    </a:lnTo>
                    <a:lnTo>
                      <a:pt x="106" y="18"/>
                    </a:lnTo>
                    <a:lnTo>
                      <a:pt x="107" y="17"/>
                    </a:lnTo>
                    <a:lnTo>
                      <a:pt x="107" y="16"/>
                    </a:lnTo>
                    <a:lnTo>
                      <a:pt x="107" y="15"/>
                    </a:lnTo>
                    <a:lnTo>
                      <a:pt x="108" y="14"/>
                    </a:lnTo>
                    <a:lnTo>
                      <a:pt x="108" y="13"/>
                    </a:lnTo>
                    <a:lnTo>
                      <a:pt x="109" y="11"/>
                    </a:lnTo>
                    <a:lnTo>
                      <a:pt x="109" y="10"/>
                    </a:lnTo>
                    <a:lnTo>
                      <a:pt x="110" y="9"/>
                    </a:lnTo>
                    <a:lnTo>
                      <a:pt x="110" y="8"/>
                    </a:lnTo>
                    <a:lnTo>
                      <a:pt x="110" y="7"/>
                    </a:lnTo>
                    <a:lnTo>
                      <a:pt x="111" y="6"/>
                    </a:lnTo>
                    <a:lnTo>
                      <a:pt x="111" y="5"/>
                    </a:lnTo>
                    <a:lnTo>
                      <a:pt x="112" y="4"/>
                    </a:lnTo>
                    <a:lnTo>
                      <a:pt x="112" y="3"/>
                    </a:lnTo>
                    <a:lnTo>
                      <a:pt x="113" y="2"/>
                    </a:lnTo>
                    <a:lnTo>
                      <a:pt x="113" y="1"/>
                    </a:lnTo>
                    <a:lnTo>
                      <a:pt x="114" y="1"/>
                    </a:lnTo>
                    <a:lnTo>
                      <a:pt x="115" y="1"/>
                    </a:lnTo>
                    <a:lnTo>
                      <a:pt x="115" y="0"/>
                    </a:lnTo>
                    <a:lnTo>
                      <a:pt x="115" y="1"/>
                    </a:lnTo>
                    <a:lnTo>
                      <a:pt x="116" y="1"/>
                    </a:lnTo>
                    <a:lnTo>
                      <a:pt x="117" y="2"/>
                    </a:lnTo>
                    <a:lnTo>
                      <a:pt x="118" y="3"/>
                    </a:lnTo>
                    <a:lnTo>
                      <a:pt x="118" y="4"/>
                    </a:lnTo>
                    <a:lnTo>
                      <a:pt x="118" y="5"/>
                    </a:lnTo>
                    <a:lnTo>
                      <a:pt x="119" y="7"/>
                    </a:lnTo>
                    <a:lnTo>
                      <a:pt x="119" y="8"/>
                    </a:lnTo>
                    <a:lnTo>
                      <a:pt x="120" y="10"/>
                    </a:lnTo>
                    <a:lnTo>
                      <a:pt x="120" y="12"/>
                    </a:lnTo>
                    <a:lnTo>
                      <a:pt x="120" y="14"/>
                    </a:lnTo>
                    <a:lnTo>
                      <a:pt x="121" y="16"/>
                    </a:lnTo>
                    <a:lnTo>
                      <a:pt x="121" y="19"/>
                    </a:lnTo>
                    <a:lnTo>
                      <a:pt x="122" y="21"/>
                    </a:lnTo>
                    <a:lnTo>
                      <a:pt x="122" y="24"/>
                    </a:lnTo>
                    <a:lnTo>
                      <a:pt x="123" y="27"/>
                    </a:lnTo>
                    <a:lnTo>
                      <a:pt x="123" y="30"/>
                    </a:lnTo>
                    <a:lnTo>
                      <a:pt x="123" y="33"/>
                    </a:lnTo>
                    <a:lnTo>
                      <a:pt x="124" y="37"/>
                    </a:lnTo>
                    <a:lnTo>
                      <a:pt x="124" y="41"/>
                    </a:lnTo>
                    <a:lnTo>
                      <a:pt x="125" y="44"/>
                    </a:lnTo>
                    <a:lnTo>
                      <a:pt x="125" y="48"/>
                    </a:lnTo>
                    <a:lnTo>
                      <a:pt x="126" y="52"/>
                    </a:lnTo>
                    <a:lnTo>
                      <a:pt x="126" y="57"/>
                    </a:lnTo>
                    <a:lnTo>
                      <a:pt x="126" y="61"/>
                    </a:lnTo>
                    <a:lnTo>
                      <a:pt x="127" y="65"/>
                    </a:lnTo>
                    <a:lnTo>
                      <a:pt x="127" y="70"/>
                    </a:lnTo>
                    <a:lnTo>
                      <a:pt x="128" y="75"/>
                    </a:lnTo>
                    <a:lnTo>
                      <a:pt x="128" y="79"/>
                    </a:lnTo>
                    <a:lnTo>
                      <a:pt x="128" y="84"/>
                    </a:lnTo>
                    <a:lnTo>
                      <a:pt x="129" y="89"/>
                    </a:lnTo>
                    <a:lnTo>
                      <a:pt x="129" y="94"/>
                    </a:lnTo>
                    <a:lnTo>
                      <a:pt x="130" y="99"/>
                    </a:lnTo>
                    <a:lnTo>
                      <a:pt x="130" y="104"/>
                    </a:lnTo>
                    <a:lnTo>
                      <a:pt x="131" y="109"/>
                    </a:lnTo>
                    <a:lnTo>
                      <a:pt x="131" y="115"/>
                    </a:lnTo>
                    <a:lnTo>
                      <a:pt x="131" y="120"/>
                    </a:lnTo>
                    <a:lnTo>
                      <a:pt x="132" y="125"/>
                    </a:lnTo>
                    <a:lnTo>
                      <a:pt x="132" y="130"/>
                    </a:lnTo>
                    <a:lnTo>
                      <a:pt x="133" y="135"/>
                    </a:lnTo>
                    <a:lnTo>
                      <a:pt x="133" y="140"/>
                    </a:lnTo>
                    <a:lnTo>
                      <a:pt x="133" y="145"/>
                    </a:lnTo>
                    <a:lnTo>
                      <a:pt x="134" y="150"/>
                    </a:lnTo>
                    <a:lnTo>
                      <a:pt x="134" y="155"/>
                    </a:lnTo>
                    <a:lnTo>
                      <a:pt x="135" y="160"/>
                    </a:lnTo>
                    <a:lnTo>
                      <a:pt x="135" y="165"/>
                    </a:lnTo>
                    <a:lnTo>
                      <a:pt x="136" y="170"/>
                    </a:lnTo>
                    <a:lnTo>
                      <a:pt x="136" y="174"/>
                    </a:lnTo>
                    <a:lnTo>
                      <a:pt x="136" y="179"/>
                    </a:lnTo>
                    <a:lnTo>
                      <a:pt x="137" y="183"/>
                    </a:lnTo>
                    <a:lnTo>
                      <a:pt x="137" y="187"/>
                    </a:lnTo>
                    <a:lnTo>
                      <a:pt x="138" y="191"/>
                    </a:lnTo>
                    <a:lnTo>
                      <a:pt x="138" y="195"/>
                    </a:lnTo>
                    <a:lnTo>
                      <a:pt x="139" y="199"/>
                    </a:lnTo>
                    <a:lnTo>
                      <a:pt x="139" y="203"/>
                    </a:lnTo>
                    <a:lnTo>
                      <a:pt x="139" y="206"/>
                    </a:lnTo>
                    <a:lnTo>
                      <a:pt x="140" y="210"/>
                    </a:lnTo>
                    <a:lnTo>
                      <a:pt x="140" y="213"/>
                    </a:lnTo>
                    <a:lnTo>
                      <a:pt x="141" y="216"/>
                    </a:lnTo>
                    <a:lnTo>
                      <a:pt x="141" y="219"/>
                    </a:lnTo>
                    <a:lnTo>
                      <a:pt x="141" y="221"/>
                    </a:lnTo>
                    <a:lnTo>
                      <a:pt x="142" y="224"/>
                    </a:lnTo>
                    <a:lnTo>
                      <a:pt x="142" y="226"/>
                    </a:lnTo>
                    <a:lnTo>
                      <a:pt x="143" y="228"/>
                    </a:lnTo>
                    <a:lnTo>
                      <a:pt x="143" y="230"/>
                    </a:lnTo>
                    <a:lnTo>
                      <a:pt x="144" y="232"/>
                    </a:lnTo>
                    <a:lnTo>
                      <a:pt x="144" y="234"/>
                    </a:lnTo>
                    <a:lnTo>
                      <a:pt x="144" y="235"/>
                    </a:lnTo>
                    <a:lnTo>
                      <a:pt x="145" y="236"/>
                    </a:lnTo>
                    <a:lnTo>
                      <a:pt x="145" y="237"/>
                    </a:lnTo>
                    <a:lnTo>
                      <a:pt x="146" y="238"/>
                    </a:lnTo>
                    <a:lnTo>
                      <a:pt x="146" y="239"/>
                    </a:lnTo>
                    <a:lnTo>
                      <a:pt x="147" y="240"/>
                    </a:lnTo>
                    <a:lnTo>
                      <a:pt x="148" y="240"/>
                    </a:lnTo>
                    <a:lnTo>
                      <a:pt x="149" y="240"/>
                    </a:lnTo>
                    <a:lnTo>
                      <a:pt x="150" y="239"/>
                    </a:lnTo>
                    <a:lnTo>
                      <a:pt x="151" y="238"/>
                    </a:lnTo>
                    <a:lnTo>
                      <a:pt x="151" y="237"/>
                    </a:lnTo>
                    <a:lnTo>
                      <a:pt x="152" y="236"/>
                    </a:lnTo>
                    <a:lnTo>
                      <a:pt x="152" y="235"/>
                    </a:lnTo>
                    <a:lnTo>
                      <a:pt x="152" y="234"/>
                    </a:lnTo>
                    <a:lnTo>
                      <a:pt x="153" y="233"/>
                    </a:lnTo>
                    <a:lnTo>
                      <a:pt x="153" y="232"/>
                    </a:lnTo>
                    <a:lnTo>
                      <a:pt x="154" y="231"/>
                    </a:lnTo>
                    <a:lnTo>
                      <a:pt x="154" y="230"/>
                    </a:lnTo>
                    <a:lnTo>
                      <a:pt x="154" y="229"/>
                    </a:lnTo>
                    <a:lnTo>
                      <a:pt x="155" y="228"/>
                    </a:lnTo>
                    <a:lnTo>
                      <a:pt x="155" y="226"/>
                    </a:lnTo>
                    <a:lnTo>
                      <a:pt x="156" y="225"/>
                    </a:lnTo>
                    <a:lnTo>
                      <a:pt x="156" y="224"/>
                    </a:lnTo>
                    <a:lnTo>
                      <a:pt x="157" y="223"/>
                    </a:lnTo>
                    <a:lnTo>
                      <a:pt x="157" y="222"/>
                    </a:lnTo>
                    <a:lnTo>
                      <a:pt x="157" y="221"/>
                    </a:lnTo>
                    <a:lnTo>
                      <a:pt x="158" y="220"/>
                    </a:lnTo>
                    <a:lnTo>
                      <a:pt x="158" y="219"/>
                    </a:lnTo>
                    <a:lnTo>
                      <a:pt x="159" y="218"/>
                    </a:lnTo>
                    <a:lnTo>
                      <a:pt x="159" y="217"/>
                    </a:lnTo>
                    <a:lnTo>
                      <a:pt x="160" y="216"/>
                    </a:lnTo>
                    <a:lnTo>
                      <a:pt x="160" y="215"/>
                    </a:lnTo>
                    <a:lnTo>
                      <a:pt x="160" y="214"/>
                    </a:lnTo>
                    <a:lnTo>
                      <a:pt x="161" y="214"/>
                    </a:lnTo>
                    <a:lnTo>
                      <a:pt x="161" y="213"/>
                    </a:lnTo>
                    <a:lnTo>
                      <a:pt x="162" y="213"/>
                    </a:lnTo>
                    <a:lnTo>
                      <a:pt x="162" y="212"/>
                    </a:lnTo>
                    <a:lnTo>
                      <a:pt x="163" y="211"/>
                    </a:lnTo>
                    <a:lnTo>
                      <a:pt x="164" y="211"/>
                    </a:lnTo>
                    <a:lnTo>
                      <a:pt x="165" y="211"/>
                    </a:lnTo>
                    <a:lnTo>
                      <a:pt x="166" y="211"/>
                    </a:lnTo>
                    <a:lnTo>
                      <a:pt x="166" y="212"/>
                    </a:lnTo>
                    <a:lnTo>
                      <a:pt x="167" y="212"/>
                    </a:lnTo>
                    <a:lnTo>
                      <a:pt x="168" y="213"/>
                    </a:lnTo>
                    <a:lnTo>
                      <a:pt x="168" y="214"/>
                    </a:lnTo>
                    <a:lnTo>
                      <a:pt x="169" y="214"/>
                    </a:lnTo>
                    <a:lnTo>
                      <a:pt x="169" y="215"/>
                    </a:lnTo>
                    <a:lnTo>
                      <a:pt x="170" y="216"/>
                    </a:lnTo>
                    <a:lnTo>
                      <a:pt x="170" y="217"/>
                    </a:lnTo>
                    <a:lnTo>
                      <a:pt x="171" y="218"/>
                    </a:lnTo>
                    <a:lnTo>
                      <a:pt x="171" y="219"/>
                    </a:lnTo>
                    <a:lnTo>
                      <a:pt x="172" y="219"/>
                    </a:lnTo>
                    <a:lnTo>
                      <a:pt x="172" y="220"/>
                    </a:lnTo>
                    <a:lnTo>
                      <a:pt x="173" y="221"/>
                    </a:lnTo>
                    <a:lnTo>
                      <a:pt x="173" y="222"/>
                    </a:lnTo>
                    <a:lnTo>
                      <a:pt x="174" y="223"/>
                    </a:lnTo>
                    <a:lnTo>
                      <a:pt x="174" y="224"/>
                    </a:lnTo>
                    <a:lnTo>
                      <a:pt x="175" y="225"/>
                    </a:lnTo>
                    <a:lnTo>
                      <a:pt x="175" y="226"/>
                    </a:lnTo>
                    <a:lnTo>
                      <a:pt x="176" y="227"/>
                    </a:lnTo>
                    <a:lnTo>
                      <a:pt x="177" y="228"/>
                    </a:lnTo>
                    <a:lnTo>
                      <a:pt x="178" y="229"/>
                    </a:lnTo>
                    <a:lnTo>
                      <a:pt x="179" y="230"/>
                    </a:lnTo>
                    <a:lnTo>
                      <a:pt x="180" y="230"/>
                    </a:lnTo>
                    <a:lnTo>
                      <a:pt x="181" y="230"/>
                    </a:lnTo>
                    <a:lnTo>
                      <a:pt x="182" y="230"/>
                    </a:lnTo>
                    <a:lnTo>
                      <a:pt x="183" y="230"/>
                    </a:lnTo>
                    <a:lnTo>
                      <a:pt x="183" y="229"/>
                    </a:lnTo>
                    <a:lnTo>
                      <a:pt x="184" y="229"/>
                    </a:lnTo>
                    <a:lnTo>
                      <a:pt x="185" y="228"/>
                    </a:lnTo>
                    <a:lnTo>
                      <a:pt x="186" y="227"/>
                    </a:lnTo>
                    <a:lnTo>
                      <a:pt x="186" y="226"/>
                    </a:lnTo>
                    <a:lnTo>
                      <a:pt x="187" y="226"/>
                    </a:lnTo>
                    <a:lnTo>
                      <a:pt x="187" y="225"/>
                    </a:lnTo>
                    <a:lnTo>
                      <a:pt x="188" y="224"/>
                    </a:lnTo>
                    <a:lnTo>
                      <a:pt x="189" y="223"/>
                    </a:lnTo>
                    <a:lnTo>
                      <a:pt x="189" y="222"/>
                    </a:lnTo>
                    <a:lnTo>
                      <a:pt x="190" y="221"/>
                    </a:lnTo>
                    <a:lnTo>
                      <a:pt x="190" y="220"/>
                    </a:lnTo>
                    <a:lnTo>
                      <a:pt x="191" y="220"/>
                    </a:lnTo>
                    <a:lnTo>
                      <a:pt x="191" y="219"/>
                    </a:lnTo>
                    <a:lnTo>
                      <a:pt x="192" y="218"/>
                    </a:lnTo>
                    <a:lnTo>
                      <a:pt x="192" y="217"/>
                    </a:lnTo>
                    <a:lnTo>
                      <a:pt x="193" y="217"/>
                    </a:lnTo>
                    <a:lnTo>
                      <a:pt x="193" y="216"/>
                    </a:lnTo>
                    <a:lnTo>
                      <a:pt x="194" y="216"/>
                    </a:lnTo>
                    <a:lnTo>
                      <a:pt x="194" y="215"/>
                    </a:lnTo>
                    <a:lnTo>
                      <a:pt x="195" y="215"/>
                    </a:lnTo>
                    <a:lnTo>
                      <a:pt x="196" y="214"/>
                    </a:lnTo>
                    <a:lnTo>
                      <a:pt x="197" y="214"/>
                    </a:lnTo>
                    <a:lnTo>
                      <a:pt x="198" y="214"/>
                    </a:lnTo>
                    <a:lnTo>
                      <a:pt x="199" y="214"/>
                    </a:lnTo>
                    <a:lnTo>
                      <a:pt x="200" y="215"/>
                    </a:lnTo>
                    <a:lnTo>
                      <a:pt x="201" y="215"/>
                    </a:lnTo>
                    <a:lnTo>
                      <a:pt x="201" y="216"/>
                    </a:lnTo>
                    <a:lnTo>
                      <a:pt x="202" y="216"/>
                    </a:lnTo>
                    <a:lnTo>
                      <a:pt x="202" y="217"/>
                    </a:lnTo>
                    <a:lnTo>
                      <a:pt x="203" y="218"/>
                    </a:lnTo>
                    <a:lnTo>
                      <a:pt x="204" y="219"/>
                    </a:lnTo>
                    <a:lnTo>
                      <a:pt x="204" y="220"/>
                    </a:lnTo>
                    <a:lnTo>
                      <a:pt x="205" y="221"/>
                    </a:lnTo>
                    <a:lnTo>
                      <a:pt x="206" y="222"/>
                    </a:lnTo>
                    <a:lnTo>
                      <a:pt x="206" y="223"/>
                    </a:lnTo>
                    <a:lnTo>
                      <a:pt x="207" y="223"/>
                    </a:lnTo>
                    <a:lnTo>
                      <a:pt x="207" y="224"/>
                    </a:lnTo>
                    <a:lnTo>
                      <a:pt x="207" y="225"/>
                    </a:lnTo>
                    <a:lnTo>
                      <a:pt x="208" y="225"/>
                    </a:lnTo>
                    <a:lnTo>
                      <a:pt x="208" y="226"/>
                    </a:lnTo>
                    <a:lnTo>
                      <a:pt x="209" y="226"/>
                    </a:lnTo>
                    <a:lnTo>
                      <a:pt x="209" y="227"/>
                    </a:lnTo>
                    <a:lnTo>
                      <a:pt x="210" y="228"/>
                    </a:lnTo>
                    <a:lnTo>
                      <a:pt x="211" y="229"/>
                    </a:lnTo>
                    <a:lnTo>
                      <a:pt x="212" y="230"/>
                    </a:lnTo>
                    <a:lnTo>
                      <a:pt x="213" y="230"/>
                    </a:lnTo>
                    <a:lnTo>
                      <a:pt x="214" y="230"/>
                    </a:lnTo>
                    <a:lnTo>
                      <a:pt x="215" y="230"/>
                    </a:lnTo>
                    <a:lnTo>
                      <a:pt x="216" y="230"/>
                    </a:lnTo>
                    <a:lnTo>
                      <a:pt x="217" y="229"/>
                    </a:lnTo>
                    <a:lnTo>
                      <a:pt x="217" y="228"/>
                    </a:lnTo>
                    <a:lnTo>
                      <a:pt x="218" y="228"/>
                    </a:lnTo>
                    <a:lnTo>
                      <a:pt x="218" y="227"/>
                    </a:lnTo>
                    <a:lnTo>
                      <a:pt x="219" y="227"/>
                    </a:lnTo>
                    <a:lnTo>
                      <a:pt x="219" y="226"/>
                    </a:lnTo>
                    <a:lnTo>
                      <a:pt x="220" y="226"/>
                    </a:lnTo>
                    <a:lnTo>
                      <a:pt x="220" y="225"/>
                    </a:lnTo>
                    <a:lnTo>
                      <a:pt x="220" y="224"/>
                    </a:lnTo>
                    <a:lnTo>
                      <a:pt x="221" y="223"/>
                    </a:lnTo>
                    <a:lnTo>
                      <a:pt x="222" y="222"/>
                    </a:lnTo>
                    <a:lnTo>
                      <a:pt x="222" y="221"/>
                    </a:lnTo>
                    <a:lnTo>
                      <a:pt x="223" y="220"/>
                    </a:lnTo>
                    <a:lnTo>
                      <a:pt x="223" y="219"/>
                    </a:lnTo>
                    <a:lnTo>
                      <a:pt x="224" y="218"/>
                    </a:lnTo>
                    <a:lnTo>
                      <a:pt x="224" y="217"/>
                    </a:lnTo>
                    <a:lnTo>
                      <a:pt x="225" y="217"/>
                    </a:lnTo>
                    <a:lnTo>
                      <a:pt x="225" y="216"/>
                    </a:lnTo>
                    <a:lnTo>
                      <a:pt x="225" y="215"/>
                    </a:lnTo>
                    <a:lnTo>
                      <a:pt x="226" y="215"/>
                    </a:lnTo>
                    <a:lnTo>
                      <a:pt x="226" y="214"/>
                    </a:lnTo>
                    <a:lnTo>
                      <a:pt x="227" y="213"/>
                    </a:lnTo>
                    <a:lnTo>
                      <a:pt x="228" y="212"/>
                    </a:lnTo>
                    <a:lnTo>
                      <a:pt x="229" y="211"/>
                    </a:lnTo>
                    <a:lnTo>
                      <a:pt x="230" y="211"/>
                    </a:lnTo>
                    <a:lnTo>
                      <a:pt x="231" y="211"/>
                    </a:lnTo>
                    <a:lnTo>
                      <a:pt x="232" y="211"/>
                    </a:lnTo>
                    <a:lnTo>
                      <a:pt x="232" y="212"/>
                    </a:lnTo>
                    <a:lnTo>
                      <a:pt x="233" y="212"/>
                    </a:lnTo>
                    <a:lnTo>
                      <a:pt x="233" y="213"/>
                    </a:lnTo>
                    <a:lnTo>
                      <a:pt x="234" y="213"/>
                    </a:lnTo>
                    <a:lnTo>
                      <a:pt x="234" y="214"/>
                    </a:lnTo>
                    <a:lnTo>
                      <a:pt x="235" y="215"/>
                    </a:lnTo>
                    <a:lnTo>
                      <a:pt x="235" y="216"/>
                    </a:lnTo>
                    <a:lnTo>
                      <a:pt x="236" y="216"/>
                    </a:lnTo>
                    <a:lnTo>
                      <a:pt x="236" y="217"/>
                    </a:lnTo>
                    <a:lnTo>
                      <a:pt x="236" y="218"/>
                    </a:lnTo>
                    <a:lnTo>
                      <a:pt x="237" y="219"/>
                    </a:lnTo>
                    <a:lnTo>
                      <a:pt x="237" y="220"/>
                    </a:lnTo>
                    <a:lnTo>
                      <a:pt x="238" y="221"/>
                    </a:lnTo>
                    <a:lnTo>
                      <a:pt x="238" y="222"/>
                    </a:lnTo>
                    <a:lnTo>
                      <a:pt x="238" y="224"/>
                    </a:lnTo>
                    <a:lnTo>
                      <a:pt x="239" y="225"/>
                    </a:lnTo>
                    <a:lnTo>
                      <a:pt x="239" y="226"/>
                    </a:lnTo>
                    <a:lnTo>
                      <a:pt x="240" y="227"/>
                    </a:lnTo>
                    <a:lnTo>
                      <a:pt x="240" y="228"/>
                    </a:lnTo>
                    <a:lnTo>
                      <a:pt x="241" y="229"/>
                    </a:lnTo>
                    <a:lnTo>
                      <a:pt x="241" y="231"/>
                    </a:lnTo>
                    <a:lnTo>
                      <a:pt x="241" y="232"/>
                    </a:lnTo>
                    <a:lnTo>
                      <a:pt x="242" y="233"/>
                    </a:lnTo>
                    <a:lnTo>
                      <a:pt x="242" y="234"/>
                    </a:lnTo>
                    <a:lnTo>
                      <a:pt x="243" y="235"/>
                    </a:lnTo>
                    <a:lnTo>
                      <a:pt x="243" y="236"/>
                    </a:lnTo>
                    <a:lnTo>
                      <a:pt x="244" y="237"/>
                    </a:lnTo>
                    <a:lnTo>
                      <a:pt x="244" y="238"/>
                    </a:lnTo>
                    <a:lnTo>
                      <a:pt x="245" y="239"/>
                    </a:lnTo>
                    <a:lnTo>
                      <a:pt x="246" y="240"/>
                    </a:lnTo>
                    <a:lnTo>
                      <a:pt x="247" y="241"/>
                    </a:lnTo>
                    <a:lnTo>
                      <a:pt x="247" y="240"/>
                    </a:lnTo>
                    <a:lnTo>
                      <a:pt x="248" y="240"/>
                    </a:lnTo>
                    <a:lnTo>
                      <a:pt x="249" y="239"/>
                    </a:lnTo>
                    <a:lnTo>
                      <a:pt x="249" y="238"/>
                    </a:lnTo>
                    <a:lnTo>
                      <a:pt x="250" y="237"/>
                    </a:lnTo>
                    <a:lnTo>
                      <a:pt x="250" y="236"/>
                    </a:lnTo>
                    <a:lnTo>
                      <a:pt x="251" y="234"/>
                    </a:lnTo>
                    <a:lnTo>
                      <a:pt x="251" y="233"/>
                    </a:lnTo>
                    <a:lnTo>
                      <a:pt x="252" y="231"/>
                    </a:lnTo>
                    <a:lnTo>
                      <a:pt x="252" y="229"/>
                    </a:lnTo>
                    <a:lnTo>
                      <a:pt x="252" y="227"/>
                    </a:lnTo>
                    <a:lnTo>
                      <a:pt x="253" y="225"/>
                    </a:lnTo>
                    <a:lnTo>
                      <a:pt x="253" y="223"/>
                    </a:lnTo>
                    <a:lnTo>
                      <a:pt x="254" y="220"/>
                    </a:lnTo>
                    <a:lnTo>
                      <a:pt x="254" y="217"/>
                    </a:lnTo>
                    <a:lnTo>
                      <a:pt x="254" y="214"/>
                    </a:lnTo>
                    <a:lnTo>
                      <a:pt x="255" y="211"/>
                    </a:lnTo>
                    <a:lnTo>
                      <a:pt x="255" y="208"/>
                    </a:lnTo>
                    <a:lnTo>
                      <a:pt x="256" y="205"/>
                    </a:lnTo>
                    <a:lnTo>
                      <a:pt x="256" y="201"/>
                    </a:lnTo>
                    <a:lnTo>
                      <a:pt x="257" y="197"/>
                    </a:lnTo>
                    <a:lnTo>
                      <a:pt x="257" y="193"/>
                    </a:lnTo>
                    <a:lnTo>
                      <a:pt x="257" y="189"/>
                    </a:lnTo>
                    <a:lnTo>
                      <a:pt x="258" y="185"/>
                    </a:lnTo>
                    <a:lnTo>
                      <a:pt x="258" y="181"/>
                    </a:lnTo>
                    <a:lnTo>
                      <a:pt x="259" y="176"/>
                    </a:lnTo>
                    <a:lnTo>
                      <a:pt x="259" y="172"/>
                    </a:lnTo>
                    <a:lnTo>
                      <a:pt x="259" y="167"/>
                    </a:lnTo>
                    <a:lnTo>
                      <a:pt x="260" y="162"/>
                    </a:lnTo>
                    <a:lnTo>
                      <a:pt x="260" y="158"/>
                    </a:lnTo>
                    <a:lnTo>
                      <a:pt x="261" y="153"/>
                    </a:lnTo>
                    <a:lnTo>
                      <a:pt x="261" y="148"/>
                    </a:lnTo>
                    <a:lnTo>
                      <a:pt x="262" y="143"/>
                    </a:lnTo>
                    <a:lnTo>
                      <a:pt x="262" y="138"/>
                    </a:lnTo>
                    <a:lnTo>
                      <a:pt x="262" y="132"/>
                    </a:lnTo>
                    <a:lnTo>
                      <a:pt x="263" y="127"/>
                    </a:lnTo>
                    <a:lnTo>
                      <a:pt x="263" y="122"/>
                    </a:lnTo>
                    <a:lnTo>
                      <a:pt x="264" y="117"/>
                    </a:lnTo>
                    <a:lnTo>
                      <a:pt x="264" y="112"/>
                    </a:lnTo>
                    <a:lnTo>
                      <a:pt x="265" y="107"/>
                    </a:lnTo>
                    <a:lnTo>
                      <a:pt x="265" y="102"/>
                    </a:lnTo>
                    <a:lnTo>
                      <a:pt x="265" y="97"/>
                    </a:lnTo>
                    <a:lnTo>
                      <a:pt x="266" y="92"/>
                    </a:lnTo>
                    <a:lnTo>
                      <a:pt x="266" y="87"/>
                    </a:lnTo>
                    <a:lnTo>
                      <a:pt x="267" y="82"/>
                    </a:lnTo>
                    <a:lnTo>
                      <a:pt x="267" y="77"/>
                    </a:lnTo>
                    <a:lnTo>
                      <a:pt x="267" y="72"/>
                    </a:lnTo>
                    <a:lnTo>
                      <a:pt x="268" y="68"/>
                    </a:lnTo>
                    <a:lnTo>
                      <a:pt x="268" y="63"/>
                    </a:lnTo>
                    <a:lnTo>
                      <a:pt x="269" y="59"/>
                    </a:lnTo>
                    <a:lnTo>
                      <a:pt x="269" y="54"/>
                    </a:lnTo>
                    <a:lnTo>
                      <a:pt x="270" y="50"/>
                    </a:lnTo>
                    <a:lnTo>
                      <a:pt x="270" y="46"/>
                    </a:lnTo>
                    <a:lnTo>
                      <a:pt x="270" y="42"/>
                    </a:lnTo>
                    <a:lnTo>
                      <a:pt x="271" y="39"/>
                    </a:lnTo>
                    <a:lnTo>
                      <a:pt x="271" y="35"/>
                    </a:lnTo>
                    <a:lnTo>
                      <a:pt x="272" y="32"/>
                    </a:lnTo>
                    <a:lnTo>
                      <a:pt x="272" y="29"/>
                    </a:lnTo>
                    <a:lnTo>
                      <a:pt x="273" y="25"/>
                    </a:lnTo>
                    <a:lnTo>
                      <a:pt x="273" y="23"/>
                    </a:lnTo>
                    <a:lnTo>
                      <a:pt x="273" y="20"/>
                    </a:lnTo>
                    <a:lnTo>
                      <a:pt x="274" y="17"/>
                    </a:lnTo>
                    <a:lnTo>
                      <a:pt x="274" y="15"/>
                    </a:lnTo>
                    <a:lnTo>
                      <a:pt x="275" y="13"/>
                    </a:lnTo>
                    <a:lnTo>
                      <a:pt x="275" y="11"/>
                    </a:lnTo>
                    <a:lnTo>
                      <a:pt x="275" y="9"/>
                    </a:lnTo>
                    <a:lnTo>
                      <a:pt x="276" y="8"/>
                    </a:lnTo>
                    <a:lnTo>
                      <a:pt x="276" y="6"/>
                    </a:lnTo>
                    <a:lnTo>
                      <a:pt x="277" y="5"/>
                    </a:lnTo>
                    <a:lnTo>
                      <a:pt x="277" y="4"/>
                    </a:lnTo>
                    <a:lnTo>
                      <a:pt x="278" y="3"/>
                    </a:lnTo>
                    <a:lnTo>
                      <a:pt x="278" y="2"/>
                    </a:lnTo>
                    <a:lnTo>
                      <a:pt x="278" y="1"/>
                    </a:lnTo>
                    <a:lnTo>
                      <a:pt x="279" y="1"/>
                    </a:lnTo>
                    <a:lnTo>
                      <a:pt x="280" y="1"/>
                    </a:lnTo>
                    <a:lnTo>
                      <a:pt x="281" y="1"/>
                    </a:lnTo>
                    <a:lnTo>
                      <a:pt x="282" y="2"/>
                    </a:lnTo>
                    <a:lnTo>
                      <a:pt x="283" y="3"/>
                    </a:lnTo>
                    <a:lnTo>
                      <a:pt x="283" y="4"/>
                    </a:lnTo>
                    <a:lnTo>
                      <a:pt x="283" y="5"/>
                    </a:lnTo>
                    <a:lnTo>
                      <a:pt x="284" y="5"/>
                    </a:lnTo>
                    <a:lnTo>
                      <a:pt x="284" y="6"/>
                    </a:lnTo>
                    <a:lnTo>
                      <a:pt x="285" y="7"/>
                    </a:lnTo>
                    <a:lnTo>
                      <a:pt x="285" y="9"/>
                    </a:lnTo>
                    <a:lnTo>
                      <a:pt x="286" y="10"/>
                    </a:lnTo>
                    <a:lnTo>
                      <a:pt x="286" y="11"/>
                    </a:lnTo>
                    <a:lnTo>
                      <a:pt x="286" y="12"/>
                    </a:lnTo>
                    <a:lnTo>
                      <a:pt x="287" y="13"/>
                    </a:lnTo>
                    <a:lnTo>
                      <a:pt x="287" y="14"/>
                    </a:lnTo>
                    <a:lnTo>
                      <a:pt x="288" y="15"/>
                    </a:lnTo>
                    <a:lnTo>
                      <a:pt x="288" y="17"/>
                    </a:lnTo>
                    <a:lnTo>
                      <a:pt x="288" y="18"/>
                    </a:lnTo>
                    <a:lnTo>
                      <a:pt x="289" y="19"/>
                    </a:lnTo>
                    <a:lnTo>
                      <a:pt x="289" y="20"/>
                    </a:lnTo>
                    <a:lnTo>
                      <a:pt x="290" y="21"/>
                    </a:lnTo>
                    <a:lnTo>
                      <a:pt x="290" y="22"/>
                    </a:lnTo>
                    <a:lnTo>
                      <a:pt x="291" y="23"/>
                    </a:lnTo>
                    <a:lnTo>
                      <a:pt x="291" y="24"/>
                    </a:lnTo>
                    <a:lnTo>
                      <a:pt x="291" y="25"/>
                    </a:lnTo>
                    <a:lnTo>
                      <a:pt x="292" y="26"/>
                    </a:lnTo>
                    <a:lnTo>
                      <a:pt x="292" y="27"/>
                    </a:lnTo>
                    <a:lnTo>
                      <a:pt x="293" y="27"/>
                    </a:lnTo>
                    <a:lnTo>
                      <a:pt x="293" y="28"/>
                    </a:lnTo>
                    <a:lnTo>
                      <a:pt x="294" y="28"/>
                    </a:lnTo>
                    <a:lnTo>
                      <a:pt x="294" y="29"/>
                    </a:lnTo>
                    <a:lnTo>
                      <a:pt x="295" y="30"/>
                    </a:lnTo>
                    <a:lnTo>
                      <a:pt x="296" y="30"/>
                    </a:lnTo>
                    <a:lnTo>
                      <a:pt x="297" y="30"/>
                    </a:lnTo>
                    <a:lnTo>
                      <a:pt x="298" y="30"/>
                    </a:lnTo>
                    <a:lnTo>
                      <a:pt x="299" y="29"/>
                    </a:lnTo>
                    <a:lnTo>
                      <a:pt x="299" y="28"/>
                    </a:lnTo>
                    <a:lnTo>
                      <a:pt x="300" y="28"/>
                    </a:lnTo>
                    <a:lnTo>
                      <a:pt x="300" y="27"/>
                    </a:lnTo>
                    <a:lnTo>
                      <a:pt x="301" y="27"/>
                    </a:lnTo>
                    <a:lnTo>
                      <a:pt x="301" y="26"/>
                    </a:lnTo>
                    <a:lnTo>
                      <a:pt x="302" y="25"/>
                    </a:lnTo>
                    <a:lnTo>
                      <a:pt x="302" y="24"/>
                    </a:lnTo>
                    <a:lnTo>
                      <a:pt x="303" y="23"/>
                    </a:lnTo>
                    <a:lnTo>
                      <a:pt x="304" y="22"/>
                    </a:lnTo>
                    <a:lnTo>
                      <a:pt x="304" y="21"/>
                    </a:lnTo>
                    <a:lnTo>
                      <a:pt x="304" y="20"/>
                    </a:lnTo>
                    <a:lnTo>
                      <a:pt x="305" y="20"/>
                    </a:lnTo>
                    <a:lnTo>
                      <a:pt x="305" y="19"/>
                    </a:lnTo>
                    <a:lnTo>
                      <a:pt x="306" y="18"/>
                    </a:lnTo>
                    <a:lnTo>
                      <a:pt x="306" y="17"/>
                    </a:lnTo>
                    <a:lnTo>
                      <a:pt x="307" y="17"/>
                    </a:lnTo>
                    <a:lnTo>
                      <a:pt x="307" y="16"/>
                    </a:lnTo>
                    <a:lnTo>
                      <a:pt x="307" y="15"/>
                    </a:lnTo>
                    <a:lnTo>
                      <a:pt x="308" y="15"/>
                    </a:lnTo>
                    <a:lnTo>
                      <a:pt x="308" y="14"/>
                    </a:lnTo>
                    <a:lnTo>
                      <a:pt x="309" y="13"/>
                    </a:lnTo>
                    <a:lnTo>
                      <a:pt x="309" y="12"/>
                    </a:lnTo>
                    <a:lnTo>
                      <a:pt x="310" y="12"/>
                    </a:lnTo>
                    <a:lnTo>
                      <a:pt x="311" y="11"/>
                    </a:lnTo>
                    <a:lnTo>
                      <a:pt x="312" y="11"/>
                    </a:lnTo>
                    <a:lnTo>
                      <a:pt x="313" y="11"/>
                    </a:lnTo>
                    <a:lnTo>
                      <a:pt x="314" y="11"/>
                    </a:lnTo>
                    <a:lnTo>
                      <a:pt x="315" y="11"/>
                    </a:lnTo>
                    <a:lnTo>
                      <a:pt x="315" y="12"/>
                    </a:lnTo>
                    <a:lnTo>
                      <a:pt x="316" y="12"/>
                    </a:lnTo>
                    <a:lnTo>
                      <a:pt x="317" y="13"/>
                    </a:lnTo>
                    <a:lnTo>
                      <a:pt x="317" y="14"/>
                    </a:lnTo>
                    <a:lnTo>
                      <a:pt x="318" y="14"/>
                    </a:lnTo>
                    <a:lnTo>
                      <a:pt x="318" y="15"/>
                    </a:lnTo>
                    <a:lnTo>
                      <a:pt x="319" y="15"/>
                    </a:lnTo>
                    <a:lnTo>
                      <a:pt x="319" y="16"/>
                    </a:lnTo>
                    <a:lnTo>
                      <a:pt x="320" y="17"/>
                    </a:lnTo>
                    <a:lnTo>
                      <a:pt x="320" y="18"/>
                    </a:lnTo>
                    <a:lnTo>
                      <a:pt x="321" y="18"/>
                    </a:lnTo>
                    <a:lnTo>
                      <a:pt x="321" y="19"/>
                    </a:lnTo>
                    <a:lnTo>
                      <a:pt x="322" y="20"/>
                    </a:lnTo>
                    <a:lnTo>
                      <a:pt x="322" y="21"/>
                    </a:lnTo>
                    <a:lnTo>
                      <a:pt x="323" y="22"/>
                    </a:lnTo>
                    <a:lnTo>
                      <a:pt x="324" y="23"/>
                    </a:lnTo>
                    <a:lnTo>
                      <a:pt x="325" y="24"/>
                    </a:lnTo>
                    <a:lnTo>
                      <a:pt x="325" y="25"/>
                    </a:lnTo>
                    <a:lnTo>
                      <a:pt x="326" y="25"/>
                    </a:lnTo>
                    <a:lnTo>
                      <a:pt x="326" y="26"/>
                    </a:lnTo>
                    <a:lnTo>
                      <a:pt x="327" y="26"/>
                    </a:lnTo>
                    <a:lnTo>
                      <a:pt x="328" y="27"/>
                    </a:lnTo>
                    <a:lnTo>
                      <a:pt x="329" y="27"/>
                    </a:lnTo>
                    <a:lnTo>
                      <a:pt x="330" y="27"/>
                    </a:lnTo>
                    <a:lnTo>
                      <a:pt x="331" y="27"/>
                    </a:lnTo>
                    <a:lnTo>
                      <a:pt x="332" y="26"/>
                    </a:lnTo>
                    <a:lnTo>
                      <a:pt x="333" y="26"/>
                    </a:lnTo>
                    <a:lnTo>
                      <a:pt x="333" y="25"/>
                    </a:lnTo>
                    <a:lnTo>
                      <a:pt x="334" y="24"/>
                    </a:lnTo>
                    <a:lnTo>
                      <a:pt x="335" y="23"/>
                    </a:lnTo>
                    <a:lnTo>
                      <a:pt x="336" y="22"/>
                    </a:lnTo>
                    <a:lnTo>
                      <a:pt x="336" y="21"/>
                    </a:lnTo>
                    <a:lnTo>
                      <a:pt x="337" y="20"/>
                    </a:lnTo>
                    <a:lnTo>
                      <a:pt x="338" y="19"/>
                    </a:lnTo>
                    <a:lnTo>
                      <a:pt x="338" y="18"/>
                    </a:lnTo>
                    <a:lnTo>
                      <a:pt x="339" y="17"/>
                    </a:lnTo>
                    <a:lnTo>
                      <a:pt x="339" y="16"/>
                    </a:lnTo>
                    <a:lnTo>
                      <a:pt x="340" y="16"/>
                    </a:lnTo>
                    <a:lnTo>
                      <a:pt x="340" y="15"/>
                    </a:lnTo>
                    <a:lnTo>
                      <a:pt x="341" y="15"/>
                    </a:lnTo>
                    <a:lnTo>
                      <a:pt x="341" y="14"/>
                    </a:lnTo>
                    <a:lnTo>
                      <a:pt x="342" y="13"/>
                    </a:lnTo>
                    <a:lnTo>
                      <a:pt x="343" y="12"/>
                    </a:lnTo>
                    <a:lnTo>
                      <a:pt x="343" y="11"/>
                    </a:lnTo>
                    <a:lnTo>
                      <a:pt x="344" y="11"/>
                    </a:lnTo>
                    <a:lnTo>
                      <a:pt x="345" y="11"/>
                    </a:lnTo>
                    <a:lnTo>
                      <a:pt x="346" y="11"/>
                    </a:lnTo>
                    <a:lnTo>
                      <a:pt x="347" y="11"/>
                    </a:lnTo>
                    <a:lnTo>
                      <a:pt x="348" y="11"/>
                    </a:lnTo>
                    <a:lnTo>
                      <a:pt x="349" y="12"/>
                    </a:lnTo>
                    <a:lnTo>
                      <a:pt x="349" y="13"/>
                    </a:lnTo>
                    <a:lnTo>
                      <a:pt x="350" y="13"/>
                    </a:lnTo>
                    <a:lnTo>
                      <a:pt x="350" y="14"/>
                    </a:lnTo>
                    <a:lnTo>
                      <a:pt x="351" y="14"/>
                    </a:lnTo>
                    <a:lnTo>
                      <a:pt x="351" y="15"/>
                    </a:lnTo>
                    <a:lnTo>
                      <a:pt x="352" y="16"/>
                    </a:lnTo>
                    <a:lnTo>
                      <a:pt x="352" y="17"/>
                    </a:lnTo>
                    <a:lnTo>
                      <a:pt x="353" y="17"/>
                    </a:lnTo>
                    <a:lnTo>
                      <a:pt x="353" y="18"/>
                    </a:lnTo>
                    <a:lnTo>
                      <a:pt x="354" y="19"/>
                    </a:lnTo>
                    <a:lnTo>
                      <a:pt x="354" y="20"/>
                    </a:lnTo>
                    <a:lnTo>
                      <a:pt x="355" y="21"/>
                    </a:lnTo>
                    <a:lnTo>
                      <a:pt x="355" y="22"/>
                    </a:lnTo>
                    <a:lnTo>
                      <a:pt x="356" y="23"/>
                    </a:lnTo>
                    <a:lnTo>
                      <a:pt x="356" y="24"/>
                    </a:lnTo>
                    <a:lnTo>
                      <a:pt x="357" y="24"/>
                    </a:lnTo>
                    <a:lnTo>
                      <a:pt x="357" y="25"/>
                    </a:lnTo>
                    <a:lnTo>
                      <a:pt x="357" y="26"/>
                    </a:lnTo>
                    <a:lnTo>
                      <a:pt x="358" y="26"/>
                    </a:lnTo>
                    <a:lnTo>
                      <a:pt x="358" y="27"/>
                    </a:lnTo>
                    <a:lnTo>
                      <a:pt x="359" y="27"/>
                    </a:lnTo>
                    <a:lnTo>
                      <a:pt x="359" y="28"/>
                    </a:lnTo>
                    <a:lnTo>
                      <a:pt x="360" y="29"/>
                    </a:lnTo>
                    <a:lnTo>
                      <a:pt x="361" y="30"/>
                    </a:lnTo>
                    <a:lnTo>
                      <a:pt x="362" y="30"/>
                    </a:lnTo>
                    <a:lnTo>
                      <a:pt x="363" y="30"/>
                    </a:lnTo>
                    <a:lnTo>
                      <a:pt x="364" y="30"/>
                    </a:lnTo>
                    <a:lnTo>
                      <a:pt x="364" y="29"/>
                    </a:lnTo>
                    <a:lnTo>
                      <a:pt x="365" y="29"/>
                    </a:lnTo>
                    <a:lnTo>
                      <a:pt x="365" y="28"/>
                    </a:lnTo>
                    <a:lnTo>
                      <a:pt x="366" y="28"/>
                    </a:lnTo>
                    <a:lnTo>
                      <a:pt x="366" y="27"/>
                    </a:lnTo>
                    <a:lnTo>
                      <a:pt x="367" y="26"/>
                    </a:lnTo>
                    <a:lnTo>
                      <a:pt x="367" y="25"/>
                    </a:lnTo>
                    <a:lnTo>
                      <a:pt x="368" y="24"/>
                    </a:lnTo>
                    <a:lnTo>
                      <a:pt x="368" y="23"/>
                    </a:lnTo>
                    <a:lnTo>
                      <a:pt x="369" y="22"/>
                    </a:lnTo>
                    <a:lnTo>
                      <a:pt x="369" y="21"/>
                    </a:lnTo>
                    <a:lnTo>
                      <a:pt x="370" y="20"/>
                    </a:lnTo>
                    <a:lnTo>
                      <a:pt x="370" y="19"/>
                    </a:lnTo>
                    <a:lnTo>
                      <a:pt x="370" y="18"/>
                    </a:lnTo>
                    <a:lnTo>
                      <a:pt x="371" y="16"/>
                    </a:lnTo>
                    <a:lnTo>
                      <a:pt x="371" y="15"/>
                    </a:lnTo>
                    <a:lnTo>
                      <a:pt x="372" y="14"/>
                    </a:lnTo>
                    <a:lnTo>
                      <a:pt x="372" y="13"/>
                    </a:lnTo>
                    <a:lnTo>
                      <a:pt x="372" y="12"/>
                    </a:lnTo>
                    <a:lnTo>
                      <a:pt x="373" y="11"/>
                    </a:lnTo>
                    <a:lnTo>
                      <a:pt x="373" y="9"/>
                    </a:lnTo>
                    <a:lnTo>
                      <a:pt x="374" y="8"/>
                    </a:lnTo>
                    <a:lnTo>
                      <a:pt x="374" y="7"/>
                    </a:lnTo>
                    <a:lnTo>
                      <a:pt x="375" y="6"/>
                    </a:lnTo>
                    <a:lnTo>
                      <a:pt x="375" y="5"/>
                    </a:lnTo>
                    <a:lnTo>
                      <a:pt x="375" y="4"/>
                    </a:lnTo>
                    <a:lnTo>
                      <a:pt x="376" y="4"/>
                    </a:lnTo>
                    <a:lnTo>
                      <a:pt x="376" y="3"/>
                    </a:lnTo>
                    <a:lnTo>
                      <a:pt x="377" y="2"/>
                    </a:lnTo>
                    <a:lnTo>
                      <a:pt x="378" y="1"/>
                    </a:lnTo>
                    <a:lnTo>
                      <a:pt x="379" y="1"/>
                    </a:lnTo>
                    <a:lnTo>
                      <a:pt x="380" y="1"/>
                    </a:lnTo>
                    <a:lnTo>
                      <a:pt x="380" y="2"/>
                    </a:lnTo>
                    <a:lnTo>
                      <a:pt x="381" y="2"/>
                    </a:lnTo>
                    <a:lnTo>
                      <a:pt x="381" y="3"/>
                    </a:lnTo>
                    <a:lnTo>
                      <a:pt x="382" y="4"/>
                    </a:lnTo>
                    <a:lnTo>
                      <a:pt x="382" y="5"/>
                    </a:lnTo>
                    <a:lnTo>
                      <a:pt x="383" y="6"/>
                    </a:lnTo>
                    <a:lnTo>
                      <a:pt x="383" y="8"/>
                    </a:lnTo>
                    <a:lnTo>
                      <a:pt x="383" y="9"/>
                    </a:lnTo>
                    <a:lnTo>
                      <a:pt x="384" y="11"/>
                    </a:lnTo>
                    <a:lnTo>
                      <a:pt x="384" y="13"/>
                    </a:lnTo>
                    <a:lnTo>
                      <a:pt x="385" y="16"/>
                    </a:lnTo>
                    <a:lnTo>
                      <a:pt x="385" y="18"/>
                    </a:lnTo>
                    <a:lnTo>
                      <a:pt x="385" y="20"/>
                    </a:lnTo>
                    <a:lnTo>
                      <a:pt x="386" y="23"/>
                    </a:lnTo>
                    <a:lnTo>
                      <a:pt x="386" y="26"/>
                    </a:lnTo>
                    <a:lnTo>
                      <a:pt x="387" y="29"/>
                    </a:lnTo>
                    <a:lnTo>
                      <a:pt x="387" y="32"/>
                    </a:lnTo>
                    <a:lnTo>
                      <a:pt x="388" y="36"/>
                    </a:lnTo>
                    <a:lnTo>
                      <a:pt x="388" y="39"/>
                    </a:lnTo>
                    <a:lnTo>
                      <a:pt x="388" y="43"/>
                    </a:lnTo>
                    <a:lnTo>
                      <a:pt x="389" y="47"/>
                    </a:lnTo>
                    <a:lnTo>
                      <a:pt x="389" y="51"/>
                    </a:lnTo>
                    <a:lnTo>
                      <a:pt x="390" y="55"/>
                    </a:lnTo>
                    <a:lnTo>
                      <a:pt x="390" y="60"/>
                    </a:lnTo>
                    <a:lnTo>
                      <a:pt x="391" y="64"/>
                    </a:lnTo>
                    <a:lnTo>
                      <a:pt x="391" y="68"/>
                    </a:lnTo>
                    <a:lnTo>
                      <a:pt x="391" y="73"/>
                    </a:lnTo>
                    <a:lnTo>
                      <a:pt x="392" y="78"/>
                    </a:lnTo>
                    <a:lnTo>
                      <a:pt x="392" y="83"/>
                    </a:lnTo>
                    <a:lnTo>
                      <a:pt x="393" y="88"/>
                    </a:lnTo>
                    <a:lnTo>
                      <a:pt x="393" y="93"/>
                    </a:lnTo>
                    <a:lnTo>
                      <a:pt x="393" y="98"/>
                    </a:lnTo>
                    <a:lnTo>
                      <a:pt x="394" y="103"/>
                    </a:lnTo>
                    <a:lnTo>
                      <a:pt x="394" y="108"/>
                    </a:lnTo>
                    <a:lnTo>
                      <a:pt x="395" y="113"/>
                    </a:lnTo>
                    <a:lnTo>
                      <a:pt x="395" y="118"/>
                    </a:lnTo>
                    <a:lnTo>
                      <a:pt x="396" y="123"/>
                    </a:lnTo>
                    <a:lnTo>
                      <a:pt x="396" y="128"/>
                    </a:lnTo>
                    <a:lnTo>
                      <a:pt x="396" y="133"/>
                    </a:lnTo>
                    <a:lnTo>
                      <a:pt x="397" y="139"/>
                    </a:lnTo>
                    <a:lnTo>
                      <a:pt x="397" y="144"/>
                    </a:lnTo>
                    <a:lnTo>
                      <a:pt x="398" y="149"/>
                    </a:lnTo>
                    <a:lnTo>
                      <a:pt x="398" y="154"/>
                    </a:lnTo>
                    <a:lnTo>
                      <a:pt x="399" y="159"/>
                    </a:lnTo>
                    <a:lnTo>
                      <a:pt x="399" y="163"/>
                    </a:lnTo>
                    <a:lnTo>
                      <a:pt x="399" y="168"/>
                    </a:lnTo>
                    <a:lnTo>
                      <a:pt x="400" y="173"/>
                    </a:lnTo>
                    <a:lnTo>
                      <a:pt x="400" y="177"/>
                    </a:lnTo>
                    <a:lnTo>
                      <a:pt x="401" y="182"/>
                    </a:lnTo>
                    <a:lnTo>
                      <a:pt x="401" y="186"/>
                    </a:lnTo>
                    <a:lnTo>
                      <a:pt x="401" y="190"/>
                    </a:lnTo>
                    <a:lnTo>
                      <a:pt x="402" y="194"/>
                    </a:lnTo>
                    <a:lnTo>
                      <a:pt x="402" y="198"/>
                    </a:lnTo>
                    <a:lnTo>
                      <a:pt x="403" y="202"/>
                    </a:lnTo>
                    <a:lnTo>
                      <a:pt x="403" y="205"/>
                    </a:lnTo>
                    <a:lnTo>
                      <a:pt x="404" y="209"/>
                    </a:lnTo>
                    <a:lnTo>
                      <a:pt x="404" y="212"/>
                    </a:lnTo>
                    <a:lnTo>
                      <a:pt x="404" y="215"/>
                    </a:lnTo>
                    <a:lnTo>
                      <a:pt x="405" y="218"/>
                    </a:lnTo>
                    <a:lnTo>
                      <a:pt x="405" y="221"/>
                    </a:lnTo>
                    <a:lnTo>
                      <a:pt x="406" y="223"/>
                    </a:lnTo>
                    <a:lnTo>
                      <a:pt x="406" y="226"/>
                    </a:lnTo>
                    <a:lnTo>
                      <a:pt x="406" y="228"/>
                    </a:lnTo>
                    <a:lnTo>
                      <a:pt x="407" y="230"/>
                    </a:lnTo>
                    <a:lnTo>
                      <a:pt x="407" y="232"/>
                    </a:lnTo>
                    <a:lnTo>
                      <a:pt x="408" y="233"/>
                    </a:lnTo>
                    <a:lnTo>
                      <a:pt x="408" y="235"/>
                    </a:lnTo>
                    <a:lnTo>
                      <a:pt x="409" y="236"/>
                    </a:lnTo>
                    <a:lnTo>
                      <a:pt x="409" y="237"/>
                    </a:lnTo>
                    <a:lnTo>
                      <a:pt x="409" y="238"/>
                    </a:lnTo>
                    <a:lnTo>
                      <a:pt x="410" y="239"/>
                    </a:lnTo>
                    <a:lnTo>
                      <a:pt x="410" y="240"/>
                    </a:lnTo>
                    <a:lnTo>
                      <a:pt x="411" y="240"/>
                    </a:lnTo>
                    <a:lnTo>
                      <a:pt x="412" y="240"/>
                    </a:lnTo>
                    <a:lnTo>
                      <a:pt x="413" y="240"/>
                    </a:lnTo>
                    <a:lnTo>
                      <a:pt x="414" y="239"/>
                    </a:lnTo>
                    <a:lnTo>
                      <a:pt x="414" y="238"/>
                    </a:lnTo>
                    <a:lnTo>
                      <a:pt x="415" y="237"/>
                    </a:lnTo>
                    <a:lnTo>
                      <a:pt x="416" y="236"/>
                    </a:lnTo>
                    <a:lnTo>
                      <a:pt x="416" y="235"/>
                    </a:lnTo>
                    <a:lnTo>
                      <a:pt x="417" y="234"/>
                    </a:lnTo>
                    <a:lnTo>
                      <a:pt x="417" y="233"/>
                    </a:lnTo>
                    <a:lnTo>
                      <a:pt x="417" y="232"/>
                    </a:lnTo>
                    <a:lnTo>
                      <a:pt x="418" y="230"/>
                    </a:lnTo>
                    <a:lnTo>
                      <a:pt x="418" y="229"/>
                    </a:lnTo>
                    <a:lnTo>
                      <a:pt x="419" y="228"/>
                    </a:lnTo>
                    <a:lnTo>
                      <a:pt x="419" y="227"/>
                    </a:lnTo>
                    <a:lnTo>
                      <a:pt x="420" y="226"/>
                    </a:lnTo>
                  </a:path>
                </a:pathLst>
              </a:custGeom>
              <a:noFill/>
              <a:ln w="42863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9923" name="Rectangle 84">
                <a:extLst>
                  <a:ext uri="{FF2B5EF4-FFF2-40B4-BE49-F238E27FC236}">
                    <a16:creationId xmlns:a16="http://schemas.microsoft.com/office/drawing/2014/main" id="{DAC41D2A-8DC2-48D8-8EEB-F39A96678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3890"/>
                <a:ext cx="49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9877" name="Line 86">
              <a:extLst>
                <a:ext uri="{FF2B5EF4-FFF2-40B4-BE49-F238E27FC236}">
                  <a16:creationId xmlns:a16="http://schemas.microsoft.com/office/drawing/2014/main" id="{278E298C-F1D2-45E5-802F-4DD9CE77C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" y="2450"/>
              <a:ext cx="44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5">
            <a:extLst>
              <a:ext uri="{FF2B5EF4-FFF2-40B4-BE49-F238E27FC236}">
                <a16:creationId xmlns:a16="http://schemas.microsoft.com/office/drawing/2014/main" id="{701B39C2-73C3-47E5-AC66-FCB2B6621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480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 red curve was drawn with 20 terms and the blue curve was drawn with 4 terms.</a:t>
            </a:r>
          </a:p>
        </p:txBody>
      </p:sp>
      <p:grpSp>
        <p:nvGrpSpPr>
          <p:cNvPr id="2" name="Group 87">
            <a:extLst>
              <a:ext uri="{FF2B5EF4-FFF2-40B4-BE49-F238E27FC236}">
                <a16:creationId xmlns:a16="http://schemas.microsoft.com/office/drawing/2014/main" id="{A8894DA4-B330-4A88-BF23-14D2157F6B53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371601"/>
            <a:ext cx="7653338" cy="5013325"/>
            <a:chOff x="336" y="864"/>
            <a:chExt cx="4821" cy="3158"/>
          </a:xfrm>
        </p:grpSpPr>
        <p:grpSp>
          <p:nvGrpSpPr>
            <p:cNvPr id="80900" name="Group 85">
              <a:extLst>
                <a:ext uri="{FF2B5EF4-FFF2-40B4-BE49-F238E27FC236}">
                  <a16:creationId xmlns:a16="http://schemas.microsoft.com/office/drawing/2014/main" id="{44FD6F23-5666-41FD-AFE9-116768C44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864"/>
              <a:ext cx="4821" cy="3158"/>
              <a:chOff x="907" y="940"/>
              <a:chExt cx="3819" cy="2924"/>
            </a:xfrm>
          </p:grpSpPr>
          <p:sp>
            <p:nvSpPr>
              <p:cNvPr id="80902" name="Line 16">
                <a:extLst>
                  <a:ext uri="{FF2B5EF4-FFF2-40B4-BE49-F238E27FC236}">
                    <a16:creationId xmlns:a16="http://schemas.microsoft.com/office/drawing/2014/main" id="{941BFBC7-23B6-466D-9238-3B4A793B1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3" name="Line 17">
                <a:extLst>
                  <a:ext uri="{FF2B5EF4-FFF2-40B4-BE49-F238E27FC236}">
                    <a16:creationId xmlns:a16="http://schemas.microsoft.com/office/drawing/2014/main" id="{AB03403C-2B2E-43E6-B218-B3F01A671C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4" name="Line 18">
                <a:extLst>
                  <a:ext uri="{FF2B5EF4-FFF2-40B4-BE49-F238E27FC236}">
                    <a16:creationId xmlns:a16="http://schemas.microsoft.com/office/drawing/2014/main" id="{908491DD-D303-4B1F-AAE6-4707A6A04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3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5" name="Line 19">
                <a:extLst>
                  <a:ext uri="{FF2B5EF4-FFF2-40B4-BE49-F238E27FC236}">
                    <a16:creationId xmlns:a16="http://schemas.microsoft.com/office/drawing/2014/main" id="{A90B0332-5BEC-43DC-A5DC-A503B1381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3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6" name="Line 20">
                <a:extLst>
                  <a:ext uri="{FF2B5EF4-FFF2-40B4-BE49-F238E27FC236}">
                    <a16:creationId xmlns:a16="http://schemas.microsoft.com/office/drawing/2014/main" id="{EAA92AB8-5D8A-47A1-A8A3-31F9F2AD5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2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7" name="Line 21">
                <a:extLst>
                  <a:ext uri="{FF2B5EF4-FFF2-40B4-BE49-F238E27FC236}">
                    <a16:creationId xmlns:a16="http://schemas.microsoft.com/office/drawing/2014/main" id="{0075E168-6BB6-43D6-9E39-42C173E99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2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8" name="Line 22">
                <a:extLst>
                  <a:ext uri="{FF2B5EF4-FFF2-40B4-BE49-F238E27FC236}">
                    <a16:creationId xmlns:a16="http://schemas.microsoft.com/office/drawing/2014/main" id="{5AD4C531-C413-462A-9713-CF6F96688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0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09" name="Line 23">
                <a:extLst>
                  <a:ext uri="{FF2B5EF4-FFF2-40B4-BE49-F238E27FC236}">
                    <a16:creationId xmlns:a16="http://schemas.microsoft.com/office/drawing/2014/main" id="{C63FB0B3-72AE-47C7-96B3-6641762B8B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0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0" name="Line 24">
                <a:extLst>
                  <a:ext uri="{FF2B5EF4-FFF2-40B4-BE49-F238E27FC236}">
                    <a16:creationId xmlns:a16="http://schemas.microsoft.com/office/drawing/2014/main" id="{0A97116C-C0DB-40D2-A4A4-A9D2DCA74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1" name="Line 25">
                <a:extLst>
                  <a:ext uri="{FF2B5EF4-FFF2-40B4-BE49-F238E27FC236}">
                    <a16:creationId xmlns:a16="http://schemas.microsoft.com/office/drawing/2014/main" id="{FD45D087-AD08-4281-B222-25F7575DF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8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2" name="Line 26">
                <a:extLst>
                  <a:ext uri="{FF2B5EF4-FFF2-40B4-BE49-F238E27FC236}">
                    <a16:creationId xmlns:a16="http://schemas.microsoft.com/office/drawing/2014/main" id="{9C29454F-D156-41BB-BCA5-0318B4502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7" y="990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3" name="Line 27">
                <a:extLst>
                  <a:ext uri="{FF2B5EF4-FFF2-40B4-BE49-F238E27FC236}">
                    <a16:creationId xmlns:a16="http://schemas.microsoft.com/office/drawing/2014/main" id="{8A0B6461-EEFE-4C5B-B8E7-DB21B034D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7" y="3487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4" name="Line 28">
                <a:extLst>
                  <a:ext uri="{FF2B5EF4-FFF2-40B4-BE49-F238E27FC236}">
                    <a16:creationId xmlns:a16="http://schemas.microsoft.com/office/drawing/2014/main" id="{FA5B77F4-AE3D-48F4-B33E-02AA4BE23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355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5" name="Line 29">
                <a:extLst>
                  <a:ext uri="{FF2B5EF4-FFF2-40B4-BE49-F238E27FC236}">
                    <a16:creationId xmlns:a16="http://schemas.microsoft.com/office/drawing/2014/main" id="{1D01FC9A-CD39-483D-8527-A06E112F9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355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6" name="Line 30">
                <a:extLst>
                  <a:ext uri="{FF2B5EF4-FFF2-40B4-BE49-F238E27FC236}">
                    <a16:creationId xmlns:a16="http://schemas.microsoft.com/office/drawing/2014/main" id="{B99E691B-4D7C-4000-B12F-887892B9A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312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7" name="Line 31">
                <a:extLst>
                  <a:ext uri="{FF2B5EF4-FFF2-40B4-BE49-F238E27FC236}">
                    <a16:creationId xmlns:a16="http://schemas.microsoft.com/office/drawing/2014/main" id="{6866D61F-9539-4B32-93BE-F15B31779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312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8" name="Line 32">
                <a:extLst>
                  <a:ext uri="{FF2B5EF4-FFF2-40B4-BE49-F238E27FC236}">
                    <a16:creationId xmlns:a16="http://schemas.microsoft.com/office/drawing/2014/main" id="{61129868-6F91-4881-8303-0E056EE09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269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19" name="Line 33">
                <a:extLst>
                  <a:ext uri="{FF2B5EF4-FFF2-40B4-BE49-F238E27FC236}">
                    <a16:creationId xmlns:a16="http://schemas.microsoft.com/office/drawing/2014/main" id="{17C55F41-DD2C-4320-9D7E-43E2AC186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2694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0" name="Line 34">
                <a:extLst>
                  <a:ext uri="{FF2B5EF4-FFF2-40B4-BE49-F238E27FC236}">
                    <a16:creationId xmlns:a16="http://schemas.microsoft.com/office/drawing/2014/main" id="{039493D6-1907-4525-B03D-9477B2946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227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1" name="Line 35">
                <a:extLst>
                  <a:ext uri="{FF2B5EF4-FFF2-40B4-BE49-F238E27FC236}">
                    <a16:creationId xmlns:a16="http://schemas.microsoft.com/office/drawing/2014/main" id="{3F415252-3AF9-4FAB-9547-B9AA06D3A6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227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2" name="Line 36">
                <a:extLst>
                  <a:ext uri="{FF2B5EF4-FFF2-40B4-BE49-F238E27FC236}">
                    <a16:creationId xmlns:a16="http://schemas.microsoft.com/office/drawing/2014/main" id="{3D648E8F-862A-4D38-9AF3-0E8213E57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184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3" name="Line 37">
                <a:extLst>
                  <a:ext uri="{FF2B5EF4-FFF2-40B4-BE49-F238E27FC236}">
                    <a16:creationId xmlns:a16="http://schemas.microsoft.com/office/drawing/2014/main" id="{95FDB7BF-EAE4-4AD6-A947-652FE50F6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84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4" name="Line 38">
                <a:extLst>
                  <a:ext uri="{FF2B5EF4-FFF2-40B4-BE49-F238E27FC236}">
                    <a16:creationId xmlns:a16="http://schemas.microsoft.com/office/drawing/2014/main" id="{F736669E-F9EF-4ADC-AB36-D7048C959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141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5" name="Line 39">
                <a:extLst>
                  <a:ext uri="{FF2B5EF4-FFF2-40B4-BE49-F238E27FC236}">
                    <a16:creationId xmlns:a16="http://schemas.microsoft.com/office/drawing/2014/main" id="{0457BE15-5C96-48F2-B9D0-911401355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1412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6" name="Line 40">
                <a:extLst>
                  <a:ext uri="{FF2B5EF4-FFF2-40B4-BE49-F238E27FC236}">
                    <a16:creationId xmlns:a16="http://schemas.microsoft.com/office/drawing/2014/main" id="{3D66FA2F-E465-4055-A9EE-DCAC7BF2A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990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7" name="Line 41">
                <a:extLst>
                  <a:ext uri="{FF2B5EF4-FFF2-40B4-BE49-F238E27FC236}">
                    <a16:creationId xmlns:a16="http://schemas.microsoft.com/office/drawing/2014/main" id="{A28842B3-BDB3-4D89-8FBE-DFD0F37C4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990"/>
                <a:ext cx="6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28" name="Rectangle 42">
                <a:extLst>
                  <a:ext uri="{FF2B5EF4-FFF2-40B4-BE49-F238E27FC236}">
                    <a16:creationId xmlns:a16="http://schemas.microsoft.com/office/drawing/2014/main" id="{4FA62C60-8848-40D6-9600-D85138E9B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" y="3580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29" name="Rectangle 43">
                <a:extLst>
                  <a:ext uri="{FF2B5EF4-FFF2-40B4-BE49-F238E27FC236}">
                    <a16:creationId xmlns:a16="http://schemas.microsoft.com/office/drawing/2014/main" id="{D206E2E4-C700-4600-9201-8DA732629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5" y="3580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0" name="Rectangle 44">
                <a:extLst>
                  <a:ext uri="{FF2B5EF4-FFF2-40B4-BE49-F238E27FC236}">
                    <a16:creationId xmlns:a16="http://schemas.microsoft.com/office/drawing/2014/main" id="{6BE46B92-D83D-45D0-A42A-6139B1C75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" y="3580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1" name="Rectangle 45">
                <a:extLst>
                  <a:ext uri="{FF2B5EF4-FFF2-40B4-BE49-F238E27FC236}">
                    <a16:creationId xmlns:a16="http://schemas.microsoft.com/office/drawing/2014/main" id="{9D272757-031F-4D66-9304-F5572C24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3580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2" name="Rectangle 46">
                <a:extLst>
                  <a:ext uri="{FF2B5EF4-FFF2-40B4-BE49-F238E27FC236}">
                    <a16:creationId xmlns:a16="http://schemas.microsoft.com/office/drawing/2014/main" id="{B1E493CB-FBBD-4E9C-ADF1-0DCD49B0C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3580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3" name="Rectangle 47">
                <a:extLst>
                  <a:ext uri="{FF2B5EF4-FFF2-40B4-BE49-F238E27FC236}">
                    <a16:creationId xmlns:a16="http://schemas.microsoft.com/office/drawing/2014/main" id="{DF7025BF-3221-4FE6-B5A3-DB93DCC09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3" y="3580"/>
                <a:ext cx="83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4" name="Line 48">
                <a:extLst>
                  <a:ext uri="{FF2B5EF4-FFF2-40B4-BE49-F238E27FC236}">
                    <a16:creationId xmlns:a16="http://schemas.microsoft.com/office/drawing/2014/main" id="{34D7242A-8AC6-40AE-AD45-01C341A8F7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7" y="3554"/>
                <a:ext cx="4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5" name="Rectangle 49">
                <a:extLst>
                  <a:ext uri="{FF2B5EF4-FFF2-40B4-BE49-F238E27FC236}">
                    <a16:creationId xmlns:a16="http://schemas.microsoft.com/office/drawing/2014/main" id="{1EA682E7-40A6-4A3B-A570-05368D501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3504"/>
                <a:ext cx="103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6" name="Line 50">
                <a:extLst>
                  <a:ext uri="{FF2B5EF4-FFF2-40B4-BE49-F238E27FC236}">
                    <a16:creationId xmlns:a16="http://schemas.microsoft.com/office/drawing/2014/main" id="{C0098399-A077-4114-A321-42B523562B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3" y="3124"/>
                <a:ext cx="4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7" name="Rectangle 51">
                <a:extLst>
                  <a:ext uri="{FF2B5EF4-FFF2-40B4-BE49-F238E27FC236}">
                    <a16:creationId xmlns:a16="http://schemas.microsoft.com/office/drawing/2014/main" id="{4769DE71-010A-4DF4-B19B-E2286FE3B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3074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38" name="Line 52">
                <a:extLst>
                  <a:ext uri="{FF2B5EF4-FFF2-40B4-BE49-F238E27FC236}">
                    <a16:creationId xmlns:a16="http://schemas.microsoft.com/office/drawing/2014/main" id="{67E9E193-57DC-4B30-A894-2112CA879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7" y="2694"/>
                <a:ext cx="4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39" name="Rectangle 53">
                <a:extLst>
                  <a:ext uri="{FF2B5EF4-FFF2-40B4-BE49-F238E27FC236}">
                    <a16:creationId xmlns:a16="http://schemas.microsoft.com/office/drawing/2014/main" id="{A3EFD9C0-1661-418C-BD08-CFD2AA72A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644"/>
                <a:ext cx="104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40" name="Rectangle 54">
                <a:extLst>
                  <a:ext uri="{FF2B5EF4-FFF2-40B4-BE49-F238E27FC236}">
                    <a16:creationId xmlns:a16="http://schemas.microsoft.com/office/drawing/2014/main" id="{4A5F5F09-5A30-43A6-9FD8-5D582A48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" y="2222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41" name="Rectangle 55">
                <a:extLst>
                  <a:ext uri="{FF2B5EF4-FFF2-40B4-BE49-F238E27FC236}">
                    <a16:creationId xmlns:a16="http://schemas.microsoft.com/office/drawing/2014/main" id="{7C8E4987-9F87-48C7-88E1-E063AFB62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1792"/>
                <a:ext cx="103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42" name="Rectangle 56">
                <a:extLst>
                  <a:ext uri="{FF2B5EF4-FFF2-40B4-BE49-F238E27FC236}">
                    <a16:creationId xmlns:a16="http://schemas.microsoft.com/office/drawing/2014/main" id="{0B751687-EEBE-46FF-A5E1-FF306D0EE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" y="1362"/>
                <a:ext cx="42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43" name="Rectangle 57">
                <a:extLst>
                  <a:ext uri="{FF2B5EF4-FFF2-40B4-BE49-F238E27FC236}">
                    <a16:creationId xmlns:a16="http://schemas.microsoft.com/office/drawing/2014/main" id="{7B8275B1-1FAE-4344-A2A2-6945BC3F0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940"/>
                <a:ext cx="103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1.5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80944" name="Rectangle 58">
                <a:extLst>
                  <a:ext uri="{FF2B5EF4-FFF2-40B4-BE49-F238E27FC236}">
                    <a16:creationId xmlns:a16="http://schemas.microsoft.com/office/drawing/2014/main" id="{0747E541-9CC7-4CA3-BBDF-397C72DBC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990"/>
                <a:ext cx="3542" cy="2564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80945" name="Freeform 59">
                <a:extLst>
                  <a:ext uri="{FF2B5EF4-FFF2-40B4-BE49-F238E27FC236}">
                    <a16:creationId xmlns:a16="http://schemas.microsoft.com/office/drawing/2014/main" id="{5953CF4E-7A0C-4659-945E-B1075432F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1260"/>
                <a:ext cx="3541" cy="2016"/>
              </a:xfrm>
              <a:custGeom>
                <a:avLst/>
                <a:gdLst>
                  <a:gd name="T0" fmla="*/ 42 w 420"/>
                  <a:gd name="T1" fmla="*/ 143 h 239"/>
                  <a:gd name="T2" fmla="*/ 93 w 420"/>
                  <a:gd name="T3" fmla="*/ 135 h 239"/>
                  <a:gd name="T4" fmla="*/ 143 w 420"/>
                  <a:gd name="T5" fmla="*/ 135 h 239"/>
                  <a:gd name="T6" fmla="*/ 194 w 420"/>
                  <a:gd name="T7" fmla="*/ 135 h 239"/>
                  <a:gd name="T8" fmla="*/ 253 w 420"/>
                  <a:gd name="T9" fmla="*/ 143 h 239"/>
                  <a:gd name="T10" fmla="*/ 329 w 420"/>
                  <a:gd name="T11" fmla="*/ 169 h 239"/>
                  <a:gd name="T12" fmla="*/ 388 w 420"/>
                  <a:gd name="T13" fmla="*/ 169 h 239"/>
                  <a:gd name="T14" fmla="*/ 447 w 420"/>
                  <a:gd name="T15" fmla="*/ 169 h 239"/>
                  <a:gd name="T16" fmla="*/ 506 w 420"/>
                  <a:gd name="T17" fmla="*/ 152 h 239"/>
                  <a:gd name="T18" fmla="*/ 573 w 420"/>
                  <a:gd name="T19" fmla="*/ 152 h 239"/>
                  <a:gd name="T20" fmla="*/ 649 w 420"/>
                  <a:gd name="T21" fmla="*/ 152 h 239"/>
                  <a:gd name="T22" fmla="*/ 725 w 420"/>
                  <a:gd name="T23" fmla="*/ 169 h 239"/>
                  <a:gd name="T24" fmla="*/ 793 w 420"/>
                  <a:gd name="T25" fmla="*/ 152 h 239"/>
                  <a:gd name="T26" fmla="*/ 852 w 420"/>
                  <a:gd name="T27" fmla="*/ 135 h 239"/>
                  <a:gd name="T28" fmla="*/ 919 w 420"/>
                  <a:gd name="T29" fmla="*/ 127 h 239"/>
                  <a:gd name="T30" fmla="*/ 978 w 420"/>
                  <a:gd name="T31" fmla="*/ 127 h 239"/>
                  <a:gd name="T32" fmla="*/ 1029 w 420"/>
                  <a:gd name="T33" fmla="*/ 93 h 239"/>
                  <a:gd name="T34" fmla="*/ 1079 w 420"/>
                  <a:gd name="T35" fmla="*/ 17 h 239"/>
                  <a:gd name="T36" fmla="*/ 1121 w 420"/>
                  <a:gd name="T37" fmla="*/ 1746 h 239"/>
                  <a:gd name="T38" fmla="*/ 1172 w 420"/>
                  <a:gd name="T39" fmla="*/ 1788 h 239"/>
                  <a:gd name="T40" fmla="*/ 1214 w 420"/>
                  <a:gd name="T41" fmla="*/ 1830 h 239"/>
                  <a:gd name="T42" fmla="*/ 1265 w 420"/>
                  <a:gd name="T43" fmla="*/ 1847 h 239"/>
                  <a:gd name="T44" fmla="*/ 1315 w 420"/>
                  <a:gd name="T45" fmla="*/ 1864 h 239"/>
                  <a:gd name="T46" fmla="*/ 1374 w 420"/>
                  <a:gd name="T47" fmla="*/ 1864 h 239"/>
                  <a:gd name="T48" fmla="*/ 1442 w 420"/>
                  <a:gd name="T49" fmla="*/ 1847 h 239"/>
                  <a:gd name="T50" fmla="*/ 1501 w 420"/>
                  <a:gd name="T51" fmla="*/ 1847 h 239"/>
                  <a:gd name="T52" fmla="*/ 1551 w 420"/>
                  <a:gd name="T53" fmla="*/ 1847 h 239"/>
                  <a:gd name="T54" fmla="*/ 1619 w 420"/>
                  <a:gd name="T55" fmla="*/ 1856 h 239"/>
                  <a:gd name="T56" fmla="*/ 1686 w 420"/>
                  <a:gd name="T57" fmla="*/ 1873 h 239"/>
                  <a:gd name="T58" fmla="*/ 1771 w 420"/>
                  <a:gd name="T59" fmla="*/ 1847 h 239"/>
                  <a:gd name="T60" fmla="*/ 1855 w 420"/>
                  <a:gd name="T61" fmla="*/ 1873 h 239"/>
                  <a:gd name="T62" fmla="*/ 1914 w 420"/>
                  <a:gd name="T63" fmla="*/ 1881 h 239"/>
                  <a:gd name="T64" fmla="*/ 1981 w 420"/>
                  <a:gd name="T65" fmla="*/ 1864 h 239"/>
                  <a:gd name="T66" fmla="*/ 2040 w 420"/>
                  <a:gd name="T67" fmla="*/ 1864 h 239"/>
                  <a:gd name="T68" fmla="*/ 2091 w 420"/>
                  <a:gd name="T69" fmla="*/ 1873 h 239"/>
                  <a:gd name="T70" fmla="*/ 2141 w 420"/>
                  <a:gd name="T71" fmla="*/ 1915 h 239"/>
                  <a:gd name="T72" fmla="*/ 2192 w 420"/>
                  <a:gd name="T73" fmla="*/ 2016 h 239"/>
                  <a:gd name="T74" fmla="*/ 2234 w 420"/>
                  <a:gd name="T75" fmla="*/ 169 h 239"/>
                  <a:gd name="T76" fmla="*/ 2285 w 420"/>
                  <a:gd name="T77" fmla="*/ 211 h 239"/>
                  <a:gd name="T78" fmla="*/ 2327 w 420"/>
                  <a:gd name="T79" fmla="*/ 194 h 239"/>
                  <a:gd name="T80" fmla="*/ 2386 w 420"/>
                  <a:gd name="T81" fmla="*/ 177 h 239"/>
                  <a:gd name="T82" fmla="*/ 2437 w 420"/>
                  <a:gd name="T83" fmla="*/ 169 h 239"/>
                  <a:gd name="T84" fmla="*/ 2496 w 420"/>
                  <a:gd name="T85" fmla="*/ 169 h 239"/>
                  <a:gd name="T86" fmla="*/ 2563 w 420"/>
                  <a:gd name="T87" fmla="*/ 160 h 239"/>
                  <a:gd name="T88" fmla="*/ 2622 w 420"/>
                  <a:gd name="T89" fmla="*/ 152 h 239"/>
                  <a:gd name="T90" fmla="*/ 2689 w 420"/>
                  <a:gd name="T91" fmla="*/ 143 h 239"/>
                  <a:gd name="T92" fmla="*/ 2774 w 420"/>
                  <a:gd name="T93" fmla="*/ 169 h 239"/>
                  <a:gd name="T94" fmla="*/ 2858 w 420"/>
                  <a:gd name="T95" fmla="*/ 143 h 239"/>
                  <a:gd name="T96" fmla="*/ 2926 w 420"/>
                  <a:gd name="T97" fmla="*/ 143 h 239"/>
                  <a:gd name="T98" fmla="*/ 2985 w 420"/>
                  <a:gd name="T99" fmla="*/ 143 h 239"/>
                  <a:gd name="T100" fmla="*/ 3044 w 420"/>
                  <a:gd name="T101" fmla="*/ 160 h 239"/>
                  <a:gd name="T102" fmla="*/ 3119 w 420"/>
                  <a:gd name="T103" fmla="*/ 177 h 239"/>
                  <a:gd name="T104" fmla="*/ 3162 w 420"/>
                  <a:gd name="T105" fmla="*/ 186 h 239"/>
                  <a:gd name="T106" fmla="*/ 3212 w 420"/>
                  <a:gd name="T107" fmla="*/ 186 h 239"/>
                  <a:gd name="T108" fmla="*/ 3263 w 420"/>
                  <a:gd name="T109" fmla="*/ 169 h 239"/>
                  <a:gd name="T110" fmla="*/ 3313 w 420"/>
                  <a:gd name="T111" fmla="*/ 25 h 239"/>
                  <a:gd name="T112" fmla="*/ 3356 w 420"/>
                  <a:gd name="T113" fmla="*/ 1991 h 239"/>
                  <a:gd name="T114" fmla="*/ 3406 w 420"/>
                  <a:gd name="T115" fmla="*/ 1881 h 239"/>
                  <a:gd name="T116" fmla="*/ 3457 w 420"/>
                  <a:gd name="T117" fmla="*/ 1847 h 239"/>
                  <a:gd name="T118" fmla="*/ 3516 w 420"/>
                  <a:gd name="T119" fmla="*/ 1856 h 23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420"/>
                  <a:gd name="T181" fmla="*/ 0 h 239"/>
                  <a:gd name="T182" fmla="*/ 420 w 420"/>
                  <a:gd name="T183" fmla="*/ 239 h 23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420" h="239">
                    <a:moveTo>
                      <a:pt x="0" y="120"/>
                    </a:moveTo>
                    <a:lnTo>
                      <a:pt x="0" y="94"/>
                    </a:lnTo>
                    <a:lnTo>
                      <a:pt x="0" y="70"/>
                    </a:lnTo>
                    <a:lnTo>
                      <a:pt x="1" y="48"/>
                    </a:lnTo>
                    <a:lnTo>
                      <a:pt x="1" y="30"/>
                    </a:lnTo>
                    <a:lnTo>
                      <a:pt x="2" y="16"/>
                    </a:lnTo>
                    <a:lnTo>
                      <a:pt x="2" y="6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4" y="6"/>
                    </a:lnTo>
                    <a:lnTo>
                      <a:pt x="4" y="11"/>
                    </a:lnTo>
                    <a:lnTo>
                      <a:pt x="5" y="17"/>
                    </a:lnTo>
                    <a:lnTo>
                      <a:pt x="5" y="22"/>
                    </a:lnTo>
                    <a:lnTo>
                      <a:pt x="5" y="26"/>
                    </a:lnTo>
                    <a:lnTo>
                      <a:pt x="6" y="28"/>
                    </a:lnTo>
                    <a:lnTo>
                      <a:pt x="7" y="27"/>
                    </a:lnTo>
                    <a:lnTo>
                      <a:pt x="7" y="24"/>
                    </a:lnTo>
                    <a:lnTo>
                      <a:pt x="7" y="21"/>
                    </a:lnTo>
                    <a:lnTo>
                      <a:pt x="8" y="18"/>
                    </a:lnTo>
                    <a:lnTo>
                      <a:pt x="8" y="15"/>
                    </a:lnTo>
                    <a:lnTo>
                      <a:pt x="9" y="13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0" y="14"/>
                    </a:lnTo>
                    <a:lnTo>
                      <a:pt x="11" y="16"/>
                    </a:lnTo>
                    <a:lnTo>
                      <a:pt x="11" y="19"/>
                    </a:lnTo>
                    <a:lnTo>
                      <a:pt x="12" y="21"/>
                    </a:lnTo>
                    <a:lnTo>
                      <a:pt x="12" y="22"/>
                    </a:lnTo>
                    <a:lnTo>
                      <a:pt x="13" y="23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4" y="19"/>
                    </a:lnTo>
                    <a:lnTo>
                      <a:pt x="15" y="17"/>
                    </a:lnTo>
                    <a:lnTo>
                      <a:pt x="15" y="16"/>
                    </a:lnTo>
                    <a:lnTo>
                      <a:pt x="15" y="15"/>
                    </a:lnTo>
                    <a:lnTo>
                      <a:pt x="16" y="14"/>
                    </a:lnTo>
                    <a:lnTo>
                      <a:pt x="17" y="15"/>
                    </a:lnTo>
                    <a:lnTo>
                      <a:pt x="17" y="16"/>
                    </a:lnTo>
                    <a:lnTo>
                      <a:pt x="18" y="18"/>
                    </a:lnTo>
                    <a:lnTo>
                      <a:pt x="18" y="19"/>
                    </a:lnTo>
                    <a:lnTo>
                      <a:pt x="18" y="20"/>
                    </a:lnTo>
                    <a:lnTo>
                      <a:pt x="19" y="21"/>
                    </a:lnTo>
                    <a:lnTo>
                      <a:pt x="19" y="22"/>
                    </a:lnTo>
                    <a:lnTo>
                      <a:pt x="20" y="21"/>
                    </a:lnTo>
                    <a:lnTo>
                      <a:pt x="21" y="20"/>
                    </a:lnTo>
                    <a:lnTo>
                      <a:pt x="21" y="18"/>
                    </a:lnTo>
                    <a:lnTo>
                      <a:pt x="21" y="17"/>
                    </a:lnTo>
                    <a:lnTo>
                      <a:pt x="22" y="16"/>
                    </a:lnTo>
                    <a:lnTo>
                      <a:pt x="22" y="15"/>
                    </a:lnTo>
                    <a:lnTo>
                      <a:pt x="23" y="15"/>
                    </a:lnTo>
                    <a:lnTo>
                      <a:pt x="23" y="16"/>
                    </a:lnTo>
                    <a:lnTo>
                      <a:pt x="24" y="17"/>
                    </a:lnTo>
                    <a:lnTo>
                      <a:pt x="24" y="18"/>
                    </a:lnTo>
                    <a:lnTo>
                      <a:pt x="25" y="19"/>
                    </a:lnTo>
                    <a:lnTo>
                      <a:pt x="25" y="20"/>
                    </a:lnTo>
                    <a:lnTo>
                      <a:pt x="26" y="21"/>
                    </a:lnTo>
                    <a:lnTo>
                      <a:pt x="27" y="20"/>
                    </a:lnTo>
                    <a:lnTo>
                      <a:pt x="27" y="19"/>
                    </a:lnTo>
                    <a:lnTo>
                      <a:pt x="28" y="18"/>
                    </a:lnTo>
                    <a:lnTo>
                      <a:pt x="28" y="17"/>
                    </a:lnTo>
                    <a:lnTo>
                      <a:pt x="28" y="16"/>
                    </a:lnTo>
                    <a:lnTo>
                      <a:pt x="29" y="16"/>
                    </a:lnTo>
                    <a:lnTo>
                      <a:pt x="30" y="16"/>
                    </a:lnTo>
                    <a:lnTo>
                      <a:pt x="30" y="17"/>
                    </a:lnTo>
                    <a:lnTo>
                      <a:pt x="31" y="18"/>
                    </a:lnTo>
                    <a:lnTo>
                      <a:pt x="31" y="19"/>
                    </a:lnTo>
                    <a:lnTo>
                      <a:pt x="32" y="20"/>
                    </a:lnTo>
                    <a:lnTo>
                      <a:pt x="33" y="20"/>
                    </a:lnTo>
                    <a:lnTo>
                      <a:pt x="34" y="19"/>
                    </a:lnTo>
                    <a:lnTo>
                      <a:pt x="34" y="18"/>
                    </a:lnTo>
                    <a:lnTo>
                      <a:pt x="35" y="17"/>
                    </a:lnTo>
                    <a:lnTo>
                      <a:pt x="35" y="16"/>
                    </a:lnTo>
                    <a:lnTo>
                      <a:pt x="36" y="16"/>
                    </a:lnTo>
                    <a:lnTo>
                      <a:pt x="37" y="17"/>
                    </a:lnTo>
                    <a:lnTo>
                      <a:pt x="37" y="18"/>
                    </a:lnTo>
                    <a:lnTo>
                      <a:pt x="38" y="19"/>
                    </a:lnTo>
                    <a:lnTo>
                      <a:pt x="39" y="20"/>
                    </a:lnTo>
                    <a:lnTo>
                      <a:pt x="40" y="20"/>
                    </a:lnTo>
                    <a:lnTo>
                      <a:pt x="40" y="19"/>
                    </a:lnTo>
                    <a:lnTo>
                      <a:pt x="41" y="18"/>
                    </a:lnTo>
                    <a:lnTo>
                      <a:pt x="42" y="17"/>
                    </a:lnTo>
                    <a:lnTo>
                      <a:pt x="42" y="16"/>
                    </a:lnTo>
                    <a:lnTo>
                      <a:pt x="43" y="16"/>
                    </a:lnTo>
                    <a:lnTo>
                      <a:pt x="43" y="17"/>
                    </a:lnTo>
                    <a:lnTo>
                      <a:pt x="44" y="17"/>
                    </a:lnTo>
                    <a:lnTo>
                      <a:pt x="44" y="18"/>
                    </a:lnTo>
                    <a:lnTo>
                      <a:pt x="44" y="19"/>
                    </a:lnTo>
                    <a:lnTo>
                      <a:pt x="45" y="19"/>
                    </a:lnTo>
                    <a:lnTo>
                      <a:pt x="45" y="20"/>
                    </a:lnTo>
                    <a:lnTo>
                      <a:pt x="46" y="20"/>
                    </a:lnTo>
                    <a:lnTo>
                      <a:pt x="47" y="19"/>
                    </a:lnTo>
                    <a:lnTo>
                      <a:pt x="47" y="18"/>
                    </a:lnTo>
                    <a:lnTo>
                      <a:pt x="48" y="17"/>
                    </a:lnTo>
                    <a:lnTo>
                      <a:pt x="49" y="17"/>
                    </a:lnTo>
                    <a:lnTo>
                      <a:pt x="49" y="16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8"/>
                    </a:lnTo>
                    <a:lnTo>
                      <a:pt x="51" y="18"/>
                    </a:lnTo>
                    <a:lnTo>
                      <a:pt x="51" y="19"/>
                    </a:lnTo>
                    <a:lnTo>
                      <a:pt x="52" y="19"/>
                    </a:lnTo>
                    <a:lnTo>
                      <a:pt x="52" y="20"/>
                    </a:lnTo>
                    <a:lnTo>
                      <a:pt x="53" y="20"/>
                    </a:lnTo>
                    <a:lnTo>
                      <a:pt x="53" y="19"/>
                    </a:lnTo>
                    <a:lnTo>
                      <a:pt x="54" y="19"/>
                    </a:lnTo>
                    <a:lnTo>
                      <a:pt x="54" y="18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7"/>
                    </a:lnTo>
                    <a:lnTo>
                      <a:pt x="57" y="18"/>
                    </a:lnTo>
                    <a:lnTo>
                      <a:pt x="57" y="19"/>
                    </a:lnTo>
                    <a:lnTo>
                      <a:pt x="58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60" y="19"/>
                    </a:lnTo>
                    <a:lnTo>
                      <a:pt x="60" y="18"/>
                    </a:lnTo>
                    <a:lnTo>
                      <a:pt x="61" y="18"/>
                    </a:lnTo>
                    <a:lnTo>
                      <a:pt x="61" y="17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5" y="19"/>
                    </a:lnTo>
                    <a:lnTo>
                      <a:pt x="65" y="20"/>
                    </a:lnTo>
                    <a:lnTo>
                      <a:pt x="66" y="20"/>
                    </a:lnTo>
                    <a:lnTo>
                      <a:pt x="66" y="19"/>
                    </a:lnTo>
                    <a:lnTo>
                      <a:pt x="67" y="19"/>
                    </a:lnTo>
                    <a:lnTo>
                      <a:pt x="67" y="18"/>
                    </a:lnTo>
                    <a:lnTo>
                      <a:pt x="68" y="18"/>
                    </a:lnTo>
                    <a:lnTo>
                      <a:pt x="68" y="17"/>
                    </a:lnTo>
                    <a:lnTo>
                      <a:pt x="69" y="17"/>
                    </a:lnTo>
                    <a:lnTo>
                      <a:pt x="70" y="17"/>
                    </a:lnTo>
                    <a:lnTo>
                      <a:pt x="70" y="18"/>
                    </a:lnTo>
                    <a:lnTo>
                      <a:pt x="71" y="19"/>
                    </a:lnTo>
                    <a:lnTo>
                      <a:pt x="72" y="20"/>
                    </a:lnTo>
                    <a:lnTo>
                      <a:pt x="73" y="20"/>
                    </a:lnTo>
                    <a:lnTo>
                      <a:pt x="73" y="19"/>
                    </a:lnTo>
                    <a:lnTo>
                      <a:pt x="74" y="18"/>
                    </a:lnTo>
                    <a:lnTo>
                      <a:pt x="74" y="17"/>
                    </a:lnTo>
                    <a:lnTo>
                      <a:pt x="75" y="17"/>
                    </a:lnTo>
                    <a:lnTo>
                      <a:pt x="76" y="17"/>
                    </a:lnTo>
                    <a:lnTo>
                      <a:pt x="77" y="18"/>
                    </a:lnTo>
                    <a:lnTo>
                      <a:pt x="78" y="19"/>
                    </a:lnTo>
                    <a:lnTo>
                      <a:pt x="78" y="20"/>
                    </a:lnTo>
                    <a:lnTo>
                      <a:pt x="79" y="20"/>
                    </a:lnTo>
                    <a:lnTo>
                      <a:pt x="80" y="19"/>
                    </a:lnTo>
                    <a:lnTo>
                      <a:pt x="80" y="18"/>
                    </a:lnTo>
                    <a:lnTo>
                      <a:pt x="81" y="18"/>
                    </a:lnTo>
                    <a:lnTo>
                      <a:pt x="81" y="17"/>
                    </a:lnTo>
                    <a:lnTo>
                      <a:pt x="82" y="16"/>
                    </a:lnTo>
                    <a:lnTo>
                      <a:pt x="83" y="17"/>
                    </a:lnTo>
                    <a:lnTo>
                      <a:pt x="84" y="18"/>
                    </a:lnTo>
                    <a:lnTo>
                      <a:pt x="84" y="19"/>
                    </a:lnTo>
                    <a:lnTo>
                      <a:pt x="85" y="20"/>
                    </a:lnTo>
                    <a:lnTo>
                      <a:pt x="86" y="20"/>
                    </a:lnTo>
                    <a:lnTo>
                      <a:pt x="86" y="19"/>
                    </a:lnTo>
                    <a:lnTo>
                      <a:pt x="87" y="18"/>
                    </a:lnTo>
                    <a:lnTo>
                      <a:pt x="88" y="17"/>
                    </a:lnTo>
                    <a:lnTo>
                      <a:pt x="88" y="16"/>
                    </a:lnTo>
                    <a:lnTo>
                      <a:pt x="89" y="16"/>
                    </a:lnTo>
                    <a:lnTo>
                      <a:pt x="89" y="17"/>
                    </a:lnTo>
                    <a:lnTo>
                      <a:pt x="90" y="17"/>
                    </a:lnTo>
                    <a:lnTo>
                      <a:pt x="90" y="18"/>
                    </a:lnTo>
                    <a:lnTo>
                      <a:pt x="91" y="19"/>
                    </a:lnTo>
                    <a:lnTo>
                      <a:pt x="91" y="20"/>
                    </a:lnTo>
                    <a:lnTo>
                      <a:pt x="92" y="20"/>
                    </a:lnTo>
                    <a:lnTo>
                      <a:pt x="93" y="19"/>
                    </a:lnTo>
                    <a:lnTo>
                      <a:pt x="94" y="18"/>
                    </a:lnTo>
                    <a:lnTo>
                      <a:pt x="94" y="17"/>
                    </a:lnTo>
                    <a:lnTo>
                      <a:pt x="95" y="16"/>
                    </a:lnTo>
                    <a:lnTo>
                      <a:pt x="96" y="16"/>
                    </a:lnTo>
                    <a:lnTo>
                      <a:pt x="96" y="17"/>
                    </a:lnTo>
                    <a:lnTo>
                      <a:pt x="97" y="18"/>
                    </a:lnTo>
                    <a:lnTo>
                      <a:pt x="97" y="19"/>
                    </a:lnTo>
                    <a:lnTo>
                      <a:pt x="98" y="20"/>
                    </a:lnTo>
                    <a:lnTo>
                      <a:pt x="99" y="20"/>
                    </a:lnTo>
                    <a:lnTo>
                      <a:pt x="99" y="19"/>
                    </a:lnTo>
                    <a:lnTo>
                      <a:pt x="100" y="19"/>
                    </a:lnTo>
                    <a:lnTo>
                      <a:pt x="100" y="18"/>
                    </a:lnTo>
                    <a:lnTo>
                      <a:pt x="101" y="17"/>
                    </a:lnTo>
                    <a:lnTo>
                      <a:pt x="101" y="16"/>
                    </a:lnTo>
                    <a:lnTo>
                      <a:pt x="102" y="16"/>
                    </a:lnTo>
                    <a:lnTo>
                      <a:pt x="103" y="17"/>
                    </a:lnTo>
                    <a:lnTo>
                      <a:pt x="103" y="18"/>
                    </a:lnTo>
                    <a:lnTo>
                      <a:pt x="104" y="19"/>
                    </a:lnTo>
                    <a:lnTo>
                      <a:pt x="104" y="20"/>
                    </a:lnTo>
                    <a:lnTo>
                      <a:pt x="105" y="21"/>
                    </a:lnTo>
                    <a:lnTo>
                      <a:pt x="106" y="20"/>
                    </a:lnTo>
                    <a:lnTo>
                      <a:pt x="106" y="19"/>
                    </a:lnTo>
                    <a:lnTo>
                      <a:pt x="107" y="18"/>
                    </a:lnTo>
                    <a:lnTo>
                      <a:pt x="107" y="17"/>
                    </a:lnTo>
                    <a:lnTo>
                      <a:pt x="107" y="16"/>
                    </a:lnTo>
                    <a:lnTo>
                      <a:pt x="108" y="15"/>
                    </a:lnTo>
                    <a:lnTo>
                      <a:pt x="109" y="15"/>
                    </a:lnTo>
                    <a:lnTo>
                      <a:pt x="109" y="16"/>
                    </a:lnTo>
                    <a:lnTo>
                      <a:pt x="110" y="17"/>
                    </a:lnTo>
                    <a:lnTo>
                      <a:pt x="110" y="18"/>
                    </a:lnTo>
                    <a:lnTo>
                      <a:pt x="110" y="19"/>
                    </a:lnTo>
                    <a:lnTo>
                      <a:pt x="111" y="21"/>
                    </a:lnTo>
                    <a:lnTo>
                      <a:pt x="112" y="22"/>
                    </a:lnTo>
                    <a:lnTo>
                      <a:pt x="112" y="21"/>
                    </a:lnTo>
                    <a:lnTo>
                      <a:pt x="113" y="19"/>
                    </a:lnTo>
                    <a:lnTo>
                      <a:pt x="113" y="18"/>
                    </a:lnTo>
                    <a:lnTo>
                      <a:pt x="114" y="16"/>
                    </a:lnTo>
                    <a:lnTo>
                      <a:pt x="114" y="15"/>
                    </a:lnTo>
                    <a:lnTo>
                      <a:pt x="115" y="14"/>
                    </a:lnTo>
                    <a:lnTo>
                      <a:pt x="116" y="15"/>
                    </a:lnTo>
                    <a:lnTo>
                      <a:pt x="116" y="17"/>
                    </a:lnTo>
                    <a:lnTo>
                      <a:pt x="117" y="19"/>
                    </a:lnTo>
                    <a:lnTo>
                      <a:pt x="117" y="21"/>
                    </a:lnTo>
                    <a:lnTo>
                      <a:pt x="118" y="22"/>
                    </a:lnTo>
                    <a:lnTo>
                      <a:pt x="118" y="23"/>
                    </a:lnTo>
                    <a:lnTo>
                      <a:pt x="119" y="23"/>
                    </a:lnTo>
                    <a:lnTo>
                      <a:pt x="119" y="21"/>
                    </a:lnTo>
                    <a:lnTo>
                      <a:pt x="120" y="19"/>
                    </a:lnTo>
                    <a:lnTo>
                      <a:pt x="120" y="17"/>
                    </a:lnTo>
                    <a:lnTo>
                      <a:pt x="120" y="15"/>
                    </a:lnTo>
                    <a:lnTo>
                      <a:pt x="121" y="13"/>
                    </a:lnTo>
                    <a:lnTo>
                      <a:pt x="121" y="12"/>
                    </a:lnTo>
                    <a:lnTo>
                      <a:pt x="122" y="11"/>
                    </a:lnTo>
                    <a:lnTo>
                      <a:pt x="122" y="12"/>
                    </a:lnTo>
                    <a:lnTo>
                      <a:pt x="123" y="15"/>
                    </a:lnTo>
                    <a:lnTo>
                      <a:pt x="123" y="17"/>
                    </a:lnTo>
                    <a:lnTo>
                      <a:pt x="123" y="21"/>
                    </a:lnTo>
                    <a:lnTo>
                      <a:pt x="124" y="24"/>
                    </a:lnTo>
                    <a:lnTo>
                      <a:pt x="124" y="26"/>
                    </a:lnTo>
                    <a:lnTo>
                      <a:pt x="125" y="28"/>
                    </a:lnTo>
                    <a:lnTo>
                      <a:pt x="126" y="26"/>
                    </a:lnTo>
                    <a:lnTo>
                      <a:pt x="126" y="23"/>
                    </a:lnTo>
                    <a:lnTo>
                      <a:pt x="126" y="18"/>
                    </a:lnTo>
                    <a:lnTo>
                      <a:pt x="127" y="12"/>
                    </a:lnTo>
                    <a:lnTo>
                      <a:pt x="127" y="7"/>
                    </a:lnTo>
                    <a:lnTo>
                      <a:pt x="128" y="2"/>
                    </a:lnTo>
                    <a:lnTo>
                      <a:pt x="128" y="0"/>
                    </a:lnTo>
                    <a:lnTo>
                      <a:pt x="128" y="1"/>
                    </a:lnTo>
                    <a:lnTo>
                      <a:pt x="129" y="5"/>
                    </a:lnTo>
                    <a:lnTo>
                      <a:pt x="129" y="14"/>
                    </a:lnTo>
                    <a:lnTo>
                      <a:pt x="130" y="27"/>
                    </a:lnTo>
                    <a:lnTo>
                      <a:pt x="130" y="45"/>
                    </a:lnTo>
                    <a:lnTo>
                      <a:pt x="131" y="66"/>
                    </a:lnTo>
                    <a:lnTo>
                      <a:pt x="131" y="90"/>
                    </a:lnTo>
                    <a:lnTo>
                      <a:pt x="131" y="115"/>
                    </a:lnTo>
                    <a:lnTo>
                      <a:pt x="132" y="141"/>
                    </a:lnTo>
                    <a:lnTo>
                      <a:pt x="132" y="166"/>
                    </a:lnTo>
                    <a:lnTo>
                      <a:pt x="133" y="188"/>
                    </a:lnTo>
                    <a:lnTo>
                      <a:pt x="133" y="207"/>
                    </a:lnTo>
                    <a:lnTo>
                      <a:pt x="133" y="221"/>
                    </a:lnTo>
                    <a:lnTo>
                      <a:pt x="134" y="231"/>
                    </a:lnTo>
                    <a:lnTo>
                      <a:pt x="134" y="237"/>
                    </a:lnTo>
                    <a:lnTo>
                      <a:pt x="135" y="239"/>
                    </a:lnTo>
                    <a:lnTo>
                      <a:pt x="135" y="238"/>
                    </a:lnTo>
                    <a:lnTo>
                      <a:pt x="136" y="234"/>
                    </a:lnTo>
                    <a:lnTo>
                      <a:pt x="136" y="228"/>
                    </a:lnTo>
                    <a:lnTo>
                      <a:pt x="136" y="223"/>
                    </a:lnTo>
                    <a:lnTo>
                      <a:pt x="137" y="218"/>
                    </a:lnTo>
                    <a:lnTo>
                      <a:pt x="137" y="214"/>
                    </a:lnTo>
                    <a:lnTo>
                      <a:pt x="138" y="212"/>
                    </a:lnTo>
                    <a:lnTo>
                      <a:pt x="138" y="211"/>
                    </a:lnTo>
                    <a:lnTo>
                      <a:pt x="139" y="212"/>
                    </a:lnTo>
                    <a:lnTo>
                      <a:pt x="139" y="214"/>
                    </a:lnTo>
                    <a:lnTo>
                      <a:pt x="139" y="217"/>
                    </a:lnTo>
                    <a:lnTo>
                      <a:pt x="140" y="221"/>
                    </a:lnTo>
                    <a:lnTo>
                      <a:pt x="140" y="224"/>
                    </a:lnTo>
                    <a:lnTo>
                      <a:pt x="141" y="226"/>
                    </a:lnTo>
                    <a:lnTo>
                      <a:pt x="141" y="227"/>
                    </a:lnTo>
                    <a:lnTo>
                      <a:pt x="141" y="228"/>
                    </a:lnTo>
                    <a:lnTo>
                      <a:pt x="142" y="227"/>
                    </a:lnTo>
                    <a:lnTo>
                      <a:pt x="142" y="225"/>
                    </a:lnTo>
                    <a:lnTo>
                      <a:pt x="143" y="223"/>
                    </a:lnTo>
                    <a:lnTo>
                      <a:pt x="143" y="221"/>
                    </a:lnTo>
                    <a:lnTo>
                      <a:pt x="144" y="218"/>
                    </a:lnTo>
                    <a:lnTo>
                      <a:pt x="144" y="217"/>
                    </a:lnTo>
                    <a:lnTo>
                      <a:pt x="144" y="216"/>
                    </a:lnTo>
                    <a:lnTo>
                      <a:pt x="145" y="216"/>
                    </a:lnTo>
                    <a:lnTo>
                      <a:pt x="146" y="218"/>
                    </a:lnTo>
                    <a:lnTo>
                      <a:pt x="146" y="220"/>
                    </a:lnTo>
                    <a:lnTo>
                      <a:pt x="147" y="221"/>
                    </a:lnTo>
                    <a:lnTo>
                      <a:pt x="147" y="223"/>
                    </a:lnTo>
                    <a:lnTo>
                      <a:pt x="147" y="224"/>
                    </a:lnTo>
                    <a:lnTo>
                      <a:pt x="148" y="225"/>
                    </a:lnTo>
                    <a:lnTo>
                      <a:pt x="149" y="224"/>
                    </a:lnTo>
                    <a:lnTo>
                      <a:pt x="149" y="223"/>
                    </a:lnTo>
                    <a:lnTo>
                      <a:pt x="149" y="222"/>
                    </a:lnTo>
                    <a:lnTo>
                      <a:pt x="150" y="220"/>
                    </a:lnTo>
                    <a:lnTo>
                      <a:pt x="150" y="219"/>
                    </a:lnTo>
                    <a:lnTo>
                      <a:pt x="151" y="218"/>
                    </a:lnTo>
                    <a:lnTo>
                      <a:pt x="151" y="217"/>
                    </a:lnTo>
                    <a:lnTo>
                      <a:pt x="152" y="217"/>
                    </a:lnTo>
                    <a:lnTo>
                      <a:pt x="152" y="218"/>
                    </a:lnTo>
                    <a:lnTo>
                      <a:pt x="152" y="219"/>
                    </a:lnTo>
                    <a:lnTo>
                      <a:pt x="153" y="220"/>
                    </a:lnTo>
                    <a:lnTo>
                      <a:pt x="153" y="222"/>
                    </a:lnTo>
                    <a:lnTo>
                      <a:pt x="154" y="223"/>
                    </a:lnTo>
                    <a:lnTo>
                      <a:pt x="154" y="224"/>
                    </a:lnTo>
                    <a:lnTo>
                      <a:pt x="155" y="224"/>
                    </a:lnTo>
                    <a:lnTo>
                      <a:pt x="155" y="223"/>
                    </a:lnTo>
                    <a:lnTo>
                      <a:pt x="156" y="222"/>
                    </a:lnTo>
                    <a:lnTo>
                      <a:pt x="156" y="221"/>
                    </a:lnTo>
                    <a:lnTo>
                      <a:pt x="157" y="220"/>
                    </a:lnTo>
                    <a:lnTo>
                      <a:pt x="157" y="219"/>
                    </a:lnTo>
                    <a:lnTo>
                      <a:pt x="157" y="218"/>
                    </a:lnTo>
                    <a:lnTo>
                      <a:pt x="158" y="218"/>
                    </a:lnTo>
                    <a:lnTo>
                      <a:pt x="159" y="219"/>
                    </a:lnTo>
                    <a:lnTo>
                      <a:pt x="159" y="220"/>
                    </a:lnTo>
                    <a:lnTo>
                      <a:pt x="160" y="221"/>
                    </a:lnTo>
                    <a:lnTo>
                      <a:pt x="160" y="222"/>
                    </a:lnTo>
                    <a:lnTo>
                      <a:pt x="160" y="223"/>
                    </a:lnTo>
                    <a:lnTo>
                      <a:pt x="161" y="223"/>
                    </a:lnTo>
                    <a:lnTo>
                      <a:pt x="162" y="223"/>
                    </a:lnTo>
                    <a:lnTo>
                      <a:pt x="162" y="222"/>
                    </a:lnTo>
                    <a:lnTo>
                      <a:pt x="163" y="221"/>
                    </a:lnTo>
                    <a:lnTo>
                      <a:pt x="163" y="220"/>
                    </a:lnTo>
                    <a:lnTo>
                      <a:pt x="164" y="219"/>
                    </a:lnTo>
                    <a:lnTo>
                      <a:pt x="165" y="219"/>
                    </a:lnTo>
                    <a:lnTo>
                      <a:pt x="166" y="220"/>
                    </a:lnTo>
                    <a:lnTo>
                      <a:pt x="166" y="221"/>
                    </a:lnTo>
                    <a:lnTo>
                      <a:pt x="167" y="222"/>
                    </a:lnTo>
                    <a:lnTo>
                      <a:pt x="167" y="223"/>
                    </a:lnTo>
                    <a:lnTo>
                      <a:pt x="168" y="223"/>
                    </a:lnTo>
                    <a:lnTo>
                      <a:pt x="169" y="222"/>
                    </a:lnTo>
                    <a:lnTo>
                      <a:pt x="169" y="221"/>
                    </a:lnTo>
                    <a:lnTo>
                      <a:pt x="170" y="220"/>
                    </a:lnTo>
                    <a:lnTo>
                      <a:pt x="170" y="219"/>
                    </a:lnTo>
                    <a:lnTo>
                      <a:pt x="171" y="219"/>
                    </a:lnTo>
                    <a:lnTo>
                      <a:pt x="172" y="219"/>
                    </a:lnTo>
                    <a:lnTo>
                      <a:pt x="172" y="220"/>
                    </a:lnTo>
                    <a:lnTo>
                      <a:pt x="173" y="221"/>
                    </a:lnTo>
                    <a:lnTo>
                      <a:pt x="173" y="222"/>
                    </a:lnTo>
                    <a:lnTo>
                      <a:pt x="174" y="222"/>
                    </a:lnTo>
                    <a:lnTo>
                      <a:pt x="174" y="223"/>
                    </a:lnTo>
                    <a:lnTo>
                      <a:pt x="175" y="223"/>
                    </a:lnTo>
                    <a:lnTo>
                      <a:pt x="175" y="222"/>
                    </a:lnTo>
                    <a:lnTo>
                      <a:pt x="176" y="221"/>
                    </a:lnTo>
                    <a:lnTo>
                      <a:pt x="176" y="220"/>
                    </a:lnTo>
                    <a:lnTo>
                      <a:pt x="177" y="220"/>
                    </a:lnTo>
                    <a:lnTo>
                      <a:pt x="177" y="219"/>
                    </a:lnTo>
                    <a:lnTo>
                      <a:pt x="178" y="219"/>
                    </a:lnTo>
                    <a:lnTo>
                      <a:pt x="178" y="220"/>
                    </a:lnTo>
                    <a:lnTo>
                      <a:pt x="179" y="220"/>
                    </a:lnTo>
                    <a:lnTo>
                      <a:pt x="179" y="221"/>
                    </a:lnTo>
                    <a:lnTo>
                      <a:pt x="180" y="221"/>
                    </a:lnTo>
                    <a:lnTo>
                      <a:pt x="180" y="222"/>
                    </a:lnTo>
                    <a:lnTo>
                      <a:pt x="181" y="222"/>
                    </a:lnTo>
                    <a:lnTo>
                      <a:pt x="181" y="223"/>
                    </a:lnTo>
                    <a:lnTo>
                      <a:pt x="181" y="222"/>
                    </a:lnTo>
                    <a:lnTo>
                      <a:pt x="182" y="222"/>
                    </a:lnTo>
                    <a:lnTo>
                      <a:pt x="182" y="221"/>
                    </a:lnTo>
                    <a:lnTo>
                      <a:pt x="183" y="221"/>
                    </a:lnTo>
                    <a:lnTo>
                      <a:pt x="183" y="220"/>
                    </a:lnTo>
                    <a:lnTo>
                      <a:pt x="184" y="219"/>
                    </a:lnTo>
                    <a:lnTo>
                      <a:pt x="185" y="219"/>
                    </a:lnTo>
                    <a:lnTo>
                      <a:pt x="185" y="220"/>
                    </a:lnTo>
                    <a:lnTo>
                      <a:pt x="186" y="220"/>
                    </a:lnTo>
                    <a:lnTo>
                      <a:pt x="186" y="221"/>
                    </a:lnTo>
                    <a:lnTo>
                      <a:pt x="186" y="222"/>
                    </a:lnTo>
                    <a:lnTo>
                      <a:pt x="187" y="222"/>
                    </a:lnTo>
                    <a:lnTo>
                      <a:pt x="188" y="222"/>
                    </a:lnTo>
                    <a:lnTo>
                      <a:pt x="189" y="222"/>
                    </a:lnTo>
                    <a:lnTo>
                      <a:pt x="189" y="221"/>
                    </a:lnTo>
                    <a:lnTo>
                      <a:pt x="190" y="220"/>
                    </a:lnTo>
                    <a:lnTo>
                      <a:pt x="190" y="219"/>
                    </a:lnTo>
                    <a:lnTo>
                      <a:pt x="191" y="219"/>
                    </a:lnTo>
                    <a:lnTo>
                      <a:pt x="192" y="220"/>
                    </a:lnTo>
                    <a:lnTo>
                      <a:pt x="192" y="221"/>
                    </a:lnTo>
                    <a:lnTo>
                      <a:pt x="193" y="221"/>
                    </a:lnTo>
                    <a:lnTo>
                      <a:pt x="193" y="222"/>
                    </a:lnTo>
                    <a:lnTo>
                      <a:pt x="194" y="222"/>
                    </a:lnTo>
                    <a:lnTo>
                      <a:pt x="195" y="222"/>
                    </a:lnTo>
                    <a:lnTo>
                      <a:pt x="196" y="221"/>
                    </a:lnTo>
                    <a:lnTo>
                      <a:pt x="196" y="220"/>
                    </a:lnTo>
                    <a:lnTo>
                      <a:pt x="197" y="219"/>
                    </a:lnTo>
                    <a:lnTo>
                      <a:pt x="198" y="219"/>
                    </a:lnTo>
                    <a:lnTo>
                      <a:pt x="198" y="220"/>
                    </a:lnTo>
                    <a:lnTo>
                      <a:pt x="199" y="220"/>
                    </a:lnTo>
                    <a:lnTo>
                      <a:pt x="199" y="221"/>
                    </a:lnTo>
                    <a:lnTo>
                      <a:pt x="200" y="222"/>
                    </a:lnTo>
                    <a:lnTo>
                      <a:pt x="201" y="222"/>
                    </a:lnTo>
                    <a:lnTo>
                      <a:pt x="202" y="222"/>
                    </a:lnTo>
                    <a:lnTo>
                      <a:pt x="202" y="221"/>
                    </a:lnTo>
                    <a:lnTo>
                      <a:pt x="203" y="220"/>
                    </a:lnTo>
                    <a:lnTo>
                      <a:pt x="204" y="219"/>
                    </a:lnTo>
                    <a:lnTo>
                      <a:pt x="205" y="220"/>
                    </a:lnTo>
                    <a:lnTo>
                      <a:pt x="206" y="221"/>
                    </a:lnTo>
                    <a:lnTo>
                      <a:pt x="206" y="222"/>
                    </a:lnTo>
                    <a:lnTo>
                      <a:pt x="207" y="222"/>
                    </a:lnTo>
                    <a:lnTo>
                      <a:pt x="208" y="222"/>
                    </a:lnTo>
                    <a:lnTo>
                      <a:pt x="209" y="221"/>
                    </a:lnTo>
                    <a:lnTo>
                      <a:pt x="210" y="220"/>
                    </a:lnTo>
                    <a:lnTo>
                      <a:pt x="210" y="219"/>
                    </a:lnTo>
                    <a:lnTo>
                      <a:pt x="211" y="219"/>
                    </a:lnTo>
                    <a:lnTo>
                      <a:pt x="212" y="220"/>
                    </a:lnTo>
                    <a:lnTo>
                      <a:pt x="212" y="221"/>
                    </a:lnTo>
                    <a:lnTo>
                      <a:pt x="213" y="222"/>
                    </a:lnTo>
                    <a:lnTo>
                      <a:pt x="214" y="223"/>
                    </a:lnTo>
                    <a:lnTo>
                      <a:pt x="215" y="222"/>
                    </a:lnTo>
                    <a:lnTo>
                      <a:pt x="215" y="221"/>
                    </a:lnTo>
                    <a:lnTo>
                      <a:pt x="216" y="220"/>
                    </a:lnTo>
                    <a:lnTo>
                      <a:pt x="217" y="219"/>
                    </a:lnTo>
                    <a:lnTo>
                      <a:pt x="218" y="219"/>
                    </a:lnTo>
                    <a:lnTo>
                      <a:pt x="218" y="220"/>
                    </a:lnTo>
                    <a:lnTo>
                      <a:pt x="219" y="221"/>
                    </a:lnTo>
                    <a:lnTo>
                      <a:pt x="220" y="222"/>
                    </a:lnTo>
                    <a:lnTo>
                      <a:pt x="220" y="223"/>
                    </a:lnTo>
                    <a:lnTo>
                      <a:pt x="221" y="223"/>
                    </a:lnTo>
                    <a:lnTo>
                      <a:pt x="221" y="222"/>
                    </a:lnTo>
                    <a:lnTo>
                      <a:pt x="222" y="222"/>
                    </a:lnTo>
                    <a:lnTo>
                      <a:pt x="222" y="221"/>
                    </a:lnTo>
                    <a:lnTo>
                      <a:pt x="223" y="220"/>
                    </a:lnTo>
                    <a:lnTo>
                      <a:pt x="223" y="219"/>
                    </a:lnTo>
                    <a:lnTo>
                      <a:pt x="224" y="219"/>
                    </a:lnTo>
                    <a:lnTo>
                      <a:pt x="225" y="219"/>
                    </a:lnTo>
                    <a:lnTo>
                      <a:pt x="225" y="220"/>
                    </a:lnTo>
                    <a:lnTo>
                      <a:pt x="225" y="221"/>
                    </a:lnTo>
                    <a:lnTo>
                      <a:pt x="226" y="222"/>
                    </a:lnTo>
                    <a:lnTo>
                      <a:pt x="227" y="223"/>
                    </a:lnTo>
                    <a:lnTo>
                      <a:pt x="228" y="223"/>
                    </a:lnTo>
                    <a:lnTo>
                      <a:pt x="228" y="222"/>
                    </a:lnTo>
                    <a:lnTo>
                      <a:pt x="229" y="221"/>
                    </a:lnTo>
                    <a:lnTo>
                      <a:pt x="229" y="220"/>
                    </a:lnTo>
                    <a:lnTo>
                      <a:pt x="230" y="219"/>
                    </a:lnTo>
                    <a:lnTo>
                      <a:pt x="231" y="219"/>
                    </a:lnTo>
                    <a:lnTo>
                      <a:pt x="232" y="220"/>
                    </a:lnTo>
                    <a:lnTo>
                      <a:pt x="232" y="221"/>
                    </a:lnTo>
                    <a:lnTo>
                      <a:pt x="233" y="222"/>
                    </a:lnTo>
                    <a:lnTo>
                      <a:pt x="233" y="223"/>
                    </a:lnTo>
                    <a:lnTo>
                      <a:pt x="234" y="223"/>
                    </a:lnTo>
                    <a:lnTo>
                      <a:pt x="235" y="222"/>
                    </a:lnTo>
                    <a:lnTo>
                      <a:pt x="235" y="221"/>
                    </a:lnTo>
                    <a:lnTo>
                      <a:pt x="236" y="220"/>
                    </a:lnTo>
                    <a:lnTo>
                      <a:pt x="236" y="219"/>
                    </a:lnTo>
                    <a:lnTo>
                      <a:pt x="237" y="218"/>
                    </a:lnTo>
                    <a:lnTo>
                      <a:pt x="238" y="219"/>
                    </a:lnTo>
                    <a:lnTo>
                      <a:pt x="238" y="220"/>
                    </a:lnTo>
                    <a:lnTo>
                      <a:pt x="239" y="222"/>
                    </a:lnTo>
                    <a:lnTo>
                      <a:pt x="239" y="223"/>
                    </a:lnTo>
                    <a:lnTo>
                      <a:pt x="240" y="223"/>
                    </a:lnTo>
                    <a:lnTo>
                      <a:pt x="240" y="224"/>
                    </a:lnTo>
                    <a:lnTo>
                      <a:pt x="241" y="224"/>
                    </a:lnTo>
                    <a:lnTo>
                      <a:pt x="241" y="223"/>
                    </a:lnTo>
                    <a:lnTo>
                      <a:pt x="241" y="222"/>
                    </a:lnTo>
                    <a:lnTo>
                      <a:pt x="242" y="221"/>
                    </a:lnTo>
                    <a:lnTo>
                      <a:pt x="242" y="220"/>
                    </a:lnTo>
                    <a:lnTo>
                      <a:pt x="243" y="219"/>
                    </a:lnTo>
                    <a:lnTo>
                      <a:pt x="243" y="218"/>
                    </a:lnTo>
                    <a:lnTo>
                      <a:pt x="244" y="217"/>
                    </a:lnTo>
                    <a:lnTo>
                      <a:pt x="244" y="218"/>
                    </a:lnTo>
                    <a:lnTo>
                      <a:pt x="245" y="219"/>
                    </a:lnTo>
                    <a:lnTo>
                      <a:pt x="245" y="221"/>
                    </a:lnTo>
                    <a:lnTo>
                      <a:pt x="246" y="222"/>
                    </a:lnTo>
                    <a:lnTo>
                      <a:pt x="246" y="224"/>
                    </a:lnTo>
                    <a:lnTo>
                      <a:pt x="246" y="225"/>
                    </a:lnTo>
                    <a:lnTo>
                      <a:pt x="247" y="225"/>
                    </a:lnTo>
                    <a:lnTo>
                      <a:pt x="248" y="224"/>
                    </a:lnTo>
                    <a:lnTo>
                      <a:pt x="248" y="222"/>
                    </a:lnTo>
                    <a:lnTo>
                      <a:pt x="249" y="220"/>
                    </a:lnTo>
                    <a:lnTo>
                      <a:pt x="249" y="219"/>
                    </a:lnTo>
                    <a:lnTo>
                      <a:pt x="249" y="217"/>
                    </a:lnTo>
                    <a:lnTo>
                      <a:pt x="250" y="216"/>
                    </a:lnTo>
                    <a:lnTo>
                      <a:pt x="251" y="216"/>
                    </a:lnTo>
                    <a:lnTo>
                      <a:pt x="251" y="217"/>
                    </a:lnTo>
                    <a:lnTo>
                      <a:pt x="252" y="219"/>
                    </a:lnTo>
                    <a:lnTo>
                      <a:pt x="252" y="222"/>
                    </a:lnTo>
                    <a:lnTo>
                      <a:pt x="252" y="224"/>
                    </a:lnTo>
                    <a:lnTo>
                      <a:pt x="253" y="226"/>
                    </a:lnTo>
                    <a:lnTo>
                      <a:pt x="253" y="227"/>
                    </a:lnTo>
                    <a:lnTo>
                      <a:pt x="254" y="228"/>
                    </a:lnTo>
                    <a:lnTo>
                      <a:pt x="254" y="227"/>
                    </a:lnTo>
                    <a:lnTo>
                      <a:pt x="254" y="225"/>
                    </a:lnTo>
                    <a:lnTo>
                      <a:pt x="255" y="222"/>
                    </a:lnTo>
                    <a:lnTo>
                      <a:pt x="255" y="219"/>
                    </a:lnTo>
                    <a:lnTo>
                      <a:pt x="256" y="216"/>
                    </a:lnTo>
                    <a:lnTo>
                      <a:pt x="256" y="213"/>
                    </a:lnTo>
                    <a:lnTo>
                      <a:pt x="257" y="211"/>
                    </a:lnTo>
                    <a:lnTo>
                      <a:pt x="257" y="213"/>
                    </a:lnTo>
                    <a:lnTo>
                      <a:pt x="258" y="216"/>
                    </a:lnTo>
                    <a:lnTo>
                      <a:pt x="258" y="220"/>
                    </a:lnTo>
                    <a:lnTo>
                      <a:pt x="259" y="226"/>
                    </a:lnTo>
                    <a:lnTo>
                      <a:pt x="259" y="231"/>
                    </a:lnTo>
                    <a:lnTo>
                      <a:pt x="259" y="236"/>
                    </a:lnTo>
                    <a:lnTo>
                      <a:pt x="260" y="239"/>
                    </a:lnTo>
                    <a:lnTo>
                      <a:pt x="260" y="238"/>
                    </a:lnTo>
                    <a:lnTo>
                      <a:pt x="261" y="235"/>
                    </a:lnTo>
                    <a:lnTo>
                      <a:pt x="261" y="227"/>
                    </a:lnTo>
                    <a:lnTo>
                      <a:pt x="262" y="214"/>
                    </a:lnTo>
                    <a:lnTo>
                      <a:pt x="262" y="197"/>
                    </a:lnTo>
                    <a:lnTo>
                      <a:pt x="262" y="177"/>
                    </a:lnTo>
                    <a:lnTo>
                      <a:pt x="263" y="153"/>
                    </a:lnTo>
                    <a:lnTo>
                      <a:pt x="263" y="128"/>
                    </a:lnTo>
                    <a:lnTo>
                      <a:pt x="264" y="102"/>
                    </a:lnTo>
                    <a:lnTo>
                      <a:pt x="264" y="77"/>
                    </a:lnTo>
                    <a:lnTo>
                      <a:pt x="265" y="55"/>
                    </a:lnTo>
                    <a:lnTo>
                      <a:pt x="265" y="35"/>
                    </a:lnTo>
                    <a:lnTo>
                      <a:pt x="265" y="20"/>
                    </a:lnTo>
                    <a:lnTo>
                      <a:pt x="266" y="9"/>
                    </a:lnTo>
                    <a:lnTo>
                      <a:pt x="266" y="2"/>
                    </a:lnTo>
                    <a:lnTo>
                      <a:pt x="267" y="0"/>
                    </a:lnTo>
                    <a:lnTo>
                      <a:pt x="267" y="1"/>
                    </a:lnTo>
                    <a:lnTo>
                      <a:pt x="267" y="5"/>
                    </a:lnTo>
                    <a:lnTo>
                      <a:pt x="268" y="10"/>
                    </a:lnTo>
                    <a:lnTo>
                      <a:pt x="268" y="15"/>
                    </a:lnTo>
                    <a:lnTo>
                      <a:pt x="269" y="20"/>
                    </a:lnTo>
                    <a:lnTo>
                      <a:pt x="269" y="25"/>
                    </a:lnTo>
                    <a:lnTo>
                      <a:pt x="270" y="27"/>
                    </a:lnTo>
                    <a:lnTo>
                      <a:pt x="270" y="28"/>
                    </a:lnTo>
                    <a:lnTo>
                      <a:pt x="270" y="27"/>
                    </a:lnTo>
                    <a:lnTo>
                      <a:pt x="271" y="25"/>
                    </a:lnTo>
                    <a:lnTo>
                      <a:pt x="271" y="22"/>
                    </a:lnTo>
                    <a:lnTo>
                      <a:pt x="272" y="19"/>
                    </a:lnTo>
                    <a:lnTo>
                      <a:pt x="272" y="16"/>
                    </a:lnTo>
                    <a:lnTo>
                      <a:pt x="273" y="13"/>
                    </a:lnTo>
                    <a:lnTo>
                      <a:pt x="273" y="12"/>
                    </a:lnTo>
                    <a:lnTo>
                      <a:pt x="273" y="11"/>
                    </a:lnTo>
                    <a:lnTo>
                      <a:pt x="274" y="12"/>
                    </a:lnTo>
                    <a:lnTo>
                      <a:pt x="274" y="14"/>
                    </a:lnTo>
                    <a:lnTo>
                      <a:pt x="275" y="16"/>
                    </a:lnTo>
                    <a:lnTo>
                      <a:pt x="275" y="18"/>
                    </a:lnTo>
                    <a:lnTo>
                      <a:pt x="275" y="20"/>
                    </a:lnTo>
                    <a:lnTo>
                      <a:pt x="276" y="22"/>
                    </a:lnTo>
                    <a:lnTo>
                      <a:pt x="276" y="23"/>
                    </a:lnTo>
                    <a:lnTo>
                      <a:pt x="277" y="23"/>
                    </a:lnTo>
                    <a:lnTo>
                      <a:pt x="278" y="21"/>
                    </a:lnTo>
                    <a:lnTo>
                      <a:pt x="278" y="20"/>
                    </a:lnTo>
                    <a:lnTo>
                      <a:pt x="278" y="18"/>
                    </a:lnTo>
                    <a:lnTo>
                      <a:pt x="279" y="16"/>
                    </a:lnTo>
                    <a:lnTo>
                      <a:pt x="279" y="15"/>
                    </a:lnTo>
                    <a:lnTo>
                      <a:pt x="280" y="14"/>
                    </a:lnTo>
                    <a:lnTo>
                      <a:pt x="280" y="15"/>
                    </a:lnTo>
                    <a:lnTo>
                      <a:pt x="281" y="16"/>
                    </a:lnTo>
                    <a:lnTo>
                      <a:pt x="281" y="17"/>
                    </a:lnTo>
                    <a:lnTo>
                      <a:pt x="282" y="19"/>
                    </a:lnTo>
                    <a:lnTo>
                      <a:pt x="282" y="20"/>
                    </a:lnTo>
                    <a:lnTo>
                      <a:pt x="283" y="21"/>
                    </a:lnTo>
                    <a:lnTo>
                      <a:pt x="283" y="22"/>
                    </a:lnTo>
                    <a:lnTo>
                      <a:pt x="284" y="21"/>
                    </a:lnTo>
                    <a:lnTo>
                      <a:pt x="284" y="20"/>
                    </a:lnTo>
                    <a:lnTo>
                      <a:pt x="285" y="19"/>
                    </a:lnTo>
                    <a:lnTo>
                      <a:pt x="285" y="17"/>
                    </a:lnTo>
                    <a:lnTo>
                      <a:pt x="286" y="16"/>
                    </a:lnTo>
                    <a:lnTo>
                      <a:pt x="286" y="15"/>
                    </a:lnTo>
                    <a:lnTo>
                      <a:pt x="287" y="15"/>
                    </a:lnTo>
                    <a:lnTo>
                      <a:pt x="287" y="16"/>
                    </a:lnTo>
                    <a:lnTo>
                      <a:pt x="288" y="17"/>
                    </a:lnTo>
                    <a:lnTo>
                      <a:pt x="288" y="18"/>
                    </a:lnTo>
                    <a:lnTo>
                      <a:pt x="288" y="19"/>
                    </a:lnTo>
                    <a:lnTo>
                      <a:pt x="289" y="20"/>
                    </a:lnTo>
                    <a:lnTo>
                      <a:pt x="289" y="21"/>
                    </a:lnTo>
                    <a:lnTo>
                      <a:pt x="290" y="21"/>
                    </a:lnTo>
                    <a:lnTo>
                      <a:pt x="291" y="20"/>
                    </a:lnTo>
                    <a:lnTo>
                      <a:pt x="291" y="19"/>
                    </a:lnTo>
                    <a:lnTo>
                      <a:pt x="291" y="18"/>
                    </a:lnTo>
                    <a:lnTo>
                      <a:pt x="292" y="17"/>
                    </a:lnTo>
                    <a:lnTo>
                      <a:pt x="292" y="16"/>
                    </a:lnTo>
                    <a:lnTo>
                      <a:pt x="293" y="16"/>
                    </a:lnTo>
                    <a:lnTo>
                      <a:pt x="294" y="16"/>
                    </a:lnTo>
                    <a:lnTo>
                      <a:pt x="294" y="17"/>
                    </a:lnTo>
                    <a:lnTo>
                      <a:pt x="295" y="18"/>
                    </a:lnTo>
                    <a:lnTo>
                      <a:pt x="295" y="19"/>
                    </a:lnTo>
                    <a:lnTo>
                      <a:pt x="296" y="20"/>
                    </a:lnTo>
                    <a:lnTo>
                      <a:pt x="297" y="20"/>
                    </a:lnTo>
                    <a:lnTo>
                      <a:pt x="298" y="19"/>
                    </a:lnTo>
                    <a:lnTo>
                      <a:pt x="298" y="18"/>
                    </a:lnTo>
                    <a:lnTo>
                      <a:pt x="299" y="17"/>
                    </a:lnTo>
                    <a:lnTo>
                      <a:pt x="299" y="16"/>
                    </a:lnTo>
                    <a:lnTo>
                      <a:pt x="300" y="16"/>
                    </a:lnTo>
                    <a:lnTo>
                      <a:pt x="301" y="17"/>
                    </a:lnTo>
                    <a:lnTo>
                      <a:pt x="301" y="18"/>
                    </a:lnTo>
                    <a:lnTo>
                      <a:pt x="302" y="19"/>
                    </a:lnTo>
                    <a:lnTo>
                      <a:pt x="302" y="20"/>
                    </a:lnTo>
                    <a:lnTo>
                      <a:pt x="303" y="20"/>
                    </a:lnTo>
                    <a:lnTo>
                      <a:pt x="304" y="20"/>
                    </a:lnTo>
                    <a:lnTo>
                      <a:pt x="304" y="19"/>
                    </a:lnTo>
                    <a:lnTo>
                      <a:pt x="305" y="18"/>
                    </a:lnTo>
                    <a:lnTo>
                      <a:pt x="305" y="17"/>
                    </a:lnTo>
                    <a:lnTo>
                      <a:pt x="306" y="17"/>
                    </a:lnTo>
                    <a:lnTo>
                      <a:pt x="306" y="16"/>
                    </a:lnTo>
                    <a:lnTo>
                      <a:pt x="307" y="16"/>
                    </a:lnTo>
                    <a:lnTo>
                      <a:pt x="307" y="17"/>
                    </a:lnTo>
                    <a:lnTo>
                      <a:pt x="308" y="18"/>
                    </a:lnTo>
                    <a:lnTo>
                      <a:pt x="308" y="19"/>
                    </a:lnTo>
                    <a:lnTo>
                      <a:pt x="309" y="19"/>
                    </a:lnTo>
                    <a:lnTo>
                      <a:pt x="309" y="20"/>
                    </a:lnTo>
                    <a:lnTo>
                      <a:pt x="310" y="20"/>
                    </a:lnTo>
                    <a:lnTo>
                      <a:pt x="311" y="19"/>
                    </a:lnTo>
                    <a:lnTo>
                      <a:pt x="311" y="18"/>
                    </a:lnTo>
                    <a:lnTo>
                      <a:pt x="312" y="18"/>
                    </a:lnTo>
                    <a:lnTo>
                      <a:pt x="312" y="17"/>
                    </a:lnTo>
                    <a:lnTo>
                      <a:pt x="313" y="16"/>
                    </a:lnTo>
                    <a:lnTo>
                      <a:pt x="313" y="17"/>
                    </a:lnTo>
                    <a:lnTo>
                      <a:pt x="314" y="17"/>
                    </a:lnTo>
                    <a:lnTo>
                      <a:pt x="315" y="18"/>
                    </a:lnTo>
                    <a:lnTo>
                      <a:pt x="315" y="19"/>
                    </a:lnTo>
                    <a:lnTo>
                      <a:pt x="316" y="20"/>
                    </a:lnTo>
                    <a:lnTo>
                      <a:pt x="317" y="20"/>
                    </a:lnTo>
                    <a:lnTo>
                      <a:pt x="317" y="19"/>
                    </a:lnTo>
                    <a:lnTo>
                      <a:pt x="318" y="18"/>
                    </a:lnTo>
                    <a:lnTo>
                      <a:pt x="318" y="17"/>
                    </a:lnTo>
                    <a:lnTo>
                      <a:pt x="319" y="17"/>
                    </a:lnTo>
                    <a:lnTo>
                      <a:pt x="320" y="17"/>
                    </a:lnTo>
                    <a:lnTo>
                      <a:pt x="321" y="18"/>
                    </a:lnTo>
                    <a:lnTo>
                      <a:pt x="322" y="19"/>
                    </a:lnTo>
                    <a:lnTo>
                      <a:pt x="322" y="20"/>
                    </a:lnTo>
                    <a:lnTo>
                      <a:pt x="323" y="20"/>
                    </a:lnTo>
                    <a:lnTo>
                      <a:pt x="324" y="19"/>
                    </a:lnTo>
                    <a:lnTo>
                      <a:pt x="325" y="18"/>
                    </a:lnTo>
                    <a:lnTo>
                      <a:pt x="325" y="17"/>
                    </a:lnTo>
                    <a:lnTo>
                      <a:pt x="326" y="17"/>
                    </a:lnTo>
                    <a:lnTo>
                      <a:pt x="327" y="17"/>
                    </a:lnTo>
                    <a:lnTo>
                      <a:pt x="328" y="18"/>
                    </a:lnTo>
                    <a:lnTo>
                      <a:pt x="328" y="19"/>
                    </a:lnTo>
                    <a:lnTo>
                      <a:pt x="329" y="20"/>
                    </a:lnTo>
                    <a:lnTo>
                      <a:pt x="330" y="20"/>
                    </a:lnTo>
                    <a:lnTo>
                      <a:pt x="330" y="19"/>
                    </a:lnTo>
                    <a:lnTo>
                      <a:pt x="331" y="18"/>
                    </a:lnTo>
                    <a:lnTo>
                      <a:pt x="332" y="17"/>
                    </a:lnTo>
                    <a:lnTo>
                      <a:pt x="333" y="17"/>
                    </a:lnTo>
                    <a:lnTo>
                      <a:pt x="334" y="17"/>
                    </a:lnTo>
                    <a:lnTo>
                      <a:pt x="334" y="18"/>
                    </a:lnTo>
                    <a:lnTo>
                      <a:pt x="335" y="19"/>
                    </a:lnTo>
                    <a:lnTo>
                      <a:pt x="336" y="20"/>
                    </a:lnTo>
                    <a:lnTo>
                      <a:pt x="337" y="19"/>
                    </a:lnTo>
                    <a:lnTo>
                      <a:pt x="338" y="18"/>
                    </a:lnTo>
                    <a:lnTo>
                      <a:pt x="338" y="17"/>
                    </a:lnTo>
                    <a:lnTo>
                      <a:pt x="339" y="17"/>
                    </a:lnTo>
                    <a:lnTo>
                      <a:pt x="340" y="17"/>
                    </a:lnTo>
                    <a:lnTo>
                      <a:pt x="341" y="18"/>
                    </a:lnTo>
                    <a:lnTo>
                      <a:pt x="341" y="19"/>
                    </a:lnTo>
                    <a:lnTo>
                      <a:pt x="342" y="19"/>
                    </a:lnTo>
                    <a:lnTo>
                      <a:pt x="342" y="20"/>
                    </a:lnTo>
                    <a:lnTo>
                      <a:pt x="343" y="20"/>
                    </a:lnTo>
                    <a:lnTo>
                      <a:pt x="343" y="19"/>
                    </a:lnTo>
                    <a:lnTo>
                      <a:pt x="344" y="19"/>
                    </a:lnTo>
                    <a:lnTo>
                      <a:pt x="344" y="18"/>
                    </a:lnTo>
                    <a:lnTo>
                      <a:pt x="345" y="17"/>
                    </a:lnTo>
                    <a:lnTo>
                      <a:pt x="346" y="16"/>
                    </a:lnTo>
                    <a:lnTo>
                      <a:pt x="346" y="17"/>
                    </a:lnTo>
                    <a:lnTo>
                      <a:pt x="347" y="17"/>
                    </a:lnTo>
                    <a:lnTo>
                      <a:pt x="347" y="18"/>
                    </a:lnTo>
                    <a:lnTo>
                      <a:pt x="348" y="18"/>
                    </a:lnTo>
                    <a:lnTo>
                      <a:pt x="348" y="19"/>
                    </a:lnTo>
                    <a:lnTo>
                      <a:pt x="349" y="20"/>
                    </a:lnTo>
                    <a:lnTo>
                      <a:pt x="350" y="20"/>
                    </a:lnTo>
                    <a:lnTo>
                      <a:pt x="350" y="19"/>
                    </a:lnTo>
                    <a:lnTo>
                      <a:pt x="351" y="18"/>
                    </a:lnTo>
                    <a:lnTo>
                      <a:pt x="351" y="17"/>
                    </a:lnTo>
                    <a:lnTo>
                      <a:pt x="352" y="17"/>
                    </a:lnTo>
                    <a:lnTo>
                      <a:pt x="352" y="16"/>
                    </a:lnTo>
                    <a:lnTo>
                      <a:pt x="353" y="16"/>
                    </a:lnTo>
                    <a:lnTo>
                      <a:pt x="353" y="17"/>
                    </a:lnTo>
                    <a:lnTo>
                      <a:pt x="354" y="17"/>
                    </a:lnTo>
                    <a:lnTo>
                      <a:pt x="354" y="18"/>
                    </a:lnTo>
                    <a:lnTo>
                      <a:pt x="354" y="19"/>
                    </a:lnTo>
                    <a:lnTo>
                      <a:pt x="355" y="19"/>
                    </a:lnTo>
                    <a:lnTo>
                      <a:pt x="355" y="20"/>
                    </a:lnTo>
                    <a:lnTo>
                      <a:pt x="356" y="20"/>
                    </a:lnTo>
                    <a:lnTo>
                      <a:pt x="357" y="20"/>
                    </a:lnTo>
                    <a:lnTo>
                      <a:pt x="357" y="19"/>
                    </a:lnTo>
                    <a:lnTo>
                      <a:pt x="357" y="18"/>
                    </a:lnTo>
                    <a:lnTo>
                      <a:pt x="358" y="17"/>
                    </a:lnTo>
                    <a:lnTo>
                      <a:pt x="359" y="16"/>
                    </a:lnTo>
                    <a:lnTo>
                      <a:pt x="360" y="17"/>
                    </a:lnTo>
                    <a:lnTo>
                      <a:pt x="361" y="18"/>
                    </a:lnTo>
                    <a:lnTo>
                      <a:pt x="361" y="19"/>
                    </a:lnTo>
                    <a:lnTo>
                      <a:pt x="362" y="20"/>
                    </a:lnTo>
                    <a:lnTo>
                      <a:pt x="363" y="20"/>
                    </a:lnTo>
                    <a:lnTo>
                      <a:pt x="364" y="19"/>
                    </a:lnTo>
                    <a:lnTo>
                      <a:pt x="364" y="18"/>
                    </a:lnTo>
                    <a:lnTo>
                      <a:pt x="364" y="17"/>
                    </a:lnTo>
                    <a:lnTo>
                      <a:pt x="365" y="16"/>
                    </a:lnTo>
                    <a:lnTo>
                      <a:pt x="366" y="16"/>
                    </a:lnTo>
                    <a:lnTo>
                      <a:pt x="367" y="17"/>
                    </a:lnTo>
                    <a:lnTo>
                      <a:pt x="367" y="18"/>
                    </a:lnTo>
                    <a:lnTo>
                      <a:pt x="367" y="19"/>
                    </a:lnTo>
                    <a:lnTo>
                      <a:pt x="368" y="20"/>
                    </a:lnTo>
                    <a:lnTo>
                      <a:pt x="369" y="21"/>
                    </a:lnTo>
                    <a:lnTo>
                      <a:pt x="370" y="21"/>
                    </a:lnTo>
                    <a:lnTo>
                      <a:pt x="370" y="20"/>
                    </a:lnTo>
                    <a:lnTo>
                      <a:pt x="370" y="19"/>
                    </a:lnTo>
                    <a:lnTo>
                      <a:pt x="371" y="18"/>
                    </a:lnTo>
                    <a:lnTo>
                      <a:pt x="371" y="16"/>
                    </a:lnTo>
                    <a:lnTo>
                      <a:pt x="372" y="16"/>
                    </a:lnTo>
                    <a:lnTo>
                      <a:pt x="372" y="15"/>
                    </a:lnTo>
                    <a:lnTo>
                      <a:pt x="373" y="16"/>
                    </a:lnTo>
                    <a:lnTo>
                      <a:pt x="373" y="17"/>
                    </a:lnTo>
                    <a:lnTo>
                      <a:pt x="374" y="18"/>
                    </a:lnTo>
                    <a:lnTo>
                      <a:pt x="374" y="19"/>
                    </a:lnTo>
                    <a:lnTo>
                      <a:pt x="375" y="20"/>
                    </a:lnTo>
                    <a:lnTo>
                      <a:pt x="375" y="21"/>
                    </a:lnTo>
                    <a:lnTo>
                      <a:pt x="375" y="22"/>
                    </a:lnTo>
                    <a:lnTo>
                      <a:pt x="376" y="22"/>
                    </a:lnTo>
                    <a:lnTo>
                      <a:pt x="376" y="21"/>
                    </a:lnTo>
                    <a:lnTo>
                      <a:pt x="377" y="20"/>
                    </a:lnTo>
                    <a:lnTo>
                      <a:pt x="377" y="18"/>
                    </a:lnTo>
                    <a:lnTo>
                      <a:pt x="378" y="17"/>
                    </a:lnTo>
                    <a:lnTo>
                      <a:pt x="378" y="15"/>
                    </a:lnTo>
                    <a:lnTo>
                      <a:pt x="378" y="14"/>
                    </a:lnTo>
                    <a:lnTo>
                      <a:pt x="379" y="14"/>
                    </a:lnTo>
                    <a:lnTo>
                      <a:pt x="380" y="15"/>
                    </a:lnTo>
                    <a:lnTo>
                      <a:pt x="380" y="16"/>
                    </a:lnTo>
                    <a:lnTo>
                      <a:pt x="380" y="18"/>
                    </a:lnTo>
                    <a:lnTo>
                      <a:pt x="381" y="20"/>
                    </a:lnTo>
                    <a:lnTo>
                      <a:pt x="381" y="22"/>
                    </a:lnTo>
                    <a:lnTo>
                      <a:pt x="382" y="23"/>
                    </a:lnTo>
                    <a:lnTo>
                      <a:pt x="383" y="23"/>
                    </a:lnTo>
                    <a:lnTo>
                      <a:pt x="383" y="22"/>
                    </a:lnTo>
                    <a:lnTo>
                      <a:pt x="383" y="20"/>
                    </a:lnTo>
                    <a:lnTo>
                      <a:pt x="384" y="18"/>
                    </a:lnTo>
                    <a:lnTo>
                      <a:pt x="384" y="15"/>
                    </a:lnTo>
                    <a:lnTo>
                      <a:pt x="385" y="13"/>
                    </a:lnTo>
                    <a:lnTo>
                      <a:pt x="385" y="12"/>
                    </a:lnTo>
                    <a:lnTo>
                      <a:pt x="385" y="11"/>
                    </a:lnTo>
                    <a:lnTo>
                      <a:pt x="386" y="12"/>
                    </a:lnTo>
                    <a:lnTo>
                      <a:pt x="386" y="14"/>
                    </a:lnTo>
                    <a:lnTo>
                      <a:pt x="387" y="16"/>
                    </a:lnTo>
                    <a:lnTo>
                      <a:pt x="387" y="20"/>
                    </a:lnTo>
                    <a:lnTo>
                      <a:pt x="388" y="23"/>
                    </a:lnTo>
                    <a:lnTo>
                      <a:pt x="388" y="26"/>
                    </a:lnTo>
                    <a:lnTo>
                      <a:pt x="388" y="28"/>
                    </a:lnTo>
                    <a:lnTo>
                      <a:pt x="389" y="28"/>
                    </a:lnTo>
                    <a:lnTo>
                      <a:pt x="389" y="27"/>
                    </a:lnTo>
                    <a:lnTo>
                      <a:pt x="390" y="24"/>
                    </a:lnTo>
                    <a:lnTo>
                      <a:pt x="390" y="19"/>
                    </a:lnTo>
                    <a:lnTo>
                      <a:pt x="391" y="14"/>
                    </a:lnTo>
                    <a:lnTo>
                      <a:pt x="391" y="9"/>
                    </a:lnTo>
                    <a:lnTo>
                      <a:pt x="391" y="4"/>
                    </a:lnTo>
                    <a:lnTo>
                      <a:pt x="392" y="1"/>
                    </a:lnTo>
                    <a:lnTo>
                      <a:pt x="392" y="0"/>
                    </a:lnTo>
                    <a:lnTo>
                      <a:pt x="393" y="3"/>
                    </a:lnTo>
                    <a:lnTo>
                      <a:pt x="393" y="11"/>
                    </a:lnTo>
                    <a:lnTo>
                      <a:pt x="393" y="23"/>
                    </a:lnTo>
                    <a:lnTo>
                      <a:pt x="394" y="39"/>
                    </a:lnTo>
                    <a:lnTo>
                      <a:pt x="394" y="59"/>
                    </a:lnTo>
                    <a:lnTo>
                      <a:pt x="395" y="82"/>
                    </a:lnTo>
                    <a:lnTo>
                      <a:pt x="395" y="107"/>
                    </a:lnTo>
                    <a:lnTo>
                      <a:pt x="396" y="133"/>
                    </a:lnTo>
                    <a:lnTo>
                      <a:pt x="396" y="158"/>
                    </a:lnTo>
                    <a:lnTo>
                      <a:pt x="396" y="181"/>
                    </a:lnTo>
                    <a:lnTo>
                      <a:pt x="397" y="201"/>
                    </a:lnTo>
                    <a:lnTo>
                      <a:pt x="397" y="217"/>
                    </a:lnTo>
                    <a:lnTo>
                      <a:pt x="398" y="229"/>
                    </a:lnTo>
                    <a:lnTo>
                      <a:pt x="398" y="236"/>
                    </a:lnTo>
                    <a:lnTo>
                      <a:pt x="399" y="239"/>
                    </a:lnTo>
                    <a:lnTo>
                      <a:pt x="399" y="238"/>
                    </a:lnTo>
                    <a:lnTo>
                      <a:pt x="399" y="235"/>
                    </a:lnTo>
                    <a:lnTo>
                      <a:pt x="400" y="230"/>
                    </a:lnTo>
                    <a:lnTo>
                      <a:pt x="400" y="225"/>
                    </a:lnTo>
                    <a:lnTo>
                      <a:pt x="401" y="219"/>
                    </a:lnTo>
                    <a:lnTo>
                      <a:pt x="401" y="215"/>
                    </a:lnTo>
                    <a:lnTo>
                      <a:pt x="401" y="212"/>
                    </a:lnTo>
                    <a:lnTo>
                      <a:pt x="402" y="211"/>
                    </a:lnTo>
                    <a:lnTo>
                      <a:pt x="403" y="213"/>
                    </a:lnTo>
                    <a:lnTo>
                      <a:pt x="403" y="216"/>
                    </a:lnTo>
                    <a:lnTo>
                      <a:pt x="404" y="220"/>
                    </a:lnTo>
                    <a:lnTo>
                      <a:pt x="404" y="223"/>
                    </a:lnTo>
                    <a:lnTo>
                      <a:pt x="404" y="225"/>
                    </a:lnTo>
                    <a:lnTo>
                      <a:pt x="405" y="227"/>
                    </a:lnTo>
                    <a:lnTo>
                      <a:pt x="405" y="228"/>
                    </a:lnTo>
                    <a:lnTo>
                      <a:pt x="406" y="227"/>
                    </a:lnTo>
                    <a:lnTo>
                      <a:pt x="406" y="226"/>
                    </a:lnTo>
                    <a:lnTo>
                      <a:pt x="406" y="224"/>
                    </a:lnTo>
                    <a:lnTo>
                      <a:pt x="407" y="221"/>
                    </a:lnTo>
                    <a:lnTo>
                      <a:pt x="407" y="219"/>
                    </a:lnTo>
                    <a:lnTo>
                      <a:pt x="408" y="217"/>
                    </a:lnTo>
                    <a:lnTo>
                      <a:pt x="408" y="216"/>
                    </a:lnTo>
                    <a:lnTo>
                      <a:pt x="409" y="216"/>
                    </a:lnTo>
                    <a:lnTo>
                      <a:pt x="409" y="217"/>
                    </a:lnTo>
                    <a:lnTo>
                      <a:pt x="410" y="219"/>
                    </a:lnTo>
                    <a:lnTo>
                      <a:pt x="410" y="221"/>
                    </a:lnTo>
                    <a:lnTo>
                      <a:pt x="411" y="223"/>
                    </a:lnTo>
                    <a:lnTo>
                      <a:pt x="411" y="224"/>
                    </a:lnTo>
                    <a:lnTo>
                      <a:pt x="412" y="225"/>
                    </a:lnTo>
                    <a:lnTo>
                      <a:pt x="413" y="223"/>
                    </a:lnTo>
                    <a:lnTo>
                      <a:pt x="413" y="222"/>
                    </a:lnTo>
                    <a:lnTo>
                      <a:pt x="414" y="221"/>
                    </a:lnTo>
                    <a:lnTo>
                      <a:pt x="414" y="219"/>
                    </a:lnTo>
                    <a:lnTo>
                      <a:pt x="414" y="218"/>
                    </a:lnTo>
                    <a:lnTo>
                      <a:pt x="415" y="217"/>
                    </a:lnTo>
                    <a:lnTo>
                      <a:pt x="416" y="218"/>
                    </a:lnTo>
                    <a:lnTo>
                      <a:pt x="416" y="219"/>
                    </a:lnTo>
                    <a:lnTo>
                      <a:pt x="417" y="220"/>
                    </a:lnTo>
                    <a:lnTo>
                      <a:pt x="417" y="221"/>
                    </a:lnTo>
                    <a:lnTo>
                      <a:pt x="417" y="222"/>
                    </a:lnTo>
                    <a:lnTo>
                      <a:pt x="418" y="223"/>
                    </a:lnTo>
                    <a:lnTo>
                      <a:pt x="418" y="224"/>
                    </a:lnTo>
                    <a:lnTo>
                      <a:pt x="419" y="224"/>
                    </a:lnTo>
                    <a:lnTo>
                      <a:pt x="419" y="223"/>
                    </a:lnTo>
                    <a:lnTo>
                      <a:pt x="420" y="222"/>
                    </a:lnTo>
                  </a:path>
                </a:pathLst>
              </a:custGeom>
              <a:noFill/>
              <a:ln w="3968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80946" name="Freeform 61">
                <a:extLst>
                  <a:ext uri="{FF2B5EF4-FFF2-40B4-BE49-F238E27FC236}">
                    <a16:creationId xmlns:a16="http://schemas.microsoft.com/office/drawing/2014/main" id="{51362901-95D6-4BAC-B61C-DF09AAFFE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1252"/>
                <a:ext cx="3541" cy="2032"/>
              </a:xfrm>
              <a:custGeom>
                <a:avLst/>
                <a:gdLst>
                  <a:gd name="T0" fmla="*/ 42 w 420"/>
                  <a:gd name="T1" fmla="*/ 523 h 241"/>
                  <a:gd name="T2" fmla="*/ 84 w 420"/>
                  <a:gd name="T3" fmla="*/ 143 h 241"/>
                  <a:gd name="T4" fmla="*/ 143 w 420"/>
                  <a:gd name="T5" fmla="*/ 8 h 241"/>
                  <a:gd name="T6" fmla="*/ 194 w 420"/>
                  <a:gd name="T7" fmla="*/ 118 h 241"/>
                  <a:gd name="T8" fmla="*/ 236 w 420"/>
                  <a:gd name="T9" fmla="*/ 228 h 241"/>
                  <a:gd name="T10" fmla="*/ 312 w 420"/>
                  <a:gd name="T11" fmla="*/ 228 h 241"/>
                  <a:gd name="T12" fmla="*/ 371 w 420"/>
                  <a:gd name="T13" fmla="*/ 126 h 241"/>
                  <a:gd name="T14" fmla="*/ 464 w 420"/>
                  <a:gd name="T15" fmla="*/ 126 h 241"/>
                  <a:gd name="T16" fmla="*/ 514 w 420"/>
                  <a:gd name="T17" fmla="*/ 211 h 241"/>
                  <a:gd name="T18" fmla="*/ 607 w 420"/>
                  <a:gd name="T19" fmla="*/ 185 h 241"/>
                  <a:gd name="T20" fmla="*/ 666 w 420"/>
                  <a:gd name="T21" fmla="*/ 101 h 241"/>
                  <a:gd name="T22" fmla="*/ 750 w 420"/>
                  <a:gd name="T23" fmla="*/ 152 h 241"/>
                  <a:gd name="T24" fmla="*/ 818 w 420"/>
                  <a:gd name="T25" fmla="*/ 245 h 241"/>
                  <a:gd name="T26" fmla="*/ 885 w 420"/>
                  <a:gd name="T27" fmla="*/ 194 h 241"/>
                  <a:gd name="T28" fmla="*/ 927 w 420"/>
                  <a:gd name="T29" fmla="*/ 67 h 241"/>
                  <a:gd name="T30" fmla="*/ 986 w 420"/>
                  <a:gd name="T31" fmla="*/ 17 h 241"/>
                  <a:gd name="T32" fmla="*/ 1037 w 420"/>
                  <a:gd name="T33" fmla="*/ 228 h 241"/>
                  <a:gd name="T34" fmla="*/ 1079 w 420"/>
                  <a:gd name="T35" fmla="*/ 666 h 241"/>
                  <a:gd name="T36" fmla="*/ 1121 w 420"/>
                  <a:gd name="T37" fmla="*/ 1223 h 241"/>
                  <a:gd name="T38" fmla="*/ 1172 w 420"/>
                  <a:gd name="T39" fmla="*/ 1712 h 241"/>
                  <a:gd name="T40" fmla="*/ 1214 w 420"/>
                  <a:gd name="T41" fmla="*/ 1981 h 241"/>
                  <a:gd name="T42" fmla="*/ 1282 w 420"/>
                  <a:gd name="T43" fmla="*/ 1973 h 241"/>
                  <a:gd name="T44" fmla="*/ 1332 w 420"/>
                  <a:gd name="T45" fmla="*/ 1855 h 241"/>
                  <a:gd name="T46" fmla="*/ 1391 w 420"/>
                  <a:gd name="T47" fmla="*/ 1779 h 241"/>
                  <a:gd name="T48" fmla="*/ 1450 w 420"/>
                  <a:gd name="T49" fmla="*/ 1855 h 241"/>
                  <a:gd name="T50" fmla="*/ 1534 w 420"/>
                  <a:gd name="T51" fmla="*/ 1939 h 241"/>
                  <a:gd name="T52" fmla="*/ 1602 w 420"/>
                  <a:gd name="T53" fmla="*/ 1855 h 241"/>
                  <a:gd name="T54" fmla="*/ 1678 w 420"/>
                  <a:gd name="T55" fmla="*/ 1804 h 241"/>
                  <a:gd name="T56" fmla="*/ 1745 w 420"/>
                  <a:gd name="T57" fmla="*/ 1889 h 241"/>
                  <a:gd name="T58" fmla="*/ 1830 w 420"/>
                  <a:gd name="T59" fmla="*/ 1931 h 241"/>
                  <a:gd name="T60" fmla="*/ 1880 w 420"/>
                  <a:gd name="T61" fmla="*/ 1847 h 241"/>
                  <a:gd name="T62" fmla="*/ 1956 w 420"/>
                  <a:gd name="T63" fmla="*/ 1779 h 241"/>
                  <a:gd name="T64" fmla="*/ 2007 w 420"/>
                  <a:gd name="T65" fmla="*/ 1863 h 241"/>
                  <a:gd name="T66" fmla="*/ 2049 w 420"/>
                  <a:gd name="T67" fmla="*/ 1990 h 241"/>
                  <a:gd name="T68" fmla="*/ 2116 w 420"/>
                  <a:gd name="T69" fmla="*/ 1965 h 241"/>
                  <a:gd name="T70" fmla="*/ 2167 w 420"/>
                  <a:gd name="T71" fmla="*/ 1661 h 241"/>
                  <a:gd name="T72" fmla="*/ 2209 w 420"/>
                  <a:gd name="T73" fmla="*/ 1164 h 241"/>
                  <a:gd name="T74" fmla="*/ 2251 w 420"/>
                  <a:gd name="T75" fmla="*/ 607 h 241"/>
                  <a:gd name="T76" fmla="*/ 2302 w 420"/>
                  <a:gd name="T77" fmla="*/ 194 h 241"/>
                  <a:gd name="T78" fmla="*/ 2344 w 420"/>
                  <a:gd name="T79" fmla="*/ 8 h 241"/>
                  <a:gd name="T80" fmla="*/ 2411 w 420"/>
                  <a:gd name="T81" fmla="*/ 93 h 241"/>
                  <a:gd name="T82" fmla="*/ 2453 w 420"/>
                  <a:gd name="T83" fmla="*/ 211 h 241"/>
                  <a:gd name="T84" fmla="*/ 2529 w 420"/>
                  <a:gd name="T85" fmla="*/ 236 h 241"/>
                  <a:gd name="T86" fmla="*/ 2580 w 420"/>
                  <a:gd name="T87" fmla="*/ 143 h 241"/>
                  <a:gd name="T88" fmla="*/ 2656 w 420"/>
                  <a:gd name="T89" fmla="*/ 93 h 241"/>
                  <a:gd name="T90" fmla="*/ 2715 w 420"/>
                  <a:gd name="T91" fmla="*/ 169 h 241"/>
                  <a:gd name="T92" fmla="*/ 2799 w 420"/>
                  <a:gd name="T93" fmla="*/ 219 h 241"/>
                  <a:gd name="T94" fmla="*/ 2867 w 420"/>
                  <a:gd name="T95" fmla="*/ 126 h 241"/>
                  <a:gd name="T96" fmla="*/ 2951 w 420"/>
                  <a:gd name="T97" fmla="*/ 110 h 241"/>
                  <a:gd name="T98" fmla="*/ 3001 w 420"/>
                  <a:gd name="T99" fmla="*/ 202 h 241"/>
                  <a:gd name="T100" fmla="*/ 3069 w 420"/>
                  <a:gd name="T101" fmla="*/ 245 h 241"/>
                  <a:gd name="T102" fmla="*/ 3119 w 420"/>
                  <a:gd name="T103" fmla="*/ 152 h 241"/>
                  <a:gd name="T104" fmla="*/ 3170 w 420"/>
                  <a:gd name="T105" fmla="*/ 34 h 241"/>
                  <a:gd name="T106" fmla="*/ 3229 w 420"/>
                  <a:gd name="T107" fmla="*/ 76 h 241"/>
                  <a:gd name="T108" fmla="*/ 3280 w 420"/>
                  <a:gd name="T109" fmla="*/ 396 h 241"/>
                  <a:gd name="T110" fmla="*/ 3322 w 420"/>
                  <a:gd name="T111" fmla="*/ 911 h 241"/>
                  <a:gd name="T112" fmla="*/ 3372 w 420"/>
                  <a:gd name="T113" fmla="*/ 1459 h 241"/>
                  <a:gd name="T114" fmla="*/ 3415 w 420"/>
                  <a:gd name="T115" fmla="*/ 1863 h 241"/>
                  <a:gd name="T116" fmla="*/ 3465 w 420"/>
                  <a:gd name="T117" fmla="*/ 2024 h 241"/>
                  <a:gd name="T118" fmla="*/ 3533 w 420"/>
                  <a:gd name="T119" fmla="*/ 1922 h 24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420"/>
                  <a:gd name="T181" fmla="*/ 0 h 241"/>
                  <a:gd name="T182" fmla="*/ 420 w 420"/>
                  <a:gd name="T183" fmla="*/ 241 h 241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420" h="241">
                    <a:moveTo>
                      <a:pt x="0" y="121"/>
                    </a:moveTo>
                    <a:lnTo>
                      <a:pt x="0" y="115"/>
                    </a:lnTo>
                    <a:lnTo>
                      <a:pt x="0" y="110"/>
                    </a:lnTo>
                    <a:lnTo>
                      <a:pt x="1" y="105"/>
                    </a:lnTo>
                    <a:lnTo>
                      <a:pt x="1" y="100"/>
                    </a:lnTo>
                    <a:lnTo>
                      <a:pt x="2" y="95"/>
                    </a:lnTo>
                    <a:lnTo>
                      <a:pt x="2" y="90"/>
                    </a:lnTo>
                    <a:lnTo>
                      <a:pt x="2" y="85"/>
                    </a:lnTo>
                    <a:lnTo>
                      <a:pt x="3" y="80"/>
                    </a:lnTo>
                    <a:lnTo>
                      <a:pt x="3" y="75"/>
                    </a:lnTo>
                    <a:lnTo>
                      <a:pt x="4" y="71"/>
                    </a:lnTo>
                    <a:lnTo>
                      <a:pt x="4" y="66"/>
                    </a:lnTo>
                    <a:lnTo>
                      <a:pt x="5" y="62"/>
                    </a:lnTo>
                    <a:lnTo>
                      <a:pt x="5" y="57"/>
                    </a:lnTo>
                    <a:lnTo>
                      <a:pt x="5" y="53"/>
                    </a:lnTo>
                    <a:lnTo>
                      <a:pt x="6" y="49"/>
                    </a:lnTo>
                    <a:lnTo>
                      <a:pt x="6" y="45"/>
                    </a:lnTo>
                    <a:lnTo>
                      <a:pt x="7" y="41"/>
                    </a:lnTo>
                    <a:lnTo>
                      <a:pt x="7" y="38"/>
                    </a:lnTo>
                    <a:lnTo>
                      <a:pt x="7" y="34"/>
                    </a:lnTo>
                    <a:lnTo>
                      <a:pt x="8" y="31"/>
                    </a:lnTo>
                    <a:lnTo>
                      <a:pt x="8" y="28"/>
                    </a:lnTo>
                    <a:lnTo>
                      <a:pt x="9" y="25"/>
                    </a:lnTo>
                    <a:lnTo>
                      <a:pt x="9" y="22"/>
                    </a:lnTo>
                    <a:lnTo>
                      <a:pt x="10" y="19"/>
                    </a:lnTo>
                    <a:lnTo>
                      <a:pt x="10" y="17"/>
                    </a:lnTo>
                    <a:lnTo>
                      <a:pt x="10" y="14"/>
                    </a:lnTo>
                    <a:lnTo>
                      <a:pt x="11" y="12"/>
                    </a:lnTo>
                    <a:lnTo>
                      <a:pt x="11" y="10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3" y="4"/>
                    </a:lnTo>
                    <a:lnTo>
                      <a:pt x="13" y="3"/>
                    </a:lnTo>
                    <a:lnTo>
                      <a:pt x="14" y="3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18" y="2"/>
                    </a:lnTo>
                    <a:lnTo>
                      <a:pt x="19" y="3"/>
                    </a:lnTo>
                    <a:lnTo>
                      <a:pt x="19" y="4"/>
                    </a:lnTo>
                    <a:lnTo>
                      <a:pt x="20" y="5"/>
                    </a:lnTo>
                    <a:lnTo>
                      <a:pt x="20" y="6"/>
                    </a:lnTo>
                    <a:lnTo>
                      <a:pt x="21" y="7"/>
                    </a:lnTo>
                    <a:lnTo>
                      <a:pt x="21" y="8"/>
                    </a:lnTo>
                    <a:lnTo>
                      <a:pt x="21" y="9"/>
                    </a:lnTo>
                    <a:lnTo>
                      <a:pt x="22" y="10"/>
                    </a:lnTo>
                    <a:lnTo>
                      <a:pt x="22" y="11"/>
                    </a:lnTo>
                    <a:lnTo>
                      <a:pt x="23" y="12"/>
                    </a:lnTo>
                    <a:lnTo>
                      <a:pt x="23" y="14"/>
                    </a:lnTo>
                    <a:lnTo>
                      <a:pt x="23" y="15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5" y="18"/>
                    </a:lnTo>
                    <a:lnTo>
                      <a:pt x="25" y="19"/>
                    </a:lnTo>
                    <a:lnTo>
                      <a:pt x="26" y="20"/>
                    </a:lnTo>
                    <a:lnTo>
                      <a:pt x="26" y="21"/>
                    </a:lnTo>
                    <a:lnTo>
                      <a:pt x="26" y="22"/>
                    </a:lnTo>
                    <a:lnTo>
                      <a:pt x="27" y="23"/>
                    </a:lnTo>
                    <a:lnTo>
                      <a:pt x="27" y="24"/>
                    </a:lnTo>
                    <a:lnTo>
                      <a:pt x="28" y="25"/>
                    </a:lnTo>
                    <a:lnTo>
                      <a:pt x="28" y="26"/>
                    </a:lnTo>
                    <a:lnTo>
                      <a:pt x="28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9"/>
                    </a:lnTo>
                    <a:lnTo>
                      <a:pt x="31" y="29"/>
                    </a:lnTo>
                    <a:lnTo>
                      <a:pt x="31" y="30"/>
                    </a:lnTo>
                    <a:lnTo>
                      <a:pt x="32" y="30"/>
                    </a:lnTo>
                    <a:lnTo>
                      <a:pt x="33" y="30"/>
                    </a:lnTo>
                    <a:lnTo>
                      <a:pt x="34" y="30"/>
                    </a:lnTo>
                    <a:lnTo>
                      <a:pt x="34" y="29"/>
                    </a:lnTo>
                    <a:lnTo>
                      <a:pt x="35" y="29"/>
                    </a:lnTo>
                    <a:lnTo>
                      <a:pt x="36" y="28"/>
                    </a:lnTo>
                    <a:lnTo>
                      <a:pt x="36" y="27"/>
                    </a:lnTo>
                    <a:lnTo>
                      <a:pt x="37" y="27"/>
                    </a:lnTo>
                    <a:lnTo>
                      <a:pt x="37" y="26"/>
                    </a:lnTo>
                    <a:lnTo>
                      <a:pt x="38" y="25"/>
                    </a:lnTo>
                    <a:lnTo>
                      <a:pt x="39" y="24"/>
                    </a:lnTo>
                    <a:lnTo>
                      <a:pt x="39" y="23"/>
                    </a:lnTo>
                    <a:lnTo>
                      <a:pt x="39" y="22"/>
                    </a:lnTo>
                    <a:lnTo>
                      <a:pt x="40" y="22"/>
                    </a:lnTo>
                    <a:lnTo>
                      <a:pt x="40" y="21"/>
                    </a:lnTo>
                    <a:lnTo>
                      <a:pt x="41" y="20"/>
                    </a:lnTo>
                    <a:lnTo>
                      <a:pt x="41" y="19"/>
                    </a:lnTo>
                    <a:lnTo>
                      <a:pt x="42" y="18"/>
                    </a:lnTo>
                    <a:lnTo>
                      <a:pt x="42" y="17"/>
                    </a:lnTo>
                    <a:lnTo>
                      <a:pt x="43" y="16"/>
                    </a:lnTo>
                    <a:lnTo>
                      <a:pt x="44" y="15"/>
                    </a:lnTo>
                    <a:lnTo>
                      <a:pt x="44" y="14"/>
                    </a:lnTo>
                    <a:lnTo>
                      <a:pt x="45" y="13"/>
                    </a:lnTo>
                    <a:lnTo>
                      <a:pt x="46" y="12"/>
                    </a:lnTo>
                    <a:lnTo>
                      <a:pt x="47" y="12"/>
                    </a:lnTo>
                    <a:lnTo>
                      <a:pt x="47" y="11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1" y="11"/>
                    </a:lnTo>
                    <a:lnTo>
                      <a:pt x="52" y="12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5" y="15"/>
                    </a:lnTo>
                    <a:lnTo>
                      <a:pt x="55" y="16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8" y="21"/>
                    </a:lnTo>
                    <a:lnTo>
                      <a:pt x="59" y="21"/>
                    </a:lnTo>
                    <a:lnTo>
                      <a:pt x="59" y="22"/>
                    </a:lnTo>
                    <a:lnTo>
                      <a:pt x="60" y="22"/>
                    </a:lnTo>
                    <a:lnTo>
                      <a:pt x="60" y="23"/>
                    </a:lnTo>
                    <a:lnTo>
                      <a:pt x="60" y="24"/>
                    </a:lnTo>
                    <a:lnTo>
                      <a:pt x="61" y="24"/>
                    </a:lnTo>
                    <a:lnTo>
                      <a:pt x="61" y="25"/>
                    </a:lnTo>
                    <a:lnTo>
                      <a:pt x="62" y="25"/>
                    </a:lnTo>
                    <a:lnTo>
                      <a:pt x="63" y="26"/>
                    </a:lnTo>
                    <a:lnTo>
                      <a:pt x="64" y="27"/>
                    </a:lnTo>
                    <a:lnTo>
                      <a:pt x="65" y="27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5"/>
                    </a:lnTo>
                    <a:lnTo>
                      <a:pt x="70" y="25"/>
                    </a:lnTo>
                    <a:lnTo>
                      <a:pt x="70" y="24"/>
                    </a:lnTo>
                    <a:lnTo>
                      <a:pt x="71" y="23"/>
                    </a:lnTo>
                    <a:lnTo>
                      <a:pt x="72" y="22"/>
                    </a:lnTo>
                    <a:lnTo>
                      <a:pt x="72" y="21"/>
                    </a:lnTo>
                    <a:lnTo>
                      <a:pt x="73" y="21"/>
                    </a:lnTo>
                    <a:lnTo>
                      <a:pt x="73" y="20"/>
                    </a:lnTo>
                    <a:lnTo>
                      <a:pt x="73" y="19"/>
                    </a:lnTo>
                    <a:lnTo>
                      <a:pt x="74" y="19"/>
                    </a:lnTo>
                    <a:lnTo>
                      <a:pt x="74" y="18"/>
                    </a:lnTo>
                    <a:lnTo>
                      <a:pt x="75" y="17"/>
                    </a:lnTo>
                    <a:lnTo>
                      <a:pt x="76" y="16"/>
                    </a:lnTo>
                    <a:lnTo>
                      <a:pt x="76" y="15"/>
                    </a:lnTo>
                    <a:lnTo>
                      <a:pt x="77" y="14"/>
                    </a:lnTo>
                    <a:lnTo>
                      <a:pt x="78" y="13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1"/>
                    </a:lnTo>
                    <a:lnTo>
                      <a:pt x="81" y="11"/>
                    </a:lnTo>
                    <a:lnTo>
                      <a:pt x="82" y="11"/>
                    </a:lnTo>
                    <a:lnTo>
                      <a:pt x="83" y="11"/>
                    </a:lnTo>
                    <a:lnTo>
                      <a:pt x="84" y="11"/>
                    </a:lnTo>
                    <a:lnTo>
                      <a:pt x="85" y="12"/>
                    </a:lnTo>
                    <a:lnTo>
                      <a:pt x="86" y="13"/>
                    </a:lnTo>
                    <a:lnTo>
                      <a:pt x="86" y="14"/>
                    </a:lnTo>
                    <a:lnTo>
                      <a:pt x="87" y="14"/>
                    </a:lnTo>
                    <a:lnTo>
                      <a:pt x="87" y="15"/>
                    </a:lnTo>
                    <a:lnTo>
                      <a:pt x="88" y="16"/>
                    </a:lnTo>
                    <a:lnTo>
                      <a:pt x="89" y="17"/>
                    </a:lnTo>
                    <a:lnTo>
                      <a:pt x="89" y="18"/>
                    </a:lnTo>
                    <a:lnTo>
                      <a:pt x="90" y="19"/>
                    </a:lnTo>
                    <a:lnTo>
                      <a:pt x="90" y="20"/>
                    </a:lnTo>
                    <a:lnTo>
                      <a:pt x="91" y="21"/>
                    </a:lnTo>
                    <a:lnTo>
                      <a:pt x="91" y="22"/>
                    </a:lnTo>
                    <a:lnTo>
                      <a:pt x="92" y="23"/>
                    </a:lnTo>
                    <a:lnTo>
                      <a:pt x="92" y="24"/>
                    </a:lnTo>
                    <a:lnTo>
                      <a:pt x="93" y="24"/>
                    </a:lnTo>
                    <a:lnTo>
                      <a:pt x="93" y="25"/>
                    </a:lnTo>
                    <a:lnTo>
                      <a:pt x="94" y="26"/>
                    </a:lnTo>
                    <a:lnTo>
                      <a:pt x="94" y="27"/>
                    </a:lnTo>
                    <a:lnTo>
                      <a:pt x="95" y="28"/>
                    </a:lnTo>
                    <a:lnTo>
                      <a:pt x="96" y="29"/>
                    </a:lnTo>
                    <a:lnTo>
                      <a:pt x="97" y="29"/>
                    </a:lnTo>
                    <a:lnTo>
                      <a:pt x="97" y="30"/>
                    </a:lnTo>
                    <a:lnTo>
                      <a:pt x="98" y="30"/>
                    </a:lnTo>
                    <a:lnTo>
                      <a:pt x="99" y="30"/>
                    </a:lnTo>
                    <a:lnTo>
                      <a:pt x="100" y="30"/>
                    </a:lnTo>
                    <a:lnTo>
                      <a:pt x="100" y="29"/>
                    </a:lnTo>
                    <a:lnTo>
                      <a:pt x="101" y="29"/>
                    </a:lnTo>
                    <a:lnTo>
                      <a:pt x="102" y="28"/>
                    </a:lnTo>
                    <a:lnTo>
                      <a:pt x="102" y="27"/>
                    </a:lnTo>
                    <a:lnTo>
                      <a:pt x="103" y="26"/>
                    </a:lnTo>
                    <a:lnTo>
                      <a:pt x="103" y="25"/>
                    </a:lnTo>
                    <a:lnTo>
                      <a:pt x="104" y="25"/>
                    </a:lnTo>
                    <a:lnTo>
                      <a:pt x="104" y="24"/>
                    </a:lnTo>
                    <a:lnTo>
                      <a:pt x="105" y="23"/>
                    </a:lnTo>
                    <a:lnTo>
                      <a:pt x="105" y="22"/>
                    </a:lnTo>
                    <a:lnTo>
                      <a:pt x="105" y="21"/>
                    </a:lnTo>
                    <a:lnTo>
                      <a:pt x="106" y="19"/>
                    </a:lnTo>
                    <a:lnTo>
                      <a:pt x="106" y="18"/>
                    </a:lnTo>
                    <a:lnTo>
                      <a:pt x="107" y="17"/>
                    </a:lnTo>
                    <a:lnTo>
                      <a:pt x="107" y="16"/>
                    </a:lnTo>
                    <a:lnTo>
                      <a:pt x="107" y="15"/>
                    </a:lnTo>
                    <a:lnTo>
                      <a:pt x="108" y="14"/>
                    </a:lnTo>
                    <a:lnTo>
                      <a:pt x="108" y="13"/>
                    </a:lnTo>
                    <a:lnTo>
                      <a:pt x="109" y="11"/>
                    </a:lnTo>
                    <a:lnTo>
                      <a:pt x="109" y="10"/>
                    </a:lnTo>
                    <a:lnTo>
                      <a:pt x="110" y="9"/>
                    </a:lnTo>
                    <a:lnTo>
                      <a:pt x="110" y="8"/>
                    </a:lnTo>
                    <a:lnTo>
                      <a:pt x="110" y="7"/>
                    </a:lnTo>
                    <a:lnTo>
                      <a:pt x="111" y="6"/>
                    </a:lnTo>
                    <a:lnTo>
                      <a:pt x="111" y="5"/>
                    </a:lnTo>
                    <a:lnTo>
                      <a:pt x="112" y="4"/>
                    </a:lnTo>
                    <a:lnTo>
                      <a:pt x="112" y="3"/>
                    </a:lnTo>
                    <a:lnTo>
                      <a:pt x="113" y="2"/>
                    </a:lnTo>
                    <a:lnTo>
                      <a:pt x="113" y="1"/>
                    </a:lnTo>
                    <a:lnTo>
                      <a:pt x="114" y="1"/>
                    </a:lnTo>
                    <a:lnTo>
                      <a:pt x="115" y="1"/>
                    </a:lnTo>
                    <a:lnTo>
                      <a:pt x="115" y="0"/>
                    </a:lnTo>
                    <a:lnTo>
                      <a:pt x="115" y="1"/>
                    </a:lnTo>
                    <a:lnTo>
                      <a:pt x="116" y="1"/>
                    </a:lnTo>
                    <a:lnTo>
                      <a:pt x="117" y="2"/>
                    </a:lnTo>
                    <a:lnTo>
                      <a:pt x="118" y="3"/>
                    </a:lnTo>
                    <a:lnTo>
                      <a:pt x="118" y="4"/>
                    </a:lnTo>
                    <a:lnTo>
                      <a:pt x="118" y="5"/>
                    </a:lnTo>
                    <a:lnTo>
                      <a:pt x="119" y="7"/>
                    </a:lnTo>
                    <a:lnTo>
                      <a:pt x="119" y="8"/>
                    </a:lnTo>
                    <a:lnTo>
                      <a:pt x="120" y="10"/>
                    </a:lnTo>
                    <a:lnTo>
                      <a:pt x="120" y="12"/>
                    </a:lnTo>
                    <a:lnTo>
                      <a:pt x="120" y="14"/>
                    </a:lnTo>
                    <a:lnTo>
                      <a:pt x="121" y="16"/>
                    </a:lnTo>
                    <a:lnTo>
                      <a:pt x="121" y="19"/>
                    </a:lnTo>
                    <a:lnTo>
                      <a:pt x="122" y="21"/>
                    </a:lnTo>
                    <a:lnTo>
                      <a:pt x="122" y="24"/>
                    </a:lnTo>
                    <a:lnTo>
                      <a:pt x="123" y="27"/>
                    </a:lnTo>
                    <a:lnTo>
                      <a:pt x="123" y="30"/>
                    </a:lnTo>
                    <a:lnTo>
                      <a:pt x="123" y="33"/>
                    </a:lnTo>
                    <a:lnTo>
                      <a:pt x="124" y="37"/>
                    </a:lnTo>
                    <a:lnTo>
                      <a:pt x="124" y="41"/>
                    </a:lnTo>
                    <a:lnTo>
                      <a:pt x="125" y="44"/>
                    </a:lnTo>
                    <a:lnTo>
                      <a:pt x="125" y="48"/>
                    </a:lnTo>
                    <a:lnTo>
                      <a:pt x="126" y="52"/>
                    </a:lnTo>
                    <a:lnTo>
                      <a:pt x="126" y="57"/>
                    </a:lnTo>
                    <a:lnTo>
                      <a:pt x="126" y="61"/>
                    </a:lnTo>
                    <a:lnTo>
                      <a:pt x="127" y="65"/>
                    </a:lnTo>
                    <a:lnTo>
                      <a:pt x="127" y="70"/>
                    </a:lnTo>
                    <a:lnTo>
                      <a:pt x="128" y="75"/>
                    </a:lnTo>
                    <a:lnTo>
                      <a:pt x="128" y="79"/>
                    </a:lnTo>
                    <a:lnTo>
                      <a:pt x="128" y="84"/>
                    </a:lnTo>
                    <a:lnTo>
                      <a:pt x="129" y="89"/>
                    </a:lnTo>
                    <a:lnTo>
                      <a:pt x="129" y="94"/>
                    </a:lnTo>
                    <a:lnTo>
                      <a:pt x="130" y="99"/>
                    </a:lnTo>
                    <a:lnTo>
                      <a:pt x="130" y="104"/>
                    </a:lnTo>
                    <a:lnTo>
                      <a:pt x="131" y="109"/>
                    </a:lnTo>
                    <a:lnTo>
                      <a:pt x="131" y="115"/>
                    </a:lnTo>
                    <a:lnTo>
                      <a:pt x="131" y="120"/>
                    </a:lnTo>
                    <a:lnTo>
                      <a:pt x="132" y="125"/>
                    </a:lnTo>
                    <a:lnTo>
                      <a:pt x="132" y="130"/>
                    </a:lnTo>
                    <a:lnTo>
                      <a:pt x="133" y="135"/>
                    </a:lnTo>
                    <a:lnTo>
                      <a:pt x="133" y="140"/>
                    </a:lnTo>
                    <a:lnTo>
                      <a:pt x="133" y="145"/>
                    </a:lnTo>
                    <a:lnTo>
                      <a:pt x="134" y="150"/>
                    </a:lnTo>
                    <a:lnTo>
                      <a:pt x="134" y="155"/>
                    </a:lnTo>
                    <a:lnTo>
                      <a:pt x="135" y="160"/>
                    </a:lnTo>
                    <a:lnTo>
                      <a:pt x="135" y="165"/>
                    </a:lnTo>
                    <a:lnTo>
                      <a:pt x="136" y="170"/>
                    </a:lnTo>
                    <a:lnTo>
                      <a:pt x="136" y="174"/>
                    </a:lnTo>
                    <a:lnTo>
                      <a:pt x="136" y="179"/>
                    </a:lnTo>
                    <a:lnTo>
                      <a:pt x="137" y="183"/>
                    </a:lnTo>
                    <a:lnTo>
                      <a:pt x="137" y="187"/>
                    </a:lnTo>
                    <a:lnTo>
                      <a:pt x="138" y="191"/>
                    </a:lnTo>
                    <a:lnTo>
                      <a:pt x="138" y="195"/>
                    </a:lnTo>
                    <a:lnTo>
                      <a:pt x="139" y="199"/>
                    </a:lnTo>
                    <a:lnTo>
                      <a:pt x="139" y="203"/>
                    </a:lnTo>
                    <a:lnTo>
                      <a:pt x="139" y="206"/>
                    </a:lnTo>
                    <a:lnTo>
                      <a:pt x="140" y="210"/>
                    </a:lnTo>
                    <a:lnTo>
                      <a:pt x="140" y="213"/>
                    </a:lnTo>
                    <a:lnTo>
                      <a:pt x="141" y="216"/>
                    </a:lnTo>
                    <a:lnTo>
                      <a:pt x="141" y="219"/>
                    </a:lnTo>
                    <a:lnTo>
                      <a:pt x="141" y="221"/>
                    </a:lnTo>
                    <a:lnTo>
                      <a:pt x="142" y="224"/>
                    </a:lnTo>
                    <a:lnTo>
                      <a:pt x="142" y="226"/>
                    </a:lnTo>
                    <a:lnTo>
                      <a:pt x="143" y="228"/>
                    </a:lnTo>
                    <a:lnTo>
                      <a:pt x="143" y="230"/>
                    </a:lnTo>
                    <a:lnTo>
                      <a:pt x="144" y="232"/>
                    </a:lnTo>
                    <a:lnTo>
                      <a:pt x="144" y="234"/>
                    </a:lnTo>
                    <a:lnTo>
                      <a:pt x="144" y="235"/>
                    </a:lnTo>
                    <a:lnTo>
                      <a:pt x="145" y="236"/>
                    </a:lnTo>
                    <a:lnTo>
                      <a:pt x="145" y="237"/>
                    </a:lnTo>
                    <a:lnTo>
                      <a:pt x="146" y="238"/>
                    </a:lnTo>
                    <a:lnTo>
                      <a:pt x="146" y="239"/>
                    </a:lnTo>
                    <a:lnTo>
                      <a:pt x="147" y="240"/>
                    </a:lnTo>
                    <a:lnTo>
                      <a:pt x="148" y="240"/>
                    </a:lnTo>
                    <a:lnTo>
                      <a:pt x="149" y="240"/>
                    </a:lnTo>
                    <a:lnTo>
                      <a:pt x="150" y="239"/>
                    </a:lnTo>
                    <a:lnTo>
                      <a:pt x="151" y="238"/>
                    </a:lnTo>
                    <a:lnTo>
                      <a:pt x="151" y="237"/>
                    </a:lnTo>
                    <a:lnTo>
                      <a:pt x="152" y="236"/>
                    </a:lnTo>
                    <a:lnTo>
                      <a:pt x="152" y="235"/>
                    </a:lnTo>
                    <a:lnTo>
                      <a:pt x="152" y="234"/>
                    </a:lnTo>
                    <a:lnTo>
                      <a:pt x="153" y="233"/>
                    </a:lnTo>
                    <a:lnTo>
                      <a:pt x="153" y="232"/>
                    </a:lnTo>
                    <a:lnTo>
                      <a:pt x="154" y="231"/>
                    </a:lnTo>
                    <a:lnTo>
                      <a:pt x="154" y="230"/>
                    </a:lnTo>
                    <a:lnTo>
                      <a:pt x="154" y="229"/>
                    </a:lnTo>
                    <a:lnTo>
                      <a:pt x="155" y="228"/>
                    </a:lnTo>
                    <a:lnTo>
                      <a:pt x="155" y="226"/>
                    </a:lnTo>
                    <a:lnTo>
                      <a:pt x="156" y="225"/>
                    </a:lnTo>
                    <a:lnTo>
                      <a:pt x="156" y="224"/>
                    </a:lnTo>
                    <a:lnTo>
                      <a:pt x="157" y="223"/>
                    </a:lnTo>
                    <a:lnTo>
                      <a:pt x="157" y="222"/>
                    </a:lnTo>
                    <a:lnTo>
                      <a:pt x="157" y="221"/>
                    </a:lnTo>
                    <a:lnTo>
                      <a:pt x="158" y="220"/>
                    </a:lnTo>
                    <a:lnTo>
                      <a:pt x="158" y="219"/>
                    </a:lnTo>
                    <a:lnTo>
                      <a:pt x="159" y="218"/>
                    </a:lnTo>
                    <a:lnTo>
                      <a:pt x="159" y="217"/>
                    </a:lnTo>
                    <a:lnTo>
                      <a:pt x="160" y="216"/>
                    </a:lnTo>
                    <a:lnTo>
                      <a:pt x="160" y="215"/>
                    </a:lnTo>
                    <a:lnTo>
                      <a:pt x="160" y="214"/>
                    </a:lnTo>
                    <a:lnTo>
                      <a:pt x="161" y="214"/>
                    </a:lnTo>
                    <a:lnTo>
                      <a:pt x="161" y="213"/>
                    </a:lnTo>
                    <a:lnTo>
                      <a:pt x="162" y="213"/>
                    </a:lnTo>
                    <a:lnTo>
                      <a:pt x="162" y="212"/>
                    </a:lnTo>
                    <a:lnTo>
                      <a:pt x="163" y="211"/>
                    </a:lnTo>
                    <a:lnTo>
                      <a:pt x="164" y="211"/>
                    </a:lnTo>
                    <a:lnTo>
                      <a:pt x="165" y="211"/>
                    </a:lnTo>
                    <a:lnTo>
                      <a:pt x="166" y="211"/>
                    </a:lnTo>
                    <a:lnTo>
                      <a:pt x="166" y="212"/>
                    </a:lnTo>
                    <a:lnTo>
                      <a:pt x="167" y="212"/>
                    </a:lnTo>
                    <a:lnTo>
                      <a:pt x="168" y="213"/>
                    </a:lnTo>
                    <a:lnTo>
                      <a:pt x="168" y="214"/>
                    </a:lnTo>
                    <a:lnTo>
                      <a:pt x="169" y="214"/>
                    </a:lnTo>
                    <a:lnTo>
                      <a:pt x="169" y="215"/>
                    </a:lnTo>
                    <a:lnTo>
                      <a:pt x="170" y="216"/>
                    </a:lnTo>
                    <a:lnTo>
                      <a:pt x="170" y="217"/>
                    </a:lnTo>
                    <a:lnTo>
                      <a:pt x="171" y="218"/>
                    </a:lnTo>
                    <a:lnTo>
                      <a:pt x="171" y="219"/>
                    </a:lnTo>
                    <a:lnTo>
                      <a:pt x="172" y="219"/>
                    </a:lnTo>
                    <a:lnTo>
                      <a:pt x="172" y="220"/>
                    </a:lnTo>
                    <a:lnTo>
                      <a:pt x="173" y="221"/>
                    </a:lnTo>
                    <a:lnTo>
                      <a:pt x="173" y="222"/>
                    </a:lnTo>
                    <a:lnTo>
                      <a:pt x="174" y="223"/>
                    </a:lnTo>
                    <a:lnTo>
                      <a:pt x="174" y="224"/>
                    </a:lnTo>
                    <a:lnTo>
                      <a:pt x="175" y="225"/>
                    </a:lnTo>
                    <a:lnTo>
                      <a:pt x="175" y="226"/>
                    </a:lnTo>
                    <a:lnTo>
                      <a:pt x="176" y="227"/>
                    </a:lnTo>
                    <a:lnTo>
                      <a:pt x="177" y="228"/>
                    </a:lnTo>
                    <a:lnTo>
                      <a:pt x="178" y="229"/>
                    </a:lnTo>
                    <a:lnTo>
                      <a:pt x="179" y="230"/>
                    </a:lnTo>
                    <a:lnTo>
                      <a:pt x="180" y="230"/>
                    </a:lnTo>
                    <a:lnTo>
                      <a:pt x="181" y="230"/>
                    </a:lnTo>
                    <a:lnTo>
                      <a:pt x="182" y="230"/>
                    </a:lnTo>
                    <a:lnTo>
                      <a:pt x="183" y="230"/>
                    </a:lnTo>
                    <a:lnTo>
                      <a:pt x="183" y="229"/>
                    </a:lnTo>
                    <a:lnTo>
                      <a:pt x="184" y="229"/>
                    </a:lnTo>
                    <a:lnTo>
                      <a:pt x="185" y="228"/>
                    </a:lnTo>
                    <a:lnTo>
                      <a:pt x="186" y="227"/>
                    </a:lnTo>
                    <a:lnTo>
                      <a:pt x="186" y="226"/>
                    </a:lnTo>
                    <a:lnTo>
                      <a:pt x="187" y="226"/>
                    </a:lnTo>
                    <a:lnTo>
                      <a:pt x="187" y="225"/>
                    </a:lnTo>
                    <a:lnTo>
                      <a:pt x="188" y="224"/>
                    </a:lnTo>
                    <a:lnTo>
                      <a:pt x="189" y="223"/>
                    </a:lnTo>
                    <a:lnTo>
                      <a:pt x="189" y="222"/>
                    </a:lnTo>
                    <a:lnTo>
                      <a:pt x="190" y="221"/>
                    </a:lnTo>
                    <a:lnTo>
                      <a:pt x="190" y="220"/>
                    </a:lnTo>
                    <a:lnTo>
                      <a:pt x="191" y="220"/>
                    </a:lnTo>
                    <a:lnTo>
                      <a:pt x="191" y="219"/>
                    </a:lnTo>
                    <a:lnTo>
                      <a:pt x="192" y="218"/>
                    </a:lnTo>
                    <a:lnTo>
                      <a:pt x="192" y="217"/>
                    </a:lnTo>
                    <a:lnTo>
                      <a:pt x="193" y="217"/>
                    </a:lnTo>
                    <a:lnTo>
                      <a:pt x="193" y="216"/>
                    </a:lnTo>
                    <a:lnTo>
                      <a:pt x="194" y="216"/>
                    </a:lnTo>
                    <a:lnTo>
                      <a:pt x="194" y="215"/>
                    </a:lnTo>
                    <a:lnTo>
                      <a:pt x="195" y="215"/>
                    </a:lnTo>
                    <a:lnTo>
                      <a:pt x="196" y="214"/>
                    </a:lnTo>
                    <a:lnTo>
                      <a:pt x="197" y="214"/>
                    </a:lnTo>
                    <a:lnTo>
                      <a:pt x="198" y="214"/>
                    </a:lnTo>
                    <a:lnTo>
                      <a:pt x="199" y="214"/>
                    </a:lnTo>
                    <a:lnTo>
                      <a:pt x="200" y="215"/>
                    </a:lnTo>
                    <a:lnTo>
                      <a:pt x="201" y="215"/>
                    </a:lnTo>
                    <a:lnTo>
                      <a:pt x="201" y="216"/>
                    </a:lnTo>
                    <a:lnTo>
                      <a:pt x="202" y="216"/>
                    </a:lnTo>
                    <a:lnTo>
                      <a:pt x="202" y="217"/>
                    </a:lnTo>
                    <a:lnTo>
                      <a:pt x="203" y="218"/>
                    </a:lnTo>
                    <a:lnTo>
                      <a:pt x="204" y="219"/>
                    </a:lnTo>
                    <a:lnTo>
                      <a:pt x="204" y="220"/>
                    </a:lnTo>
                    <a:lnTo>
                      <a:pt x="205" y="221"/>
                    </a:lnTo>
                    <a:lnTo>
                      <a:pt x="206" y="222"/>
                    </a:lnTo>
                    <a:lnTo>
                      <a:pt x="206" y="223"/>
                    </a:lnTo>
                    <a:lnTo>
                      <a:pt x="207" y="223"/>
                    </a:lnTo>
                    <a:lnTo>
                      <a:pt x="207" y="224"/>
                    </a:lnTo>
                    <a:lnTo>
                      <a:pt x="207" y="225"/>
                    </a:lnTo>
                    <a:lnTo>
                      <a:pt x="208" y="225"/>
                    </a:lnTo>
                    <a:lnTo>
                      <a:pt x="208" y="226"/>
                    </a:lnTo>
                    <a:lnTo>
                      <a:pt x="209" y="226"/>
                    </a:lnTo>
                    <a:lnTo>
                      <a:pt x="209" y="227"/>
                    </a:lnTo>
                    <a:lnTo>
                      <a:pt x="210" y="228"/>
                    </a:lnTo>
                    <a:lnTo>
                      <a:pt x="211" y="229"/>
                    </a:lnTo>
                    <a:lnTo>
                      <a:pt x="212" y="230"/>
                    </a:lnTo>
                    <a:lnTo>
                      <a:pt x="213" y="230"/>
                    </a:lnTo>
                    <a:lnTo>
                      <a:pt x="214" y="230"/>
                    </a:lnTo>
                    <a:lnTo>
                      <a:pt x="215" y="230"/>
                    </a:lnTo>
                    <a:lnTo>
                      <a:pt x="216" y="230"/>
                    </a:lnTo>
                    <a:lnTo>
                      <a:pt x="217" y="229"/>
                    </a:lnTo>
                    <a:lnTo>
                      <a:pt x="217" y="228"/>
                    </a:lnTo>
                    <a:lnTo>
                      <a:pt x="218" y="228"/>
                    </a:lnTo>
                    <a:lnTo>
                      <a:pt x="218" y="227"/>
                    </a:lnTo>
                    <a:lnTo>
                      <a:pt x="219" y="227"/>
                    </a:lnTo>
                    <a:lnTo>
                      <a:pt x="219" y="226"/>
                    </a:lnTo>
                    <a:lnTo>
                      <a:pt x="220" y="226"/>
                    </a:lnTo>
                    <a:lnTo>
                      <a:pt x="220" y="225"/>
                    </a:lnTo>
                    <a:lnTo>
                      <a:pt x="220" y="224"/>
                    </a:lnTo>
                    <a:lnTo>
                      <a:pt x="221" y="223"/>
                    </a:lnTo>
                    <a:lnTo>
                      <a:pt x="222" y="222"/>
                    </a:lnTo>
                    <a:lnTo>
                      <a:pt x="222" y="221"/>
                    </a:lnTo>
                    <a:lnTo>
                      <a:pt x="223" y="220"/>
                    </a:lnTo>
                    <a:lnTo>
                      <a:pt x="223" y="219"/>
                    </a:lnTo>
                    <a:lnTo>
                      <a:pt x="224" y="218"/>
                    </a:lnTo>
                    <a:lnTo>
                      <a:pt x="224" y="217"/>
                    </a:lnTo>
                    <a:lnTo>
                      <a:pt x="225" y="217"/>
                    </a:lnTo>
                    <a:lnTo>
                      <a:pt x="225" y="216"/>
                    </a:lnTo>
                    <a:lnTo>
                      <a:pt x="225" y="215"/>
                    </a:lnTo>
                    <a:lnTo>
                      <a:pt x="226" y="215"/>
                    </a:lnTo>
                    <a:lnTo>
                      <a:pt x="226" y="214"/>
                    </a:lnTo>
                    <a:lnTo>
                      <a:pt x="227" y="213"/>
                    </a:lnTo>
                    <a:lnTo>
                      <a:pt x="228" y="212"/>
                    </a:lnTo>
                    <a:lnTo>
                      <a:pt x="229" y="211"/>
                    </a:lnTo>
                    <a:lnTo>
                      <a:pt x="230" y="211"/>
                    </a:lnTo>
                    <a:lnTo>
                      <a:pt x="231" y="211"/>
                    </a:lnTo>
                    <a:lnTo>
                      <a:pt x="232" y="211"/>
                    </a:lnTo>
                    <a:lnTo>
                      <a:pt x="232" y="212"/>
                    </a:lnTo>
                    <a:lnTo>
                      <a:pt x="233" y="212"/>
                    </a:lnTo>
                    <a:lnTo>
                      <a:pt x="233" y="213"/>
                    </a:lnTo>
                    <a:lnTo>
                      <a:pt x="234" y="213"/>
                    </a:lnTo>
                    <a:lnTo>
                      <a:pt x="234" y="214"/>
                    </a:lnTo>
                    <a:lnTo>
                      <a:pt x="235" y="215"/>
                    </a:lnTo>
                    <a:lnTo>
                      <a:pt x="235" y="216"/>
                    </a:lnTo>
                    <a:lnTo>
                      <a:pt x="236" y="216"/>
                    </a:lnTo>
                    <a:lnTo>
                      <a:pt x="236" y="217"/>
                    </a:lnTo>
                    <a:lnTo>
                      <a:pt x="236" y="218"/>
                    </a:lnTo>
                    <a:lnTo>
                      <a:pt x="237" y="219"/>
                    </a:lnTo>
                    <a:lnTo>
                      <a:pt x="237" y="220"/>
                    </a:lnTo>
                    <a:lnTo>
                      <a:pt x="238" y="221"/>
                    </a:lnTo>
                    <a:lnTo>
                      <a:pt x="238" y="222"/>
                    </a:lnTo>
                    <a:lnTo>
                      <a:pt x="238" y="224"/>
                    </a:lnTo>
                    <a:lnTo>
                      <a:pt x="239" y="225"/>
                    </a:lnTo>
                    <a:lnTo>
                      <a:pt x="239" y="226"/>
                    </a:lnTo>
                    <a:lnTo>
                      <a:pt x="240" y="227"/>
                    </a:lnTo>
                    <a:lnTo>
                      <a:pt x="240" y="228"/>
                    </a:lnTo>
                    <a:lnTo>
                      <a:pt x="241" y="229"/>
                    </a:lnTo>
                    <a:lnTo>
                      <a:pt x="241" y="231"/>
                    </a:lnTo>
                    <a:lnTo>
                      <a:pt x="241" y="232"/>
                    </a:lnTo>
                    <a:lnTo>
                      <a:pt x="242" y="233"/>
                    </a:lnTo>
                    <a:lnTo>
                      <a:pt x="242" y="234"/>
                    </a:lnTo>
                    <a:lnTo>
                      <a:pt x="243" y="235"/>
                    </a:lnTo>
                    <a:lnTo>
                      <a:pt x="243" y="236"/>
                    </a:lnTo>
                    <a:lnTo>
                      <a:pt x="244" y="237"/>
                    </a:lnTo>
                    <a:lnTo>
                      <a:pt x="244" y="238"/>
                    </a:lnTo>
                    <a:lnTo>
                      <a:pt x="245" y="239"/>
                    </a:lnTo>
                    <a:lnTo>
                      <a:pt x="246" y="240"/>
                    </a:lnTo>
                    <a:lnTo>
                      <a:pt x="247" y="241"/>
                    </a:lnTo>
                    <a:lnTo>
                      <a:pt x="247" y="240"/>
                    </a:lnTo>
                    <a:lnTo>
                      <a:pt x="248" y="240"/>
                    </a:lnTo>
                    <a:lnTo>
                      <a:pt x="249" y="239"/>
                    </a:lnTo>
                    <a:lnTo>
                      <a:pt x="249" y="238"/>
                    </a:lnTo>
                    <a:lnTo>
                      <a:pt x="250" y="237"/>
                    </a:lnTo>
                    <a:lnTo>
                      <a:pt x="250" y="236"/>
                    </a:lnTo>
                    <a:lnTo>
                      <a:pt x="251" y="234"/>
                    </a:lnTo>
                    <a:lnTo>
                      <a:pt x="251" y="233"/>
                    </a:lnTo>
                    <a:lnTo>
                      <a:pt x="252" y="231"/>
                    </a:lnTo>
                    <a:lnTo>
                      <a:pt x="252" y="229"/>
                    </a:lnTo>
                    <a:lnTo>
                      <a:pt x="252" y="227"/>
                    </a:lnTo>
                    <a:lnTo>
                      <a:pt x="253" y="225"/>
                    </a:lnTo>
                    <a:lnTo>
                      <a:pt x="253" y="223"/>
                    </a:lnTo>
                    <a:lnTo>
                      <a:pt x="254" y="220"/>
                    </a:lnTo>
                    <a:lnTo>
                      <a:pt x="254" y="217"/>
                    </a:lnTo>
                    <a:lnTo>
                      <a:pt x="254" y="214"/>
                    </a:lnTo>
                    <a:lnTo>
                      <a:pt x="255" y="211"/>
                    </a:lnTo>
                    <a:lnTo>
                      <a:pt x="255" y="208"/>
                    </a:lnTo>
                    <a:lnTo>
                      <a:pt x="256" y="205"/>
                    </a:lnTo>
                    <a:lnTo>
                      <a:pt x="256" y="201"/>
                    </a:lnTo>
                    <a:lnTo>
                      <a:pt x="257" y="197"/>
                    </a:lnTo>
                    <a:lnTo>
                      <a:pt x="257" y="193"/>
                    </a:lnTo>
                    <a:lnTo>
                      <a:pt x="257" y="189"/>
                    </a:lnTo>
                    <a:lnTo>
                      <a:pt x="258" y="185"/>
                    </a:lnTo>
                    <a:lnTo>
                      <a:pt x="258" y="181"/>
                    </a:lnTo>
                    <a:lnTo>
                      <a:pt x="259" y="176"/>
                    </a:lnTo>
                    <a:lnTo>
                      <a:pt x="259" y="172"/>
                    </a:lnTo>
                    <a:lnTo>
                      <a:pt x="259" y="167"/>
                    </a:lnTo>
                    <a:lnTo>
                      <a:pt x="260" y="162"/>
                    </a:lnTo>
                    <a:lnTo>
                      <a:pt x="260" y="158"/>
                    </a:lnTo>
                    <a:lnTo>
                      <a:pt x="261" y="153"/>
                    </a:lnTo>
                    <a:lnTo>
                      <a:pt x="261" y="148"/>
                    </a:lnTo>
                    <a:lnTo>
                      <a:pt x="262" y="143"/>
                    </a:lnTo>
                    <a:lnTo>
                      <a:pt x="262" y="138"/>
                    </a:lnTo>
                    <a:lnTo>
                      <a:pt x="262" y="132"/>
                    </a:lnTo>
                    <a:lnTo>
                      <a:pt x="263" y="127"/>
                    </a:lnTo>
                    <a:lnTo>
                      <a:pt x="263" y="122"/>
                    </a:lnTo>
                    <a:lnTo>
                      <a:pt x="264" y="117"/>
                    </a:lnTo>
                    <a:lnTo>
                      <a:pt x="264" y="112"/>
                    </a:lnTo>
                    <a:lnTo>
                      <a:pt x="265" y="107"/>
                    </a:lnTo>
                    <a:lnTo>
                      <a:pt x="265" y="102"/>
                    </a:lnTo>
                    <a:lnTo>
                      <a:pt x="265" y="97"/>
                    </a:lnTo>
                    <a:lnTo>
                      <a:pt x="266" y="92"/>
                    </a:lnTo>
                    <a:lnTo>
                      <a:pt x="266" y="87"/>
                    </a:lnTo>
                    <a:lnTo>
                      <a:pt x="267" y="82"/>
                    </a:lnTo>
                    <a:lnTo>
                      <a:pt x="267" y="77"/>
                    </a:lnTo>
                    <a:lnTo>
                      <a:pt x="267" y="72"/>
                    </a:lnTo>
                    <a:lnTo>
                      <a:pt x="268" y="68"/>
                    </a:lnTo>
                    <a:lnTo>
                      <a:pt x="268" y="63"/>
                    </a:lnTo>
                    <a:lnTo>
                      <a:pt x="269" y="59"/>
                    </a:lnTo>
                    <a:lnTo>
                      <a:pt x="269" y="54"/>
                    </a:lnTo>
                    <a:lnTo>
                      <a:pt x="270" y="50"/>
                    </a:lnTo>
                    <a:lnTo>
                      <a:pt x="270" y="46"/>
                    </a:lnTo>
                    <a:lnTo>
                      <a:pt x="270" y="42"/>
                    </a:lnTo>
                    <a:lnTo>
                      <a:pt x="271" y="39"/>
                    </a:lnTo>
                    <a:lnTo>
                      <a:pt x="271" y="35"/>
                    </a:lnTo>
                    <a:lnTo>
                      <a:pt x="272" y="32"/>
                    </a:lnTo>
                    <a:lnTo>
                      <a:pt x="272" y="29"/>
                    </a:lnTo>
                    <a:lnTo>
                      <a:pt x="273" y="25"/>
                    </a:lnTo>
                    <a:lnTo>
                      <a:pt x="273" y="23"/>
                    </a:lnTo>
                    <a:lnTo>
                      <a:pt x="273" y="20"/>
                    </a:lnTo>
                    <a:lnTo>
                      <a:pt x="274" y="17"/>
                    </a:lnTo>
                    <a:lnTo>
                      <a:pt x="274" y="15"/>
                    </a:lnTo>
                    <a:lnTo>
                      <a:pt x="275" y="13"/>
                    </a:lnTo>
                    <a:lnTo>
                      <a:pt x="275" y="11"/>
                    </a:lnTo>
                    <a:lnTo>
                      <a:pt x="275" y="9"/>
                    </a:lnTo>
                    <a:lnTo>
                      <a:pt x="276" y="8"/>
                    </a:lnTo>
                    <a:lnTo>
                      <a:pt x="276" y="6"/>
                    </a:lnTo>
                    <a:lnTo>
                      <a:pt x="277" y="5"/>
                    </a:lnTo>
                    <a:lnTo>
                      <a:pt x="277" y="4"/>
                    </a:lnTo>
                    <a:lnTo>
                      <a:pt x="278" y="3"/>
                    </a:lnTo>
                    <a:lnTo>
                      <a:pt x="278" y="2"/>
                    </a:lnTo>
                    <a:lnTo>
                      <a:pt x="278" y="1"/>
                    </a:lnTo>
                    <a:lnTo>
                      <a:pt x="279" y="1"/>
                    </a:lnTo>
                    <a:lnTo>
                      <a:pt x="280" y="1"/>
                    </a:lnTo>
                    <a:lnTo>
                      <a:pt x="281" y="1"/>
                    </a:lnTo>
                    <a:lnTo>
                      <a:pt x="282" y="2"/>
                    </a:lnTo>
                    <a:lnTo>
                      <a:pt x="283" y="3"/>
                    </a:lnTo>
                    <a:lnTo>
                      <a:pt x="283" y="4"/>
                    </a:lnTo>
                    <a:lnTo>
                      <a:pt x="283" y="5"/>
                    </a:lnTo>
                    <a:lnTo>
                      <a:pt x="284" y="5"/>
                    </a:lnTo>
                    <a:lnTo>
                      <a:pt x="284" y="6"/>
                    </a:lnTo>
                    <a:lnTo>
                      <a:pt x="285" y="7"/>
                    </a:lnTo>
                    <a:lnTo>
                      <a:pt x="285" y="9"/>
                    </a:lnTo>
                    <a:lnTo>
                      <a:pt x="286" y="10"/>
                    </a:lnTo>
                    <a:lnTo>
                      <a:pt x="286" y="11"/>
                    </a:lnTo>
                    <a:lnTo>
                      <a:pt x="286" y="12"/>
                    </a:lnTo>
                    <a:lnTo>
                      <a:pt x="287" y="13"/>
                    </a:lnTo>
                    <a:lnTo>
                      <a:pt x="287" y="14"/>
                    </a:lnTo>
                    <a:lnTo>
                      <a:pt x="288" y="15"/>
                    </a:lnTo>
                    <a:lnTo>
                      <a:pt x="288" y="17"/>
                    </a:lnTo>
                    <a:lnTo>
                      <a:pt x="288" y="18"/>
                    </a:lnTo>
                    <a:lnTo>
                      <a:pt x="289" y="19"/>
                    </a:lnTo>
                    <a:lnTo>
                      <a:pt x="289" y="20"/>
                    </a:lnTo>
                    <a:lnTo>
                      <a:pt x="290" y="21"/>
                    </a:lnTo>
                    <a:lnTo>
                      <a:pt x="290" y="22"/>
                    </a:lnTo>
                    <a:lnTo>
                      <a:pt x="291" y="23"/>
                    </a:lnTo>
                    <a:lnTo>
                      <a:pt x="291" y="24"/>
                    </a:lnTo>
                    <a:lnTo>
                      <a:pt x="291" y="25"/>
                    </a:lnTo>
                    <a:lnTo>
                      <a:pt x="292" y="26"/>
                    </a:lnTo>
                    <a:lnTo>
                      <a:pt x="292" y="27"/>
                    </a:lnTo>
                    <a:lnTo>
                      <a:pt x="293" y="27"/>
                    </a:lnTo>
                    <a:lnTo>
                      <a:pt x="293" y="28"/>
                    </a:lnTo>
                    <a:lnTo>
                      <a:pt x="294" y="28"/>
                    </a:lnTo>
                    <a:lnTo>
                      <a:pt x="294" y="29"/>
                    </a:lnTo>
                    <a:lnTo>
                      <a:pt x="295" y="30"/>
                    </a:lnTo>
                    <a:lnTo>
                      <a:pt x="296" y="30"/>
                    </a:lnTo>
                    <a:lnTo>
                      <a:pt x="297" y="30"/>
                    </a:lnTo>
                    <a:lnTo>
                      <a:pt x="298" y="30"/>
                    </a:lnTo>
                    <a:lnTo>
                      <a:pt x="299" y="29"/>
                    </a:lnTo>
                    <a:lnTo>
                      <a:pt x="299" y="28"/>
                    </a:lnTo>
                    <a:lnTo>
                      <a:pt x="300" y="28"/>
                    </a:lnTo>
                    <a:lnTo>
                      <a:pt x="300" y="27"/>
                    </a:lnTo>
                    <a:lnTo>
                      <a:pt x="301" y="27"/>
                    </a:lnTo>
                    <a:lnTo>
                      <a:pt x="301" y="26"/>
                    </a:lnTo>
                    <a:lnTo>
                      <a:pt x="302" y="25"/>
                    </a:lnTo>
                    <a:lnTo>
                      <a:pt x="302" y="24"/>
                    </a:lnTo>
                    <a:lnTo>
                      <a:pt x="303" y="23"/>
                    </a:lnTo>
                    <a:lnTo>
                      <a:pt x="304" y="22"/>
                    </a:lnTo>
                    <a:lnTo>
                      <a:pt x="304" y="21"/>
                    </a:lnTo>
                    <a:lnTo>
                      <a:pt x="304" y="20"/>
                    </a:lnTo>
                    <a:lnTo>
                      <a:pt x="305" y="20"/>
                    </a:lnTo>
                    <a:lnTo>
                      <a:pt x="305" y="19"/>
                    </a:lnTo>
                    <a:lnTo>
                      <a:pt x="306" y="18"/>
                    </a:lnTo>
                    <a:lnTo>
                      <a:pt x="306" y="17"/>
                    </a:lnTo>
                    <a:lnTo>
                      <a:pt x="307" y="17"/>
                    </a:lnTo>
                    <a:lnTo>
                      <a:pt x="307" y="16"/>
                    </a:lnTo>
                    <a:lnTo>
                      <a:pt x="307" y="15"/>
                    </a:lnTo>
                    <a:lnTo>
                      <a:pt x="308" y="15"/>
                    </a:lnTo>
                    <a:lnTo>
                      <a:pt x="308" y="14"/>
                    </a:lnTo>
                    <a:lnTo>
                      <a:pt x="309" y="13"/>
                    </a:lnTo>
                    <a:lnTo>
                      <a:pt x="309" y="12"/>
                    </a:lnTo>
                    <a:lnTo>
                      <a:pt x="310" y="12"/>
                    </a:lnTo>
                    <a:lnTo>
                      <a:pt x="311" y="11"/>
                    </a:lnTo>
                    <a:lnTo>
                      <a:pt x="312" y="11"/>
                    </a:lnTo>
                    <a:lnTo>
                      <a:pt x="313" y="11"/>
                    </a:lnTo>
                    <a:lnTo>
                      <a:pt x="314" y="11"/>
                    </a:lnTo>
                    <a:lnTo>
                      <a:pt x="315" y="11"/>
                    </a:lnTo>
                    <a:lnTo>
                      <a:pt x="315" y="12"/>
                    </a:lnTo>
                    <a:lnTo>
                      <a:pt x="316" y="12"/>
                    </a:lnTo>
                    <a:lnTo>
                      <a:pt x="317" y="13"/>
                    </a:lnTo>
                    <a:lnTo>
                      <a:pt x="317" y="14"/>
                    </a:lnTo>
                    <a:lnTo>
                      <a:pt x="318" y="14"/>
                    </a:lnTo>
                    <a:lnTo>
                      <a:pt x="318" y="15"/>
                    </a:lnTo>
                    <a:lnTo>
                      <a:pt x="319" y="15"/>
                    </a:lnTo>
                    <a:lnTo>
                      <a:pt x="319" y="16"/>
                    </a:lnTo>
                    <a:lnTo>
                      <a:pt x="320" y="17"/>
                    </a:lnTo>
                    <a:lnTo>
                      <a:pt x="320" y="18"/>
                    </a:lnTo>
                    <a:lnTo>
                      <a:pt x="321" y="18"/>
                    </a:lnTo>
                    <a:lnTo>
                      <a:pt x="321" y="19"/>
                    </a:lnTo>
                    <a:lnTo>
                      <a:pt x="322" y="20"/>
                    </a:lnTo>
                    <a:lnTo>
                      <a:pt x="322" y="21"/>
                    </a:lnTo>
                    <a:lnTo>
                      <a:pt x="323" y="22"/>
                    </a:lnTo>
                    <a:lnTo>
                      <a:pt x="324" y="23"/>
                    </a:lnTo>
                    <a:lnTo>
                      <a:pt x="325" y="24"/>
                    </a:lnTo>
                    <a:lnTo>
                      <a:pt x="325" y="25"/>
                    </a:lnTo>
                    <a:lnTo>
                      <a:pt x="326" y="25"/>
                    </a:lnTo>
                    <a:lnTo>
                      <a:pt x="326" y="26"/>
                    </a:lnTo>
                    <a:lnTo>
                      <a:pt x="327" y="26"/>
                    </a:lnTo>
                    <a:lnTo>
                      <a:pt x="328" y="27"/>
                    </a:lnTo>
                    <a:lnTo>
                      <a:pt x="329" y="27"/>
                    </a:lnTo>
                    <a:lnTo>
                      <a:pt x="330" y="27"/>
                    </a:lnTo>
                    <a:lnTo>
                      <a:pt x="331" y="27"/>
                    </a:lnTo>
                    <a:lnTo>
                      <a:pt x="332" y="26"/>
                    </a:lnTo>
                    <a:lnTo>
                      <a:pt x="333" y="26"/>
                    </a:lnTo>
                    <a:lnTo>
                      <a:pt x="333" y="25"/>
                    </a:lnTo>
                    <a:lnTo>
                      <a:pt x="334" y="24"/>
                    </a:lnTo>
                    <a:lnTo>
                      <a:pt x="335" y="23"/>
                    </a:lnTo>
                    <a:lnTo>
                      <a:pt x="336" y="22"/>
                    </a:lnTo>
                    <a:lnTo>
                      <a:pt x="336" y="21"/>
                    </a:lnTo>
                    <a:lnTo>
                      <a:pt x="337" y="20"/>
                    </a:lnTo>
                    <a:lnTo>
                      <a:pt x="338" y="19"/>
                    </a:lnTo>
                    <a:lnTo>
                      <a:pt x="338" y="18"/>
                    </a:lnTo>
                    <a:lnTo>
                      <a:pt x="339" y="17"/>
                    </a:lnTo>
                    <a:lnTo>
                      <a:pt x="339" y="16"/>
                    </a:lnTo>
                    <a:lnTo>
                      <a:pt x="340" y="16"/>
                    </a:lnTo>
                    <a:lnTo>
                      <a:pt x="340" y="15"/>
                    </a:lnTo>
                    <a:lnTo>
                      <a:pt x="341" y="15"/>
                    </a:lnTo>
                    <a:lnTo>
                      <a:pt x="341" y="14"/>
                    </a:lnTo>
                    <a:lnTo>
                      <a:pt x="342" y="13"/>
                    </a:lnTo>
                    <a:lnTo>
                      <a:pt x="343" y="12"/>
                    </a:lnTo>
                    <a:lnTo>
                      <a:pt x="343" y="11"/>
                    </a:lnTo>
                    <a:lnTo>
                      <a:pt x="344" y="11"/>
                    </a:lnTo>
                    <a:lnTo>
                      <a:pt x="345" y="11"/>
                    </a:lnTo>
                    <a:lnTo>
                      <a:pt x="346" y="11"/>
                    </a:lnTo>
                    <a:lnTo>
                      <a:pt x="347" y="11"/>
                    </a:lnTo>
                    <a:lnTo>
                      <a:pt x="348" y="11"/>
                    </a:lnTo>
                    <a:lnTo>
                      <a:pt x="349" y="12"/>
                    </a:lnTo>
                    <a:lnTo>
                      <a:pt x="349" y="13"/>
                    </a:lnTo>
                    <a:lnTo>
                      <a:pt x="350" y="13"/>
                    </a:lnTo>
                    <a:lnTo>
                      <a:pt x="350" y="14"/>
                    </a:lnTo>
                    <a:lnTo>
                      <a:pt x="351" y="14"/>
                    </a:lnTo>
                    <a:lnTo>
                      <a:pt x="351" y="15"/>
                    </a:lnTo>
                    <a:lnTo>
                      <a:pt x="352" y="16"/>
                    </a:lnTo>
                    <a:lnTo>
                      <a:pt x="352" y="17"/>
                    </a:lnTo>
                    <a:lnTo>
                      <a:pt x="353" y="17"/>
                    </a:lnTo>
                    <a:lnTo>
                      <a:pt x="353" y="18"/>
                    </a:lnTo>
                    <a:lnTo>
                      <a:pt x="354" y="19"/>
                    </a:lnTo>
                    <a:lnTo>
                      <a:pt x="354" y="20"/>
                    </a:lnTo>
                    <a:lnTo>
                      <a:pt x="355" y="21"/>
                    </a:lnTo>
                    <a:lnTo>
                      <a:pt x="355" y="22"/>
                    </a:lnTo>
                    <a:lnTo>
                      <a:pt x="356" y="23"/>
                    </a:lnTo>
                    <a:lnTo>
                      <a:pt x="356" y="24"/>
                    </a:lnTo>
                    <a:lnTo>
                      <a:pt x="357" y="24"/>
                    </a:lnTo>
                    <a:lnTo>
                      <a:pt x="357" y="25"/>
                    </a:lnTo>
                    <a:lnTo>
                      <a:pt x="357" y="26"/>
                    </a:lnTo>
                    <a:lnTo>
                      <a:pt x="358" y="26"/>
                    </a:lnTo>
                    <a:lnTo>
                      <a:pt x="358" y="27"/>
                    </a:lnTo>
                    <a:lnTo>
                      <a:pt x="359" y="27"/>
                    </a:lnTo>
                    <a:lnTo>
                      <a:pt x="359" y="28"/>
                    </a:lnTo>
                    <a:lnTo>
                      <a:pt x="360" y="29"/>
                    </a:lnTo>
                    <a:lnTo>
                      <a:pt x="361" y="30"/>
                    </a:lnTo>
                    <a:lnTo>
                      <a:pt x="362" y="30"/>
                    </a:lnTo>
                    <a:lnTo>
                      <a:pt x="363" y="30"/>
                    </a:lnTo>
                    <a:lnTo>
                      <a:pt x="364" y="30"/>
                    </a:lnTo>
                    <a:lnTo>
                      <a:pt x="364" y="29"/>
                    </a:lnTo>
                    <a:lnTo>
                      <a:pt x="365" y="29"/>
                    </a:lnTo>
                    <a:lnTo>
                      <a:pt x="365" y="28"/>
                    </a:lnTo>
                    <a:lnTo>
                      <a:pt x="366" y="28"/>
                    </a:lnTo>
                    <a:lnTo>
                      <a:pt x="366" y="27"/>
                    </a:lnTo>
                    <a:lnTo>
                      <a:pt x="367" y="26"/>
                    </a:lnTo>
                    <a:lnTo>
                      <a:pt x="367" y="25"/>
                    </a:lnTo>
                    <a:lnTo>
                      <a:pt x="368" y="24"/>
                    </a:lnTo>
                    <a:lnTo>
                      <a:pt x="368" y="23"/>
                    </a:lnTo>
                    <a:lnTo>
                      <a:pt x="369" y="22"/>
                    </a:lnTo>
                    <a:lnTo>
                      <a:pt x="369" y="21"/>
                    </a:lnTo>
                    <a:lnTo>
                      <a:pt x="370" y="20"/>
                    </a:lnTo>
                    <a:lnTo>
                      <a:pt x="370" y="19"/>
                    </a:lnTo>
                    <a:lnTo>
                      <a:pt x="370" y="18"/>
                    </a:lnTo>
                    <a:lnTo>
                      <a:pt x="371" y="16"/>
                    </a:lnTo>
                    <a:lnTo>
                      <a:pt x="371" y="15"/>
                    </a:lnTo>
                    <a:lnTo>
                      <a:pt x="372" y="14"/>
                    </a:lnTo>
                    <a:lnTo>
                      <a:pt x="372" y="13"/>
                    </a:lnTo>
                    <a:lnTo>
                      <a:pt x="372" y="12"/>
                    </a:lnTo>
                    <a:lnTo>
                      <a:pt x="373" y="11"/>
                    </a:lnTo>
                    <a:lnTo>
                      <a:pt x="373" y="9"/>
                    </a:lnTo>
                    <a:lnTo>
                      <a:pt x="374" y="8"/>
                    </a:lnTo>
                    <a:lnTo>
                      <a:pt x="374" y="7"/>
                    </a:lnTo>
                    <a:lnTo>
                      <a:pt x="375" y="6"/>
                    </a:lnTo>
                    <a:lnTo>
                      <a:pt x="375" y="5"/>
                    </a:lnTo>
                    <a:lnTo>
                      <a:pt x="375" y="4"/>
                    </a:lnTo>
                    <a:lnTo>
                      <a:pt x="376" y="4"/>
                    </a:lnTo>
                    <a:lnTo>
                      <a:pt x="376" y="3"/>
                    </a:lnTo>
                    <a:lnTo>
                      <a:pt x="377" y="2"/>
                    </a:lnTo>
                    <a:lnTo>
                      <a:pt x="378" y="1"/>
                    </a:lnTo>
                    <a:lnTo>
                      <a:pt x="379" y="1"/>
                    </a:lnTo>
                    <a:lnTo>
                      <a:pt x="380" y="1"/>
                    </a:lnTo>
                    <a:lnTo>
                      <a:pt x="380" y="2"/>
                    </a:lnTo>
                    <a:lnTo>
                      <a:pt x="381" y="2"/>
                    </a:lnTo>
                    <a:lnTo>
                      <a:pt x="381" y="3"/>
                    </a:lnTo>
                    <a:lnTo>
                      <a:pt x="382" y="4"/>
                    </a:lnTo>
                    <a:lnTo>
                      <a:pt x="382" y="5"/>
                    </a:lnTo>
                    <a:lnTo>
                      <a:pt x="383" y="6"/>
                    </a:lnTo>
                    <a:lnTo>
                      <a:pt x="383" y="8"/>
                    </a:lnTo>
                    <a:lnTo>
                      <a:pt x="383" y="9"/>
                    </a:lnTo>
                    <a:lnTo>
                      <a:pt x="384" y="11"/>
                    </a:lnTo>
                    <a:lnTo>
                      <a:pt x="384" y="13"/>
                    </a:lnTo>
                    <a:lnTo>
                      <a:pt x="385" y="16"/>
                    </a:lnTo>
                    <a:lnTo>
                      <a:pt x="385" y="18"/>
                    </a:lnTo>
                    <a:lnTo>
                      <a:pt x="385" y="20"/>
                    </a:lnTo>
                    <a:lnTo>
                      <a:pt x="386" y="23"/>
                    </a:lnTo>
                    <a:lnTo>
                      <a:pt x="386" y="26"/>
                    </a:lnTo>
                    <a:lnTo>
                      <a:pt x="387" y="29"/>
                    </a:lnTo>
                    <a:lnTo>
                      <a:pt x="387" y="32"/>
                    </a:lnTo>
                    <a:lnTo>
                      <a:pt x="388" y="36"/>
                    </a:lnTo>
                    <a:lnTo>
                      <a:pt x="388" y="39"/>
                    </a:lnTo>
                    <a:lnTo>
                      <a:pt x="388" y="43"/>
                    </a:lnTo>
                    <a:lnTo>
                      <a:pt x="389" y="47"/>
                    </a:lnTo>
                    <a:lnTo>
                      <a:pt x="389" y="51"/>
                    </a:lnTo>
                    <a:lnTo>
                      <a:pt x="390" y="55"/>
                    </a:lnTo>
                    <a:lnTo>
                      <a:pt x="390" y="60"/>
                    </a:lnTo>
                    <a:lnTo>
                      <a:pt x="391" y="64"/>
                    </a:lnTo>
                    <a:lnTo>
                      <a:pt x="391" y="68"/>
                    </a:lnTo>
                    <a:lnTo>
                      <a:pt x="391" y="73"/>
                    </a:lnTo>
                    <a:lnTo>
                      <a:pt x="392" y="78"/>
                    </a:lnTo>
                    <a:lnTo>
                      <a:pt x="392" y="83"/>
                    </a:lnTo>
                    <a:lnTo>
                      <a:pt x="393" y="88"/>
                    </a:lnTo>
                    <a:lnTo>
                      <a:pt x="393" y="93"/>
                    </a:lnTo>
                    <a:lnTo>
                      <a:pt x="393" y="98"/>
                    </a:lnTo>
                    <a:lnTo>
                      <a:pt x="394" y="103"/>
                    </a:lnTo>
                    <a:lnTo>
                      <a:pt x="394" y="108"/>
                    </a:lnTo>
                    <a:lnTo>
                      <a:pt x="395" y="113"/>
                    </a:lnTo>
                    <a:lnTo>
                      <a:pt x="395" y="118"/>
                    </a:lnTo>
                    <a:lnTo>
                      <a:pt x="396" y="123"/>
                    </a:lnTo>
                    <a:lnTo>
                      <a:pt x="396" y="128"/>
                    </a:lnTo>
                    <a:lnTo>
                      <a:pt x="396" y="133"/>
                    </a:lnTo>
                    <a:lnTo>
                      <a:pt x="397" y="139"/>
                    </a:lnTo>
                    <a:lnTo>
                      <a:pt x="397" y="144"/>
                    </a:lnTo>
                    <a:lnTo>
                      <a:pt x="398" y="149"/>
                    </a:lnTo>
                    <a:lnTo>
                      <a:pt x="398" y="154"/>
                    </a:lnTo>
                    <a:lnTo>
                      <a:pt x="399" y="159"/>
                    </a:lnTo>
                    <a:lnTo>
                      <a:pt x="399" y="163"/>
                    </a:lnTo>
                    <a:lnTo>
                      <a:pt x="399" y="168"/>
                    </a:lnTo>
                    <a:lnTo>
                      <a:pt x="400" y="173"/>
                    </a:lnTo>
                    <a:lnTo>
                      <a:pt x="400" y="177"/>
                    </a:lnTo>
                    <a:lnTo>
                      <a:pt x="401" y="182"/>
                    </a:lnTo>
                    <a:lnTo>
                      <a:pt x="401" y="186"/>
                    </a:lnTo>
                    <a:lnTo>
                      <a:pt x="401" y="190"/>
                    </a:lnTo>
                    <a:lnTo>
                      <a:pt x="402" y="194"/>
                    </a:lnTo>
                    <a:lnTo>
                      <a:pt x="402" y="198"/>
                    </a:lnTo>
                    <a:lnTo>
                      <a:pt x="403" y="202"/>
                    </a:lnTo>
                    <a:lnTo>
                      <a:pt x="403" y="205"/>
                    </a:lnTo>
                    <a:lnTo>
                      <a:pt x="404" y="209"/>
                    </a:lnTo>
                    <a:lnTo>
                      <a:pt x="404" y="212"/>
                    </a:lnTo>
                    <a:lnTo>
                      <a:pt x="404" y="215"/>
                    </a:lnTo>
                    <a:lnTo>
                      <a:pt x="405" y="218"/>
                    </a:lnTo>
                    <a:lnTo>
                      <a:pt x="405" y="221"/>
                    </a:lnTo>
                    <a:lnTo>
                      <a:pt x="406" y="223"/>
                    </a:lnTo>
                    <a:lnTo>
                      <a:pt x="406" y="226"/>
                    </a:lnTo>
                    <a:lnTo>
                      <a:pt x="406" y="228"/>
                    </a:lnTo>
                    <a:lnTo>
                      <a:pt x="407" y="230"/>
                    </a:lnTo>
                    <a:lnTo>
                      <a:pt x="407" y="232"/>
                    </a:lnTo>
                    <a:lnTo>
                      <a:pt x="408" y="233"/>
                    </a:lnTo>
                    <a:lnTo>
                      <a:pt x="408" y="235"/>
                    </a:lnTo>
                    <a:lnTo>
                      <a:pt x="409" y="236"/>
                    </a:lnTo>
                    <a:lnTo>
                      <a:pt x="409" y="237"/>
                    </a:lnTo>
                    <a:lnTo>
                      <a:pt x="409" y="238"/>
                    </a:lnTo>
                    <a:lnTo>
                      <a:pt x="410" y="239"/>
                    </a:lnTo>
                    <a:lnTo>
                      <a:pt x="410" y="240"/>
                    </a:lnTo>
                    <a:lnTo>
                      <a:pt x="411" y="240"/>
                    </a:lnTo>
                    <a:lnTo>
                      <a:pt x="412" y="240"/>
                    </a:lnTo>
                    <a:lnTo>
                      <a:pt x="413" y="240"/>
                    </a:lnTo>
                    <a:lnTo>
                      <a:pt x="414" y="239"/>
                    </a:lnTo>
                    <a:lnTo>
                      <a:pt x="414" y="238"/>
                    </a:lnTo>
                    <a:lnTo>
                      <a:pt x="415" y="237"/>
                    </a:lnTo>
                    <a:lnTo>
                      <a:pt x="416" y="236"/>
                    </a:lnTo>
                    <a:lnTo>
                      <a:pt x="416" y="235"/>
                    </a:lnTo>
                    <a:lnTo>
                      <a:pt x="417" y="234"/>
                    </a:lnTo>
                    <a:lnTo>
                      <a:pt x="417" y="233"/>
                    </a:lnTo>
                    <a:lnTo>
                      <a:pt x="417" y="232"/>
                    </a:lnTo>
                    <a:lnTo>
                      <a:pt x="418" y="230"/>
                    </a:lnTo>
                    <a:lnTo>
                      <a:pt x="418" y="229"/>
                    </a:lnTo>
                    <a:lnTo>
                      <a:pt x="419" y="228"/>
                    </a:lnTo>
                    <a:lnTo>
                      <a:pt x="419" y="227"/>
                    </a:lnTo>
                    <a:lnTo>
                      <a:pt x="420" y="226"/>
                    </a:lnTo>
                  </a:path>
                </a:pathLst>
              </a:custGeom>
              <a:noFill/>
              <a:ln w="39688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80947" name="Rectangle 84">
                <a:extLst>
                  <a:ext uri="{FF2B5EF4-FFF2-40B4-BE49-F238E27FC236}">
                    <a16:creationId xmlns:a16="http://schemas.microsoft.com/office/drawing/2014/main" id="{B4B95F61-F291-4975-B2F9-425BD8163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3748"/>
                <a:ext cx="43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q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01" name="Line 86">
              <a:extLst>
                <a:ext uri="{FF2B5EF4-FFF2-40B4-BE49-F238E27FC236}">
                  <a16:creationId xmlns:a16="http://schemas.microsoft.com/office/drawing/2014/main" id="{B74C7A80-B87C-4E8D-8AB5-000639E07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304"/>
              <a:ext cx="4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Box 4">
            <a:extLst>
              <a:ext uri="{FF2B5EF4-FFF2-40B4-BE49-F238E27FC236}">
                <a16:creationId xmlns:a16="http://schemas.microsoft.com/office/drawing/2014/main" id="{951DE0F7-172B-4348-98CB-7C8D78B05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6" y="388939"/>
            <a:ext cx="34083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8000"/>
                </a:solidFill>
                <a:ea typeface="宋体" panose="02010600030101010101" pitchFamily="2" charset="-122"/>
              </a:rPr>
              <a:t>Even Functions</a:t>
            </a:r>
          </a:p>
        </p:txBody>
      </p:sp>
      <p:sp>
        <p:nvSpPr>
          <p:cNvPr id="37893" name="Rectangle 6">
            <a:extLst>
              <a:ext uri="{FF2B5EF4-FFF2-40B4-BE49-F238E27FC236}">
                <a16:creationId xmlns:a16="http://schemas.microsoft.com/office/drawing/2014/main" id="{488C4FBA-799E-402B-97A5-BEEA4340B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8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7890" name="Object 5">
            <a:extLst>
              <a:ext uri="{FF2B5EF4-FFF2-40B4-BE49-F238E27FC236}">
                <a16:creationId xmlns:a16="http://schemas.microsoft.com/office/drawing/2014/main" id="{86EE4543-B10E-4DBB-A9A9-311C4CC3A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8838" y="1243013"/>
          <a:ext cx="5040312" cy="337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22204" imgH="1889516" progId="Visio.Drawing.11">
                  <p:embed/>
                </p:oleObj>
              </mc:Choice>
              <mc:Fallback>
                <p:oleObj name="Visio" r:id="rId2" imgW="2822204" imgH="1889516" progId="Visio.Drawing.11">
                  <p:embed/>
                  <p:pic>
                    <p:nvPicPr>
                      <p:cNvPr id="37890" name="Object 5">
                        <a:extLst>
                          <a:ext uri="{FF2B5EF4-FFF2-40B4-BE49-F238E27FC236}">
                            <a16:creationId xmlns:a16="http://schemas.microsoft.com/office/drawing/2014/main" id="{86EE4543-B10E-4DBB-A9A9-311C4CC3A2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1243013"/>
                        <a:ext cx="5040312" cy="337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Text Box 7">
            <a:extLst>
              <a:ext uri="{FF2B5EF4-FFF2-40B4-BE49-F238E27FC236}">
                <a16:creationId xmlns:a16="http://schemas.microsoft.com/office/drawing/2014/main" id="{4DBBA7C8-6AC0-4207-9259-9C4B36FED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263" y="449264"/>
            <a:ext cx="3052762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宋体" panose="02010600030101010101" pitchFamily="2" charset="-122"/>
              </a:rPr>
              <a:t>The value of the function would be the same when we walk equal distances along the X-axis in opposite directions.</a:t>
            </a:r>
          </a:p>
        </p:txBody>
      </p:sp>
      <p:sp>
        <p:nvSpPr>
          <p:cNvPr id="37895" name="Rectangle 9">
            <a:extLst>
              <a:ext uri="{FF2B5EF4-FFF2-40B4-BE49-F238E27FC236}">
                <a16:creationId xmlns:a16="http://schemas.microsoft.com/office/drawing/2014/main" id="{9FE5C5CC-199E-4F03-8D96-D7EE119FC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EFFA11E9-FC23-48C7-A7FC-63FD75B4C3B8}"/>
              </a:ext>
            </a:extLst>
          </p:cNvPr>
          <p:cNvGrpSpPr>
            <a:grpSpLocks/>
          </p:cNvGrpSpPr>
          <p:nvPr/>
        </p:nvGrpSpPr>
        <p:grpSpPr bwMode="auto">
          <a:xfrm>
            <a:off x="2325688" y="4492626"/>
            <a:ext cx="5645151" cy="1258888"/>
            <a:chOff x="505" y="2830"/>
            <a:chExt cx="3556" cy="793"/>
          </a:xfrm>
        </p:grpSpPr>
        <p:graphicFrame>
          <p:nvGraphicFramePr>
            <p:cNvPr id="37891" name="Object 8">
              <a:extLst>
                <a:ext uri="{FF2B5EF4-FFF2-40B4-BE49-F238E27FC236}">
                  <a16:creationId xmlns:a16="http://schemas.microsoft.com/office/drawing/2014/main" id="{1FDC4A04-97C5-4F3A-9B31-18168B189B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4956116"/>
                </p:ext>
              </p:extLst>
            </p:nvPr>
          </p:nvGraphicFramePr>
          <p:xfrm>
            <a:off x="505" y="3173"/>
            <a:ext cx="1693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39600" imgH="253800" progId="Equation.DSMT4">
                    <p:embed/>
                  </p:oleObj>
                </mc:Choice>
                <mc:Fallback>
                  <p:oleObj name="Equation" r:id="rId4" imgW="939600" imgH="253800" progId="Equation.DSMT4">
                    <p:embed/>
                    <p:pic>
                      <p:nvPicPr>
                        <p:cNvPr id="37891" name="Object 8">
                          <a:extLst>
                            <a:ext uri="{FF2B5EF4-FFF2-40B4-BE49-F238E27FC236}">
                              <a16:creationId xmlns:a16="http://schemas.microsoft.com/office/drawing/2014/main" id="{1FDC4A04-97C5-4F3A-9B31-18168B189B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3173"/>
                          <a:ext cx="1693" cy="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7" name="Text Box 10">
              <a:extLst>
                <a:ext uri="{FF2B5EF4-FFF2-40B4-BE49-F238E27FC236}">
                  <a16:creationId xmlns:a16="http://schemas.microsoft.com/office/drawing/2014/main" id="{E2D1CE96-8F83-41DD-90DC-916549308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830"/>
              <a:ext cx="35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Mathematically speaking 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Text Box 2">
            <a:extLst>
              <a:ext uri="{FF2B5EF4-FFF2-40B4-BE49-F238E27FC236}">
                <a16:creationId xmlns:a16="http://schemas.microsoft.com/office/drawing/2014/main" id="{8E125215-17F6-432E-8CB4-D9FA11039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5" y="325439"/>
            <a:ext cx="34242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8000"/>
                </a:solidFill>
                <a:ea typeface="宋体" panose="02010600030101010101" pitchFamily="2" charset="-122"/>
              </a:rPr>
              <a:t>Odd Functions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4D92A1B8-18CD-45B2-8F7E-ABEF6BF4D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8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DF2BDAF0-97F7-4648-B6D7-3EE6CE8A7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263" y="449263"/>
            <a:ext cx="3052762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宋体" panose="02010600030101010101" pitchFamily="2" charset="-122"/>
              </a:rPr>
              <a:t>The value of the function would change its sign but with the same magnitude when we walk equal distances along the X-axis in opposite directions.</a:t>
            </a: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C8568FDE-6891-484E-B910-37C5261ED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032D3072-FC8A-49EF-B5E0-E10EAC3EBFEA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4678363"/>
            <a:ext cx="4618038" cy="1227137"/>
            <a:chOff x="470" y="2947"/>
            <a:chExt cx="2909" cy="773"/>
          </a:xfrm>
        </p:grpSpPr>
        <p:graphicFrame>
          <p:nvGraphicFramePr>
            <p:cNvPr id="38915" name="Object 7">
              <a:extLst>
                <a:ext uri="{FF2B5EF4-FFF2-40B4-BE49-F238E27FC236}">
                  <a16:creationId xmlns:a16="http://schemas.microsoft.com/office/drawing/2014/main" id="{541EEBCD-81A3-495F-AB7B-90122BE36E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3124507"/>
                </p:ext>
              </p:extLst>
            </p:nvPr>
          </p:nvGraphicFramePr>
          <p:xfrm>
            <a:off x="517" y="3270"/>
            <a:ext cx="1852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28520" imgH="253800" progId="Equation.DSMT4">
                    <p:embed/>
                  </p:oleObj>
                </mc:Choice>
                <mc:Fallback>
                  <p:oleObj name="Equation" r:id="rId2" imgW="1028520" imgH="253800" progId="Equation.DSMT4">
                    <p:embed/>
                    <p:pic>
                      <p:nvPicPr>
                        <p:cNvPr id="38915" name="Object 7">
                          <a:extLst>
                            <a:ext uri="{FF2B5EF4-FFF2-40B4-BE49-F238E27FC236}">
                              <a16:creationId xmlns:a16="http://schemas.microsoft.com/office/drawing/2014/main" id="{541EEBCD-81A3-495F-AB7B-90122BE36E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" y="3270"/>
                          <a:ext cx="1852" cy="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2" name="Text Box 8">
              <a:extLst>
                <a:ext uri="{FF2B5EF4-FFF2-40B4-BE49-F238E27FC236}">
                  <a16:creationId xmlns:a16="http://schemas.microsoft.com/office/drawing/2014/main" id="{40856111-E0E8-45FC-8949-5C8FBDE5A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2947"/>
              <a:ext cx="29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Mathematically speaking -</a:t>
              </a:r>
            </a:p>
          </p:txBody>
        </p:sp>
      </p:grpSp>
      <p:sp>
        <p:nvSpPr>
          <p:cNvPr id="38921" name="Rectangle 10">
            <a:extLst>
              <a:ext uri="{FF2B5EF4-FFF2-40B4-BE49-F238E27FC236}">
                <a16:creationId xmlns:a16="http://schemas.microsoft.com/office/drawing/2014/main" id="{08F0F69B-CC28-4A25-B573-167EF570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061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8914" name="Object 9">
            <a:extLst>
              <a:ext uri="{FF2B5EF4-FFF2-40B4-BE49-F238E27FC236}">
                <a16:creationId xmlns:a16="http://schemas.microsoft.com/office/drawing/2014/main" id="{5F1DE4CF-1B32-4A11-B3FD-121986BC1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862014"/>
          <a:ext cx="4806950" cy="32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822204" imgH="1889516" progId="Visio.Drawing.11">
                  <p:embed/>
                </p:oleObj>
              </mc:Choice>
              <mc:Fallback>
                <p:oleObj name="Visio" r:id="rId4" imgW="2822204" imgH="1889516" progId="Visio.Drawing.11">
                  <p:embed/>
                  <p:pic>
                    <p:nvPicPr>
                      <p:cNvPr id="38914" name="Object 9">
                        <a:extLst>
                          <a:ext uri="{FF2B5EF4-FFF2-40B4-BE49-F238E27FC236}">
                            <a16:creationId xmlns:a16="http://schemas.microsoft.com/office/drawing/2014/main" id="{5F1DE4CF-1B32-4A11-B3FD-121986BC1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862014"/>
                        <a:ext cx="4806950" cy="3214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Rectangle 6">
            <a:extLst>
              <a:ext uri="{FF2B5EF4-FFF2-40B4-BE49-F238E27FC236}">
                <a16:creationId xmlns:a16="http://schemas.microsoft.com/office/drawing/2014/main" id="{1FACE74A-1932-4616-BB41-1424EB8E0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39943" name="Group 20">
            <a:extLst>
              <a:ext uri="{FF2B5EF4-FFF2-40B4-BE49-F238E27FC236}">
                <a16:creationId xmlns:a16="http://schemas.microsoft.com/office/drawing/2014/main" id="{24E2F9BE-338B-4504-ACFD-6BDC7D46E308}"/>
              </a:ext>
            </a:extLst>
          </p:cNvPr>
          <p:cNvGrpSpPr>
            <a:grpSpLocks/>
          </p:cNvGrpSpPr>
          <p:nvPr/>
        </p:nvGrpSpPr>
        <p:grpSpPr bwMode="auto">
          <a:xfrm>
            <a:off x="2270126" y="465137"/>
            <a:ext cx="7808913" cy="1044575"/>
            <a:chOff x="470" y="293"/>
            <a:chExt cx="4919" cy="658"/>
          </a:xfrm>
        </p:grpSpPr>
        <p:sp>
          <p:nvSpPr>
            <p:cNvPr id="39949" name="Text Box 4">
              <a:extLst>
                <a:ext uri="{FF2B5EF4-FFF2-40B4-BE49-F238E27FC236}">
                  <a16:creationId xmlns:a16="http://schemas.microsoft.com/office/drawing/2014/main" id="{824FA6DC-CAD0-4A41-9802-E00E6223C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293"/>
              <a:ext cx="4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The Fourier series of an even function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39941" name="Object 5">
              <a:extLst>
                <a:ext uri="{FF2B5EF4-FFF2-40B4-BE49-F238E27FC236}">
                  <a16:creationId xmlns:a16="http://schemas.microsoft.com/office/drawing/2014/main" id="{1484AC48-A2E3-41F2-9DE0-BD089A63CE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243070"/>
                </p:ext>
              </p:extLst>
            </p:nvPr>
          </p:nvGraphicFramePr>
          <p:xfrm>
            <a:off x="4662" y="304"/>
            <a:ext cx="5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2603" imgH="215713" progId="Equation.3">
                    <p:embed/>
                  </p:oleObj>
                </mc:Choice>
                <mc:Fallback>
                  <p:oleObj name="Equation" r:id="rId2" imgW="342603" imgH="215713" progId="Equation.3">
                    <p:embed/>
                    <p:pic>
                      <p:nvPicPr>
                        <p:cNvPr id="39941" name="Object 5">
                          <a:extLst>
                            <a:ext uri="{FF2B5EF4-FFF2-40B4-BE49-F238E27FC236}">
                              <a16:creationId xmlns:a16="http://schemas.microsoft.com/office/drawing/2014/main" id="{1484AC48-A2E3-41F2-9DE0-BD089A63C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2" y="304"/>
                          <a:ext cx="528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0" name="Text Box 8">
              <a:extLst>
                <a:ext uri="{FF2B5EF4-FFF2-40B4-BE49-F238E27FC236}">
                  <a16:creationId xmlns:a16="http://schemas.microsoft.com/office/drawing/2014/main" id="{2CC40F3B-FB0B-4655-B4E4-E8F18DB6A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624"/>
              <a:ext cx="49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is expressed in terms of a cosine series. </a:t>
              </a:r>
            </a:p>
          </p:txBody>
        </p:sp>
      </p:grpSp>
      <p:sp>
        <p:nvSpPr>
          <p:cNvPr id="39944" name="Rectangle 11">
            <a:extLst>
              <a:ext uri="{FF2B5EF4-FFF2-40B4-BE49-F238E27FC236}">
                <a16:creationId xmlns:a16="http://schemas.microsoft.com/office/drawing/2014/main" id="{370D1C52-3C7B-4D0C-834C-ECA4CC152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1210" name="Object 10">
            <a:extLst>
              <a:ext uri="{FF2B5EF4-FFF2-40B4-BE49-F238E27FC236}">
                <a16:creationId xmlns:a16="http://schemas.microsoft.com/office/drawing/2014/main" id="{D2DEA33B-9896-441D-9C55-743B5C87A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1552575"/>
          <a:ext cx="5307013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431800" progId="Equation.3">
                  <p:embed/>
                </p:oleObj>
              </mc:Choice>
              <mc:Fallback>
                <p:oleObj name="Equation" r:id="rId4" imgW="1536700" imgH="431800" progId="Equation.3">
                  <p:embed/>
                  <p:pic>
                    <p:nvPicPr>
                      <p:cNvPr id="51210" name="Object 10">
                        <a:extLst>
                          <a:ext uri="{FF2B5EF4-FFF2-40B4-BE49-F238E27FC236}">
                            <a16:creationId xmlns:a16="http://schemas.microsoft.com/office/drawing/2014/main" id="{D2DEA33B-9896-441D-9C55-743B5C87AA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1552575"/>
                        <a:ext cx="5307013" cy="149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>
            <a:extLst>
              <a:ext uri="{FF2B5EF4-FFF2-40B4-BE49-F238E27FC236}">
                <a16:creationId xmlns:a16="http://schemas.microsoft.com/office/drawing/2014/main" id="{513248DC-61E3-4D1A-9811-B8BED505F593}"/>
              </a:ext>
            </a:extLst>
          </p:cNvPr>
          <p:cNvGrpSpPr>
            <a:grpSpLocks/>
          </p:cNvGrpSpPr>
          <p:nvPr/>
        </p:nvGrpSpPr>
        <p:grpSpPr bwMode="auto">
          <a:xfrm>
            <a:off x="2270126" y="3344862"/>
            <a:ext cx="7808913" cy="1044575"/>
            <a:chOff x="470" y="2107"/>
            <a:chExt cx="4919" cy="658"/>
          </a:xfrm>
        </p:grpSpPr>
        <p:sp>
          <p:nvSpPr>
            <p:cNvPr id="39947" name="Text Box 14">
              <a:extLst>
                <a:ext uri="{FF2B5EF4-FFF2-40B4-BE49-F238E27FC236}">
                  <a16:creationId xmlns:a16="http://schemas.microsoft.com/office/drawing/2014/main" id="{5F330DE4-B34C-4F41-BDEF-86A00BC95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2107"/>
              <a:ext cx="4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The Fourier series of an odd function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39940" name="Object 15">
              <a:extLst>
                <a:ext uri="{FF2B5EF4-FFF2-40B4-BE49-F238E27FC236}">
                  <a16:creationId xmlns:a16="http://schemas.microsoft.com/office/drawing/2014/main" id="{52E7C3F4-CCA8-4161-A67E-1DE1D7DE6A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7611"/>
                </p:ext>
              </p:extLst>
            </p:nvPr>
          </p:nvGraphicFramePr>
          <p:xfrm>
            <a:off x="4578" y="2107"/>
            <a:ext cx="5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42603" imgH="215713" progId="Equation.3">
                    <p:embed/>
                  </p:oleObj>
                </mc:Choice>
                <mc:Fallback>
                  <p:oleObj name="Equation" r:id="rId6" imgW="342603" imgH="215713" progId="Equation.3">
                    <p:embed/>
                    <p:pic>
                      <p:nvPicPr>
                        <p:cNvPr id="39940" name="Object 15">
                          <a:extLst>
                            <a:ext uri="{FF2B5EF4-FFF2-40B4-BE49-F238E27FC236}">
                              <a16:creationId xmlns:a16="http://schemas.microsoft.com/office/drawing/2014/main" id="{52E7C3F4-CCA8-4161-A67E-1DE1D7DE6A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8" y="2107"/>
                          <a:ext cx="528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Text Box 16">
              <a:extLst>
                <a:ext uri="{FF2B5EF4-FFF2-40B4-BE49-F238E27FC236}">
                  <a16:creationId xmlns:a16="http://schemas.microsoft.com/office/drawing/2014/main" id="{CD81FB5C-8852-4D45-9087-60A3C42BB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2438"/>
              <a:ext cx="49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is expressed in terms of a sine series. </a:t>
              </a:r>
            </a:p>
          </p:txBody>
        </p:sp>
      </p:grpSp>
      <p:sp>
        <p:nvSpPr>
          <p:cNvPr id="39946" name="Rectangle 18">
            <a:extLst>
              <a:ext uri="{FF2B5EF4-FFF2-40B4-BE49-F238E27FC236}">
                <a16:creationId xmlns:a16="http://schemas.microsoft.com/office/drawing/2014/main" id="{3180CA0C-0703-41A4-9B04-9A4A66BCA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1217" name="Object 17">
            <a:extLst>
              <a:ext uri="{FF2B5EF4-FFF2-40B4-BE49-F238E27FC236}">
                <a16:creationId xmlns:a16="http://schemas.microsoft.com/office/drawing/2014/main" id="{578CBB1E-44E9-489A-8E79-349798256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4498975"/>
          <a:ext cx="409257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366" imgH="431613" progId="Equation.3">
                  <p:embed/>
                </p:oleObj>
              </mc:Choice>
              <mc:Fallback>
                <p:oleObj name="Equation" r:id="rId8" imgW="1231366" imgH="431613" progId="Equation.3">
                  <p:embed/>
                  <p:pic>
                    <p:nvPicPr>
                      <p:cNvPr id="51217" name="Object 17">
                        <a:extLst>
                          <a:ext uri="{FF2B5EF4-FFF2-40B4-BE49-F238E27FC236}">
                            <a16:creationId xmlns:a16="http://schemas.microsoft.com/office/drawing/2014/main" id="{578CBB1E-44E9-489A-8E79-349798256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4498975"/>
                        <a:ext cx="4092575" cy="144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>
            <a:extLst>
              <a:ext uri="{FF2B5EF4-FFF2-40B4-BE49-F238E27FC236}">
                <a16:creationId xmlns:a16="http://schemas.microsoft.com/office/drawing/2014/main" id="{D08E90E3-59D7-4514-A860-1365E9C7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81000"/>
            <a:ext cx="701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Example 2. Find the Fourier series of the following periodic function.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93DEE0DC-8404-4AF4-BEA8-DC0E365BE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53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67" name="Rectangle 5">
            <a:extLst>
              <a:ext uri="{FF2B5EF4-FFF2-40B4-BE49-F238E27FC236}">
                <a16:creationId xmlns:a16="http://schemas.microsoft.com/office/drawing/2014/main" id="{50DDCFA8-5DF4-4CCE-A1A4-58D16AA47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68" name="Rectangle 7">
            <a:extLst>
              <a:ext uri="{FF2B5EF4-FFF2-40B4-BE49-F238E27FC236}">
                <a16:creationId xmlns:a16="http://schemas.microsoft.com/office/drawing/2014/main" id="{455207CF-AE7C-4E41-B9CE-FB796E90F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0962" name="Object 8">
            <a:extLst>
              <a:ext uri="{FF2B5EF4-FFF2-40B4-BE49-F238E27FC236}">
                <a16:creationId xmlns:a16="http://schemas.microsoft.com/office/drawing/2014/main" id="{3652BE25-8E52-498A-B146-6AF7AD9430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5" y="5286375"/>
          <a:ext cx="3352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115" imgH="215806" progId="Equation.3">
                  <p:embed/>
                </p:oleObj>
              </mc:Choice>
              <mc:Fallback>
                <p:oleObj name="Equation" r:id="rId2" imgW="1117115" imgH="215806" progId="Equation.3">
                  <p:embed/>
                  <p:pic>
                    <p:nvPicPr>
                      <p:cNvPr id="40962" name="Object 8">
                        <a:extLst>
                          <a:ext uri="{FF2B5EF4-FFF2-40B4-BE49-F238E27FC236}">
                            <a16:creationId xmlns:a16="http://schemas.microsoft.com/office/drawing/2014/main" id="{3652BE25-8E52-498A-B146-6AF7AD9430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5286375"/>
                        <a:ext cx="33528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Rectangle 10">
            <a:extLst>
              <a:ext uri="{FF2B5EF4-FFF2-40B4-BE49-F238E27FC236}">
                <a16:creationId xmlns:a16="http://schemas.microsoft.com/office/drawing/2014/main" id="{DDBC99C6-8473-43C8-B9B8-97F71BDA4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91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0963" name="Object 9">
            <a:extLst>
              <a:ext uri="{FF2B5EF4-FFF2-40B4-BE49-F238E27FC236}">
                <a16:creationId xmlns:a16="http://schemas.microsoft.com/office/drawing/2014/main" id="{F2FF1677-01CB-4D9A-8653-33F9E43F27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1398588"/>
          <a:ext cx="7477125" cy="272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386170" imgH="2318187" progId="Visio.Drawing.11">
                  <p:embed/>
                </p:oleObj>
              </mc:Choice>
              <mc:Fallback>
                <p:oleObj name="Visio" r:id="rId4" imgW="6386170" imgH="2318187" progId="Visio.Drawing.11">
                  <p:embed/>
                  <p:pic>
                    <p:nvPicPr>
                      <p:cNvPr id="40963" name="Object 9">
                        <a:extLst>
                          <a:ext uri="{FF2B5EF4-FFF2-40B4-BE49-F238E27FC236}">
                            <a16:creationId xmlns:a16="http://schemas.microsoft.com/office/drawing/2014/main" id="{F2FF1677-01CB-4D9A-8653-33F9E43F27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1398588"/>
                        <a:ext cx="7477125" cy="2722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Rectangle 12">
            <a:extLst>
              <a:ext uri="{FF2B5EF4-FFF2-40B4-BE49-F238E27FC236}">
                <a16:creationId xmlns:a16="http://schemas.microsoft.com/office/drawing/2014/main" id="{19095DB9-DCCB-4AF8-A60B-301773B1A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0964" name="Object 11">
            <a:extLst>
              <a:ext uri="{FF2B5EF4-FFF2-40B4-BE49-F238E27FC236}">
                <a16:creationId xmlns:a16="http://schemas.microsoft.com/office/drawing/2014/main" id="{1E83BA09-B5DA-4A70-BA46-5C042B292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4213226"/>
          <a:ext cx="72294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7400" imgH="228600" progId="Equation.3">
                  <p:embed/>
                </p:oleObj>
              </mc:Choice>
              <mc:Fallback>
                <p:oleObj name="Equation" r:id="rId6" imgW="2057400" imgH="228600" progId="Equation.3">
                  <p:embed/>
                  <p:pic>
                    <p:nvPicPr>
                      <p:cNvPr id="40964" name="Object 11">
                        <a:extLst>
                          <a:ext uri="{FF2B5EF4-FFF2-40B4-BE49-F238E27FC236}">
                            <a16:creationId xmlns:a16="http://schemas.microsoft.com/office/drawing/2014/main" id="{1E83BA09-B5DA-4A70-BA46-5C042B292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4213226"/>
                        <a:ext cx="722947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5">
            <a:extLst>
              <a:ext uri="{FF2B5EF4-FFF2-40B4-BE49-F238E27FC236}">
                <a16:creationId xmlns:a16="http://schemas.microsoft.com/office/drawing/2014/main" id="{3A3225BA-B812-4C14-BBDA-A8C3DF85A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1986" name="Object 4">
            <a:extLst>
              <a:ext uri="{FF2B5EF4-FFF2-40B4-BE49-F238E27FC236}">
                <a16:creationId xmlns:a16="http://schemas.microsoft.com/office/drawing/2014/main" id="{2361865E-DEC5-42C8-95EE-3EBE48126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6" y="909639"/>
          <a:ext cx="7445375" cy="331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939600" progId="Equation.3">
                  <p:embed/>
                </p:oleObj>
              </mc:Choice>
              <mc:Fallback>
                <p:oleObj name="Equation" r:id="rId2" imgW="2120760" imgH="939600" progId="Equation.3">
                  <p:embed/>
                  <p:pic>
                    <p:nvPicPr>
                      <p:cNvPr id="41986" name="Object 4">
                        <a:extLst>
                          <a:ext uri="{FF2B5EF4-FFF2-40B4-BE49-F238E27FC236}">
                            <a16:creationId xmlns:a16="http://schemas.microsoft.com/office/drawing/2014/main" id="{2361865E-DEC5-42C8-95EE-3EBE481261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909639"/>
                        <a:ext cx="7445375" cy="331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5">
            <a:extLst>
              <a:ext uri="{FF2B5EF4-FFF2-40B4-BE49-F238E27FC236}">
                <a16:creationId xmlns:a16="http://schemas.microsoft.com/office/drawing/2014/main" id="{362B45AC-D3C5-4559-94C8-20A912E72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3010" name="Object 4">
            <a:extLst>
              <a:ext uri="{FF2B5EF4-FFF2-40B4-BE49-F238E27FC236}">
                <a16:creationId xmlns:a16="http://schemas.microsoft.com/office/drawing/2014/main" id="{740E4A8E-5DBA-437C-95E4-40A433077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16002"/>
              </p:ext>
            </p:extLst>
          </p:nvPr>
        </p:nvGraphicFramePr>
        <p:xfrm>
          <a:off x="2489201" y="1057275"/>
          <a:ext cx="6064249" cy="3159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812520" progId="Equation.3">
                  <p:embed/>
                </p:oleObj>
              </mc:Choice>
              <mc:Fallback>
                <p:oleObj name="Equation" r:id="rId2" imgW="1562040" imgH="812520" progId="Equation.3">
                  <p:embed/>
                  <p:pic>
                    <p:nvPicPr>
                      <p:cNvPr id="43010" name="Object 4">
                        <a:extLst>
                          <a:ext uri="{FF2B5EF4-FFF2-40B4-BE49-F238E27FC236}">
                            <a16:creationId xmlns:a16="http://schemas.microsoft.com/office/drawing/2014/main" id="{740E4A8E-5DBA-437C-95E4-40A433077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1" y="1057275"/>
                        <a:ext cx="6064249" cy="31598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6">
            <a:extLst>
              <a:ext uri="{FF2B5EF4-FFF2-40B4-BE49-F238E27FC236}">
                <a16:creationId xmlns:a16="http://schemas.microsoft.com/office/drawing/2014/main" id="{0D550DBD-1E61-4F9E-A46A-69637DD56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4672013"/>
            <a:ext cx="76533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Use integration by parts.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5">
            <a:extLst>
              <a:ext uri="{FF2B5EF4-FFF2-40B4-BE49-F238E27FC236}">
                <a16:creationId xmlns:a16="http://schemas.microsoft.com/office/drawing/2014/main" id="{6D374D5C-805D-40BD-A12C-C1DEF2928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55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4034" name="Object 4">
            <a:extLst>
              <a:ext uri="{FF2B5EF4-FFF2-40B4-BE49-F238E27FC236}">
                <a16:creationId xmlns:a16="http://schemas.microsoft.com/office/drawing/2014/main" id="{CE19BBE5-23FB-4B5B-9C83-0FAD7BB21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5" y="377826"/>
          <a:ext cx="35941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393480" progId="Equation.3">
                  <p:embed/>
                </p:oleObj>
              </mc:Choice>
              <mc:Fallback>
                <p:oleObj name="Equation" r:id="rId2" imgW="939600" imgH="393480" progId="Equation.3">
                  <p:embed/>
                  <p:pic>
                    <p:nvPicPr>
                      <p:cNvPr id="44034" name="Object 4">
                        <a:extLst>
                          <a:ext uri="{FF2B5EF4-FFF2-40B4-BE49-F238E27FC236}">
                            <a16:creationId xmlns:a16="http://schemas.microsoft.com/office/drawing/2014/main" id="{CE19BBE5-23FB-4B5B-9C83-0FAD7BB21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377826"/>
                        <a:ext cx="3594100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7">
            <a:extLst>
              <a:ext uri="{FF2B5EF4-FFF2-40B4-BE49-F238E27FC236}">
                <a16:creationId xmlns:a16="http://schemas.microsoft.com/office/drawing/2014/main" id="{34BAF0EA-8213-4828-BD3E-FD610E00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58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4035" name="Object 6">
            <a:extLst>
              <a:ext uri="{FF2B5EF4-FFF2-40B4-BE49-F238E27FC236}">
                <a16:creationId xmlns:a16="http://schemas.microsoft.com/office/drawing/2014/main" id="{82AB75CD-AEF2-4CEB-9320-26B9E1DC0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5" y="2224088"/>
          <a:ext cx="5862638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393700" progId="Equation.3">
                  <p:embed/>
                </p:oleObj>
              </mc:Choice>
              <mc:Fallback>
                <p:oleObj name="Equation" r:id="rId4" imgW="1663700" imgH="393700" progId="Equation.3">
                  <p:embed/>
                  <p:pic>
                    <p:nvPicPr>
                      <p:cNvPr id="44035" name="Object 6">
                        <a:extLst>
                          <a:ext uri="{FF2B5EF4-FFF2-40B4-BE49-F238E27FC236}">
                            <a16:creationId xmlns:a16="http://schemas.microsoft.com/office/drawing/2014/main" id="{82AB75CD-AEF2-4CEB-9320-26B9E1DC0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2224088"/>
                        <a:ext cx="5862638" cy="1401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9">
            <a:extLst>
              <a:ext uri="{FF2B5EF4-FFF2-40B4-BE49-F238E27FC236}">
                <a16:creationId xmlns:a16="http://schemas.microsoft.com/office/drawing/2014/main" id="{7A1B5EF2-0ACD-4F45-9D81-BC5DF126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58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4036" name="Object 8">
            <a:extLst>
              <a:ext uri="{FF2B5EF4-FFF2-40B4-BE49-F238E27FC236}">
                <a16:creationId xmlns:a16="http://schemas.microsoft.com/office/drawing/2014/main" id="{5FADD79D-956E-4CF4-B810-799834B50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0125" y="4116389"/>
          <a:ext cx="5816600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393700" progId="Equation.3">
                  <p:embed/>
                </p:oleObj>
              </mc:Choice>
              <mc:Fallback>
                <p:oleObj name="Equation" r:id="rId6" imgW="1600200" imgH="393700" progId="Equation.3">
                  <p:embed/>
                  <p:pic>
                    <p:nvPicPr>
                      <p:cNvPr id="44036" name="Object 8">
                        <a:extLst>
                          <a:ext uri="{FF2B5EF4-FFF2-40B4-BE49-F238E27FC236}">
                            <a16:creationId xmlns:a16="http://schemas.microsoft.com/office/drawing/2014/main" id="{5FADD79D-956E-4CF4-B810-799834B50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4116389"/>
                        <a:ext cx="5816600" cy="144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60" name="Group 7">
            <a:extLst>
              <a:ext uri="{FF2B5EF4-FFF2-40B4-BE49-F238E27FC236}">
                <a16:creationId xmlns:a16="http://schemas.microsoft.com/office/drawing/2014/main" id="{EE6F164A-C9A2-463E-AF02-1BC5E8A9B22A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696913"/>
            <a:ext cx="4598988" cy="1382712"/>
            <a:chOff x="470" y="439"/>
            <a:chExt cx="2897" cy="871"/>
          </a:xfrm>
        </p:grpSpPr>
        <p:sp>
          <p:nvSpPr>
            <p:cNvPr id="45063" name="Text Box 4">
              <a:extLst>
                <a:ext uri="{FF2B5EF4-FFF2-40B4-BE49-F238E27FC236}">
                  <a16:creationId xmlns:a16="http://schemas.microsoft.com/office/drawing/2014/main" id="{345E9CDC-2B73-4C74-B49F-D5E322B48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439"/>
              <a:ext cx="2897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This is an even function. 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Therefore, </a:t>
              </a:r>
            </a:p>
          </p:txBody>
        </p:sp>
        <p:graphicFrame>
          <p:nvGraphicFramePr>
            <p:cNvPr id="45059" name="Object 5">
              <a:extLst>
                <a:ext uri="{FF2B5EF4-FFF2-40B4-BE49-F238E27FC236}">
                  <a16:creationId xmlns:a16="http://schemas.microsoft.com/office/drawing/2014/main" id="{7E0DEE1B-7357-484A-A3E4-C17607B7BB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8" y="731"/>
            <a:ext cx="1061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19100" imgH="228600" progId="Equation.3">
                    <p:embed/>
                  </p:oleObj>
                </mc:Choice>
                <mc:Fallback>
                  <p:oleObj name="Equation" r:id="rId2" imgW="419100" imgH="228600" progId="Equation.3">
                    <p:embed/>
                    <p:pic>
                      <p:nvPicPr>
                        <p:cNvPr id="45059" name="Object 5">
                          <a:extLst>
                            <a:ext uri="{FF2B5EF4-FFF2-40B4-BE49-F238E27FC236}">
                              <a16:creationId xmlns:a16="http://schemas.microsoft.com/office/drawing/2014/main" id="{7E0DEE1B-7357-484A-A3E4-C17607B7BB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731"/>
                          <a:ext cx="1061" cy="5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61" name="Text Box 8">
            <a:extLst>
              <a:ext uri="{FF2B5EF4-FFF2-40B4-BE49-F238E27FC236}">
                <a16:creationId xmlns:a16="http://schemas.microsoft.com/office/drawing/2014/main" id="{B3AA5F4D-EC6F-4F3D-B223-5D1491FC0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6" y="2247901"/>
            <a:ext cx="6367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 corresponding Fourier series is </a:t>
            </a:r>
          </a:p>
        </p:txBody>
      </p:sp>
      <p:sp>
        <p:nvSpPr>
          <p:cNvPr id="45062" name="Rectangle 10">
            <a:extLst>
              <a:ext uri="{FF2B5EF4-FFF2-40B4-BE49-F238E27FC236}">
                <a16:creationId xmlns:a16="http://schemas.microsoft.com/office/drawing/2014/main" id="{9F5C28FE-2CEF-45EE-882B-50C91A2C4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5058" name="Object 9">
            <a:extLst>
              <a:ext uri="{FF2B5EF4-FFF2-40B4-BE49-F238E27FC236}">
                <a16:creationId xmlns:a16="http://schemas.microsoft.com/office/drawing/2014/main" id="{5D142DA8-9930-4BB8-B460-6700CB912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305175"/>
          <a:ext cx="822960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500" imgH="444500" progId="Equation.3">
                  <p:embed/>
                </p:oleObj>
              </mc:Choice>
              <mc:Fallback>
                <p:oleObj name="Equation" r:id="rId4" imgW="2857500" imgH="444500" progId="Equation.3">
                  <p:embed/>
                  <p:pic>
                    <p:nvPicPr>
                      <p:cNvPr id="45058" name="Object 9">
                        <a:extLst>
                          <a:ext uri="{FF2B5EF4-FFF2-40B4-BE49-F238E27FC236}">
                            <a16:creationId xmlns:a16="http://schemas.microsoft.com/office/drawing/2014/main" id="{5D142DA8-9930-4BB8-B460-6700CB912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305175"/>
                        <a:ext cx="8229600" cy="127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9F828F9-7393-411B-8896-9B7C1897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4" y="640746"/>
            <a:ext cx="1025842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Odd and Even Extensions</a:t>
            </a:r>
          </a:p>
          <a:p>
            <a:pPr eaLnBrk="1" hangingPunct="1"/>
            <a:endParaRPr lang="en-US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1" dirty="0">
                <a:ea typeface="宋体" panose="02010600030101010101" pitchFamily="2" charset="-122"/>
              </a:rPr>
              <a:t>Expand the following function as sine series and cosine series respectively.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792AC7-4C9F-4026-A14B-9CC36BBE1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488842"/>
              </p:ext>
            </p:extLst>
          </p:nvPr>
        </p:nvGraphicFramePr>
        <p:xfrm>
          <a:off x="2628899" y="2407798"/>
          <a:ext cx="3305175" cy="1547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838080" progId="Equation.DSMT4">
                  <p:embed/>
                </p:oleObj>
              </mc:Choice>
              <mc:Fallback>
                <p:oleObj name="Equation" r:id="rId2" imgW="179064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792AC7-4C9F-4026-A14B-9CC36BBE14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28899" y="2407798"/>
                        <a:ext cx="3305175" cy="1547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9896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Text Box 4">
            <a:extLst>
              <a:ext uri="{FF2B5EF4-FFF2-40B4-BE49-F238E27FC236}">
                <a16:creationId xmlns:a16="http://schemas.microsoft.com/office/drawing/2014/main" id="{54EEA077-871A-4B57-80A8-9E5B77D38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7" y="2994025"/>
            <a:ext cx="9272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ea typeface="宋体" panose="02010600030101010101" pitchFamily="2" charset="-122"/>
              </a:rPr>
              <a:t>Functions Having Arbitrary Period T</a:t>
            </a:r>
            <a:r>
              <a:rPr lang="zh-CN" altLang="en-US" sz="3600" b="1" dirty="0">
                <a:solidFill>
                  <a:srgbClr val="0000FF"/>
                </a:solidFill>
                <a:ea typeface="宋体" panose="02010600030101010101" pitchFamily="2" charset="-122"/>
              </a:rPr>
              <a:t>？</a:t>
            </a:r>
            <a:endParaRPr lang="en-US" altLang="zh-CN" sz="36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4">
            <a:extLst>
              <a:ext uri="{FF2B5EF4-FFF2-40B4-BE49-F238E27FC236}">
                <a16:creationId xmlns:a16="http://schemas.microsoft.com/office/drawing/2014/main" id="{2E9C68E5-201F-4725-B1A1-C3516CDE33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393935"/>
              </p:ext>
            </p:extLst>
          </p:nvPr>
        </p:nvGraphicFramePr>
        <p:xfrm>
          <a:off x="3128962" y="700088"/>
          <a:ext cx="4516437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393480" progId="Equation.DSMT4">
                  <p:embed/>
                </p:oleObj>
              </mc:Choice>
              <mc:Fallback>
                <p:oleObj name="Equation" r:id="rId2" imgW="1269720" imgH="393480" progId="Equation.DSMT4">
                  <p:embed/>
                  <p:pic>
                    <p:nvPicPr>
                      <p:cNvPr id="49154" name="Object 4">
                        <a:extLst>
                          <a:ext uri="{FF2B5EF4-FFF2-40B4-BE49-F238E27FC236}">
                            <a16:creationId xmlns:a16="http://schemas.microsoft.com/office/drawing/2014/main" id="{2E9C68E5-201F-4725-B1A1-C3516CDE3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962" y="700088"/>
                        <a:ext cx="4516437" cy="1401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Rectangle 8">
            <a:extLst>
              <a:ext uri="{FF2B5EF4-FFF2-40B4-BE49-F238E27FC236}">
                <a16:creationId xmlns:a16="http://schemas.microsoft.com/office/drawing/2014/main" id="{2157F4CA-B6AE-419C-B796-BFA603AD4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49155" name="Object 7">
            <a:extLst>
              <a:ext uri="{FF2B5EF4-FFF2-40B4-BE49-F238E27FC236}">
                <a16:creationId xmlns:a16="http://schemas.microsoft.com/office/drawing/2014/main" id="{4C8AF7F5-410B-45FA-9F5B-3C59EBB74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63035"/>
              </p:ext>
            </p:extLst>
          </p:nvPr>
        </p:nvGraphicFramePr>
        <p:xfrm>
          <a:off x="3619500" y="3875088"/>
          <a:ext cx="3535363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685800" progId="Equation.DSMT4">
                  <p:embed/>
                </p:oleObj>
              </mc:Choice>
              <mc:Fallback>
                <p:oleObj name="Equation" r:id="rId4" imgW="1041120" imgH="685800" progId="Equation.DSMT4">
                  <p:embed/>
                  <p:pic>
                    <p:nvPicPr>
                      <p:cNvPr id="49155" name="Object 7">
                        <a:extLst>
                          <a:ext uri="{FF2B5EF4-FFF2-40B4-BE49-F238E27FC236}">
                            <a16:creationId xmlns:a16="http://schemas.microsoft.com/office/drawing/2014/main" id="{4C8AF7F5-410B-45FA-9F5B-3C59EBB74B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875088"/>
                        <a:ext cx="3535363" cy="231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箭头: 下 1">
            <a:extLst>
              <a:ext uri="{FF2B5EF4-FFF2-40B4-BE49-F238E27FC236}">
                <a16:creationId xmlns:a16="http://schemas.microsoft.com/office/drawing/2014/main" id="{98AE6DA7-1793-4CE6-B7CA-12A6838F8932}"/>
              </a:ext>
            </a:extLst>
          </p:cNvPr>
          <p:cNvSpPr/>
          <p:nvPr/>
        </p:nvSpPr>
        <p:spPr>
          <a:xfrm>
            <a:off x="5076825" y="2620962"/>
            <a:ext cx="561975" cy="9525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4">
            <a:extLst>
              <a:ext uri="{FF2B5EF4-FFF2-40B4-BE49-F238E27FC236}">
                <a16:creationId xmlns:a16="http://schemas.microsoft.com/office/drawing/2014/main" id="{254813EE-634F-4A96-8403-ABAF705D7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68824"/>
              </p:ext>
            </p:extLst>
          </p:nvPr>
        </p:nvGraphicFramePr>
        <p:xfrm>
          <a:off x="2349500" y="1003300"/>
          <a:ext cx="7331075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93480" progId="Equation.DSMT4">
                  <p:embed/>
                </p:oleObj>
              </mc:Choice>
              <mc:Fallback>
                <p:oleObj name="Equation" r:id="rId2" imgW="2323800" imgH="393480" progId="Equation.DSMT4">
                  <p:embed/>
                  <p:pic>
                    <p:nvPicPr>
                      <p:cNvPr id="50178" name="Object 4">
                        <a:extLst>
                          <a:ext uri="{FF2B5EF4-FFF2-40B4-BE49-F238E27FC236}">
                            <a16:creationId xmlns:a16="http://schemas.microsoft.com/office/drawing/2014/main" id="{254813EE-634F-4A96-8403-ABAF705D7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003300"/>
                        <a:ext cx="7331075" cy="1239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Rectangle 6">
            <a:extLst>
              <a:ext uri="{FF2B5EF4-FFF2-40B4-BE49-F238E27FC236}">
                <a16:creationId xmlns:a16="http://schemas.microsoft.com/office/drawing/2014/main" id="{9EFFA352-A473-4A54-95BC-15AEC861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0179" name="Object 5">
            <a:extLst>
              <a:ext uri="{FF2B5EF4-FFF2-40B4-BE49-F238E27FC236}">
                <a16:creationId xmlns:a16="http://schemas.microsoft.com/office/drawing/2014/main" id="{B1F34379-5772-4C5B-8291-34AE7EBBF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960853"/>
              </p:ext>
            </p:extLst>
          </p:nvPr>
        </p:nvGraphicFramePr>
        <p:xfrm>
          <a:off x="2349500" y="3767931"/>
          <a:ext cx="769937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79480" imgH="685800" progId="Equation.DSMT4">
                  <p:embed/>
                </p:oleObj>
              </mc:Choice>
              <mc:Fallback>
                <p:oleObj name="Equation" r:id="rId4" imgW="2679480" imgH="685800" progId="Equation.DSMT4">
                  <p:embed/>
                  <p:pic>
                    <p:nvPicPr>
                      <p:cNvPr id="50179" name="Object 5">
                        <a:extLst>
                          <a:ext uri="{FF2B5EF4-FFF2-40B4-BE49-F238E27FC236}">
                            <a16:creationId xmlns:a16="http://schemas.microsoft.com/office/drawing/2014/main" id="{B1F34379-5772-4C5B-8291-34AE7EBBF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767931"/>
                        <a:ext cx="7699375" cy="196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下 4">
            <a:extLst>
              <a:ext uri="{FF2B5EF4-FFF2-40B4-BE49-F238E27FC236}">
                <a16:creationId xmlns:a16="http://schemas.microsoft.com/office/drawing/2014/main" id="{556660A6-3CFD-41B7-9580-1C5D260A5BA5}"/>
              </a:ext>
            </a:extLst>
          </p:cNvPr>
          <p:cNvSpPr/>
          <p:nvPr/>
        </p:nvSpPr>
        <p:spPr>
          <a:xfrm>
            <a:off x="4991100" y="2529284"/>
            <a:ext cx="561975" cy="9525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4">
            <a:extLst>
              <a:ext uri="{FF2B5EF4-FFF2-40B4-BE49-F238E27FC236}">
                <a16:creationId xmlns:a16="http://schemas.microsoft.com/office/drawing/2014/main" id="{C4B9EDD2-B364-4DEB-B295-97C8BA162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647537"/>
              </p:ext>
            </p:extLst>
          </p:nvPr>
        </p:nvGraphicFramePr>
        <p:xfrm>
          <a:off x="2352675" y="768350"/>
          <a:ext cx="75580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393480" progId="Equation.DSMT4">
                  <p:embed/>
                </p:oleObj>
              </mc:Choice>
              <mc:Fallback>
                <p:oleObj name="Equation" r:id="rId2" imgW="2298600" imgH="393480" progId="Equation.DSMT4">
                  <p:embed/>
                  <p:pic>
                    <p:nvPicPr>
                      <p:cNvPr id="51202" name="Object 4">
                        <a:extLst>
                          <a:ext uri="{FF2B5EF4-FFF2-40B4-BE49-F238E27FC236}">
                            <a16:creationId xmlns:a16="http://schemas.microsoft.com/office/drawing/2014/main" id="{C4B9EDD2-B364-4DEB-B295-97C8BA1625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768350"/>
                        <a:ext cx="755808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Rectangle 6">
            <a:extLst>
              <a:ext uri="{FF2B5EF4-FFF2-40B4-BE49-F238E27FC236}">
                <a16:creationId xmlns:a16="http://schemas.microsoft.com/office/drawing/2014/main" id="{5AB30ADC-DB11-461D-9A22-AE213CA6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1203" name="Object 5">
            <a:extLst>
              <a:ext uri="{FF2B5EF4-FFF2-40B4-BE49-F238E27FC236}">
                <a16:creationId xmlns:a16="http://schemas.microsoft.com/office/drawing/2014/main" id="{09B5C273-EB65-4735-8063-321AB0C9F4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531980"/>
              </p:ext>
            </p:extLst>
          </p:nvPr>
        </p:nvGraphicFramePr>
        <p:xfrm>
          <a:off x="2237581" y="3863975"/>
          <a:ext cx="77882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685800" progId="Equation.DSMT4">
                  <p:embed/>
                </p:oleObj>
              </mc:Choice>
              <mc:Fallback>
                <p:oleObj name="Equation" r:id="rId4" imgW="2641320" imgH="685800" progId="Equation.DSMT4">
                  <p:embed/>
                  <p:pic>
                    <p:nvPicPr>
                      <p:cNvPr id="51203" name="Object 5">
                        <a:extLst>
                          <a:ext uri="{FF2B5EF4-FFF2-40B4-BE49-F238E27FC236}">
                            <a16:creationId xmlns:a16="http://schemas.microsoft.com/office/drawing/2014/main" id="{09B5C273-EB65-4735-8063-321AB0C9F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581" y="3863975"/>
                        <a:ext cx="7788275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下 4">
            <a:extLst>
              <a:ext uri="{FF2B5EF4-FFF2-40B4-BE49-F238E27FC236}">
                <a16:creationId xmlns:a16="http://schemas.microsoft.com/office/drawing/2014/main" id="{EDB6CE1D-0E36-44D2-8DC9-E7952FFC5F12}"/>
              </a:ext>
            </a:extLst>
          </p:cNvPr>
          <p:cNvSpPr/>
          <p:nvPr/>
        </p:nvSpPr>
        <p:spPr>
          <a:xfrm>
            <a:off x="4991100" y="2529284"/>
            <a:ext cx="561975" cy="9525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>
            <a:extLst>
              <a:ext uri="{FF2B5EF4-FFF2-40B4-BE49-F238E27FC236}">
                <a16:creationId xmlns:a16="http://schemas.microsoft.com/office/drawing/2014/main" id="{A38A7D50-AA60-4B25-8657-B7A0BF922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81000"/>
            <a:ext cx="701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Example 4. Find the Fourier series of the following periodic function.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F5BD089F-431A-42C1-9B66-246E5BADC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53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F92A79F6-3A66-4A5F-A3C7-187D32D9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231" name="Rectangle 5">
            <a:extLst>
              <a:ext uri="{FF2B5EF4-FFF2-40B4-BE49-F238E27FC236}">
                <a16:creationId xmlns:a16="http://schemas.microsoft.com/office/drawing/2014/main" id="{36EFC5EE-159B-4281-92D5-B794BEE2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232" name="Rectangle 7">
            <a:extLst>
              <a:ext uri="{FF2B5EF4-FFF2-40B4-BE49-F238E27FC236}">
                <a16:creationId xmlns:a16="http://schemas.microsoft.com/office/drawing/2014/main" id="{30D6E692-07ED-4C29-885C-267D0545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91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233" name="Rectangle 9">
            <a:extLst>
              <a:ext uri="{FF2B5EF4-FFF2-40B4-BE49-F238E27FC236}">
                <a16:creationId xmlns:a16="http://schemas.microsoft.com/office/drawing/2014/main" id="{0F16A652-05AA-4134-8880-7F0EDD456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2234" name="Rectangle 12">
            <a:extLst>
              <a:ext uri="{FF2B5EF4-FFF2-40B4-BE49-F238E27FC236}">
                <a16:creationId xmlns:a16="http://schemas.microsoft.com/office/drawing/2014/main" id="{D796F8AD-9F5E-4FAD-B4E5-91B647CC6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870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2226" name="Object 11">
            <a:extLst>
              <a:ext uri="{FF2B5EF4-FFF2-40B4-BE49-F238E27FC236}">
                <a16:creationId xmlns:a16="http://schemas.microsoft.com/office/drawing/2014/main" id="{5F6DCC33-438F-4F69-83F1-53129B67C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1" y="1416051"/>
          <a:ext cx="7504113" cy="243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458102" imgH="2249424" progId="Visio.Drawing.11">
                  <p:embed/>
                </p:oleObj>
              </mc:Choice>
              <mc:Fallback>
                <p:oleObj name="Visio" r:id="rId2" imgW="6458102" imgH="2249424" progId="Visio.Drawing.11">
                  <p:embed/>
                  <p:pic>
                    <p:nvPicPr>
                      <p:cNvPr id="52226" name="Object 11">
                        <a:extLst>
                          <a:ext uri="{FF2B5EF4-FFF2-40B4-BE49-F238E27FC236}">
                            <a16:creationId xmlns:a16="http://schemas.microsoft.com/office/drawing/2014/main" id="{5F6DCC33-438F-4F69-83F1-53129B67C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1" y="1416051"/>
                        <a:ext cx="7504113" cy="2430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Rectangle 14">
            <a:extLst>
              <a:ext uri="{FF2B5EF4-FFF2-40B4-BE49-F238E27FC236}">
                <a16:creationId xmlns:a16="http://schemas.microsoft.com/office/drawing/2014/main" id="{0AB92256-B92F-4EBB-AFAE-D15FC76C9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363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2227" name="Object 13">
            <a:extLst>
              <a:ext uri="{FF2B5EF4-FFF2-40B4-BE49-F238E27FC236}">
                <a16:creationId xmlns:a16="http://schemas.microsoft.com/office/drawing/2014/main" id="{40120547-9641-42F2-9303-5747E56D9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08306"/>
              </p:ext>
            </p:extLst>
          </p:nvPr>
        </p:nvGraphicFramePr>
        <p:xfrm>
          <a:off x="2468563" y="3935415"/>
          <a:ext cx="6191250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1066680" progId="Equation.DSMT4">
                  <p:embed/>
                </p:oleObj>
              </mc:Choice>
              <mc:Fallback>
                <p:oleObj name="Equation" r:id="rId4" imgW="2260440" imgH="1066680" progId="Equation.DSMT4">
                  <p:embed/>
                  <p:pic>
                    <p:nvPicPr>
                      <p:cNvPr id="52227" name="Object 13">
                        <a:extLst>
                          <a:ext uri="{FF2B5EF4-FFF2-40B4-BE49-F238E27FC236}">
                            <a16:creationId xmlns:a16="http://schemas.microsoft.com/office/drawing/2014/main" id="{40120547-9641-42F2-9303-5747E56D96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935415"/>
                        <a:ext cx="6191250" cy="2606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6">
            <a:extLst>
              <a:ext uri="{FF2B5EF4-FFF2-40B4-BE49-F238E27FC236}">
                <a16:creationId xmlns:a16="http://schemas.microsoft.com/office/drawing/2014/main" id="{9B461AB0-9E86-408C-8502-F7A0BA242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7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3254" name="Rectangle 9">
            <a:extLst>
              <a:ext uri="{FF2B5EF4-FFF2-40B4-BE49-F238E27FC236}">
                <a16:creationId xmlns:a16="http://schemas.microsoft.com/office/drawing/2014/main" id="{5BF9EF33-3EA2-4001-83BF-895288C9A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53255" name="Group 10">
            <a:extLst>
              <a:ext uri="{FF2B5EF4-FFF2-40B4-BE49-F238E27FC236}">
                <a16:creationId xmlns:a16="http://schemas.microsoft.com/office/drawing/2014/main" id="{269BE87E-AAD5-4919-8DC9-2853007E83EB}"/>
              </a:ext>
            </a:extLst>
          </p:cNvPr>
          <p:cNvGrpSpPr>
            <a:grpSpLocks/>
          </p:cNvGrpSpPr>
          <p:nvPr/>
        </p:nvGrpSpPr>
        <p:grpSpPr bwMode="auto">
          <a:xfrm>
            <a:off x="2270126" y="1504951"/>
            <a:ext cx="7472363" cy="823913"/>
            <a:chOff x="470" y="948"/>
            <a:chExt cx="4707" cy="519"/>
          </a:xfrm>
        </p:grpSpPr>
        <p:sp>
          <p:nvSpPr>
            <p:cNvPr id="53257" name="Rectangle 7">
              <a:extLst>
                <a:ext uri="{FF2B5EF4-FFF2-40B4-BE49-F238E27FC236}">
                  <a16:creationId xmlns:a16="http://schemas.microsoft.com/office/drawing/2014/main" id="{2A1E2557-51A5-4C5D-A2CE-F858F87F3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1031"/>
              <a:ext cx="38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This is an odd function. Therefore,</a:t>
              </a:r>
              <a:r>
                <a:rPr lang="en-US" altLang="zh-CN"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53252" name="Object 8">
              <a:extLst>
                <a:ext uri="{FF2B5EF4-FFF2-40B4-BE49-F238E27FC236}">
                  <a16:creationId xmlns:a16="http://schemas.microsoft.com/office/drawing/2014/main" id="{4F4888C9-95B8-4F26-A289-1113898C31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324824"/>
                </p:ext>
              </p:extLst>
            </p:nvPr>
          </p:nvGraphicFramePr>
          <p:xfrm>
            <a:off x="4364" y="948"/>
            <a:ext cx="813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5320" imgH="228600" progId="Equation.DSMT4">
                    <p:embed/>
                  </p:oleObj>
                </mc:Choice>
                <mc:Fallback>
                  <p:oleObj name="Equation" r:id="rId2" imgW="355320" imgH="228600" progId="Equation.DSMT4">
                    <p:embed/>
                    <p:pic>
                      <p:nvPicPr>
                        <p:cNvPr id="53252" name="Object 8">
                          <a:extLst>
                            <a:ext uri="{FF2B5EF4-FFF2-40B4-BE49-F238E27FC236}">
                              <a16:creationId xmlns:a16="http://schemas.microsoft.com/office/drawing/2014/main" id="{4F4888C9-95B8-4F26-A289-1113898C31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4" y="948"/>
                          <a:ext cx="813" cy="5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6" name="Rectangle 12">
            <a:extLst>
              <a:ext uri="{FF2B5EF4-FFF2-40B4-BE49-F238E27FC236}">
                <a16:creationId xmlns:a16="http://schemas.microsoft.com/office/drawing/2014/main" id="{6BD83C2B-807D-4AF3-8980-DF5390266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09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3251" name="Object 11">
            <a:extLst>
              <a:ext uri="{FF2B5EF4-FFF2-40B4-BE49-F238E27FC236}">
                <a16:creationId xmlns:a16="http://schemas.microsoft.com/office/drawing/2014/main" id="{C14EBA6E-6949-4B6A-ACF0-679D4A6F7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693689"/>
              </p:ext>
            </p:extLst>
          </p:nvPr>
        </p:nvGraphicFramePr>
        <p:xfrm>
          <a:off x="2878138" y="2566988"/>
          <a:ext cx="5834062" cy="364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1066680" progId="Equation.DSMT4">
                  <p:embed/>
                </p:oleObj>
              </mc:Choice>
              <mc:Fallback>
                <p:oleObj name="Equation" r:id="rId4" imgW="1701720" imgH="1066680" progId="Equation.DSMT4">
                  <p:embed/>
                  <p:pic>
                    <p:nvPicPr>
                      <p:cNvPr id="53251" name="Object 11">
                        <a:extLst>
                          <a:ext uri="{FF2B5EF4-FFF2-40B4-BE49-F238E27FC236}">
                            <a16:creationId xmlns:a16="http://schemas.microsoft.com/office/drawing/2014/main" id="{C14EBA6E-6949-4B6A-ACF0-679D4A6F7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2566988"/>
                        <a:ext cx="5834062" cy="364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5">
            <a:extLst>
              <a:ext uri="{FF2B5EF4-FFF2-40B4-BE49-F238E27FC236}">
                <a16:creationId xmlns:a16="http://schemas.microsoft.com/office/drawing/2014/main" id="{6766DE1B-3753-4141-BE4D-AC586FBDB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331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4274" name="Object 4">
            <a:extLst>
              <a:ext uri="{FF2B5EF4-FFF2-40B4-BE49-F238E27FC236}">
                <a16:creationId xmlns:a16="http://schemas.microsoft.com/office/drawing/2014/main" id="{29F882F7-E407-4C82-9A0F-B3335240F6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093752"/>
              </p:ext>
            </p:extLst>
          </p:nvPr>
        </p:nvGraphicFramePr>
        <p:xfrm>
          <a:off x="1971675" y="1063064"/>
          <a:ext cx="5743575" cy="3909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346040" progId="Equation.DSMT4">
                  <p:embed/>
                </p:oleObj>
              </mc:Choice>
              <mc:Fallback>
                <p:oleObj name="Equation" r:id="rId2" imgW="1968480" imgH="1346040" progId="Equation.DSMT4">
                  <p:embed/>
                  <p:pic>
                    <p:nvPicPr>
                      <p:cNvPr id="54274" name="Object 4">
                        <a:extLst>
                          <a:ext uri="{FF2B5EF4-FFF2-40B4-BE49-F238E27FC236}">
                            <a16:creationId xmlns:a16="http://schemas.microsoft.com/office/drawing/2014/main" id="{29F882F7-E407-4C82-9A0F-B3335240F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1063064"/>
                        <a:ext cx="5743575" cy="3909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Text Box 6">
            <a:extLst>
              <a:ext uri="{FF2B5EF4-FFF2-40B4-BE49-F238E27FC236}">
                <a16:creationId xmlns:a16="http://schemas.microsoft.com/office/drawing/2014/main" id="{733BA014-6367-49BF-9680-A6145D6B0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5" y="5286376"/>
            <a:ext cx="4554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Use integration by parts.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5">
            <a:extLst>
              <a:ext uri="{FF2B5EF4-FFF2-40B4-BE49-F238E27FC236}">
                <a16:creationId xmlns:a16="http://schemas.microsoft.com/office/drawing/2014/main" id="{CB951552-0165-458A-A768-83841393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5298" name="Object 4">
            <a:extLst>
              <a:ext uri="{FF2B5EF4-FFF2-40B4-BE49-F238E27FC236}">
                <a16:creationId xmlns:a16="http://schemas.microsoft.com/office/drawing/2014/main" id="{3A590112-5FBD-4714-9932-F174F5573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47217"/>
              </p:ext>
            </p:extLst>
          </p:nvPr>
        </p:nvGraphicFramePr>
        <p:xfrm>
          <a:off x="2468564" y="1192212"/>
          <a:ext cx="5492750" cy="298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965160" progId="Equation.DSMT4">
                  <p:embed/>
                </p:oleObj>
              </mc:Choice>
              <mc:Fallback>
                <p:oleObj name="Equation" r:id="rId2" imgW="1777680" imgH="965160" progId="Equation.DSMT4">
                  <p:embed/>
                  <p:pic>
                    <p:nvPicPr>
                      <p:cNvPr id="55298" name="Object 4">
                        <a:extLst>
                          <a:ext uri="{FF2B5EF4-FFF2-40B4-BE49-F238E27FC236}">
                            <a16:creationId xmlns:a16="http://schemas.microsoft.com/office/drawing/2014/main" id="{3A590112-5FBD-4714-9932-F174F55736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4" y="1192212"/>
                        <a:ext cx="5492750" cy="2982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Rectangle 7">
            <a:extLst>
              <a:ext uri="{FF2B5EF4-FFF2-40B4-BE49-F238E27FC236}">
                <a16:creationId xmlns:a16="http://schemas.microsoft.com/office/drawing/2014/main" id="{78098D30-4C1D-4607-A7E8-7A3888C1A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55302" name="Group 9">
            <a:extLst>
              <a:ext uri="{FF2B5EF4-FFF2-40B4-BE49-F238E27FC236}">
                <a16:creationId xmlns:a16="http://schemas.microsoft.com/office/drawing/2014/main" id="{A8018871-ECB1-4543-8DAD-1FC86E856560}"/>
              </a:ext>
            </a:extLst>
          </p:cNvPr>
          <p:cNvGrpSpPr>
            <a:grpSpLocks/>
          </p:cNvGrpSpPr>
          <p:nvPr/>
        </p:nvGrpSpPr>
        <p:grpSpPr bwMode="auto">
          <a:xfrm>
            <a:off x="2850628" y="4745773"/>
            <a:ext cx="5110686" cy="702600"/>
            <a:chOff x="806" y="3028"/>
            <a:chExt cx="2943" cy="564"/>
          </a:xfrm>
        </p:grpSpPr>
        <p:graphicFrame>
          <p:nvGraphicFramePr>
            <p:cNvPr id="55299" name="Object 6">
              <a:extLst>
                <a:ext uri="{FF2B5EF4-FFF2-40B4-BE49-F238E27FC236}">
                  <a16:creationId xmlns:a16="http://schemas.microsoft.com/office/drawing/2014/main" id="{051395CC-6019-4AC0-870B-950A0B6A62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445043"/>
                </p:ext>
              </p:extLst>
            </p:nvPr>
          </p:nvGraphicFramePr>
          <p:xfrm>
            <a:off x="806" y="3028"/>
            <a:ext cx="1002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06080" imgH="228600" progId="Equation.DSMT4">
                    <p:embed/>
                  </p:oleObj>
                </mc:Choice>
                <mc:Fallback>
                  <p:oleObj name="Equation" r:id="rId4" imgW="406080" imgH="228600" progId="Equation.DSMT4">
                    <p:embed/>
                    <p:pic>
                      <p:nvPicPr>
                        <p:cNvPr id="55299" name="Object 6">
                          <a:extLst>
                            <a:ext uri="{FF2B5EF4-FFF2-40B4-BE49-F238E27FC236}">
                              <a16:creationId xmlns:a16="http://schemas.microsoft.com/office/drawing/2014/main" id="{051395CC-6019-4AC0-870B-950A0B6A62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6" y="3028"/>
                          <a:ext cx="1002" cy="5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3" name="Text Box 8">
              <a:extLst>
                <a:ext uri="{FF2B5EF4-FFF2-40B4-BE49-F238E27FC236}">
                  <a16:creationId xmlns:a16="http://schemas.microsoft.com/office/drawing/2014/main" id="{88104754-BC0B-45A8-A7AF-F59904A54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4" y="3046"/>
              <a:ext cx="185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when </a:t>
              </a:r>
              <a:r>
                <a:rPr lang="en-US" altLang="zh-CN" sz="2800" b="1" i="1">
                  <a:solidFill>
                    <a:srgbClr val="008000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sz="2800" b="1">
                  <a:solidFill>
                    <a:srgbClr val="008000"/>
                  </a:solidFill>
                  <a:ea typeface="宋体" panose="02010600030101010101" pitchFamily="2" charset="-122"/>
                </a:rPr>
                <a:t> is even.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4">
            <a:extLst>
              <a:ext uri="{FF2B5EF4-FFF2-40B4-BE49-F238E27FC236}">
                <a16:creationId xmlns:a16="http://schemas.microsoft.com/office/drawing/2014/main" id="{41EB1376-05F5-4CC9-8C25-6310CE874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26" y="457201"/>
            <a:ext cx="5470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8000"/>
                </a:solidFill>
                <a:ea typeface="宋体" panose="02010600030101010101" pitchFamily="2" charset="-122"/>
              </a:rPr>
              <a:t>Therefore, the Fourier series is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C947C227-3293-4B72-A4B4-4B55D34A7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6322" name="Object 5">
            <a:extLst>
              <a:ext uri="{FF2B5EF4-FFF2-40B4-BE49-F238E27FC236}">
                <a16:creationId xmlns:a16="http://schemas.microsoft.com/office/drawing/2014/main" id="{8BA375D8-4F2D-41EF-BB89-053671BFC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227785"/>
              </p:ext>
            </p:extLst>
          </p:nvPr>
        </p:nvGraphicFramePr>
        <p:xfrm>
          <a:off x="2203450" y="2453759"/>
          <a:ext cx="80010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200" imgH="457200" progId="Equation.3">
                  <p:embed/>
                </p:oleObj>
              </mc:Choice>
              <mc:Fallback>
                <p:oleObj name="Equation" r:id="rId2" imgW="3251200" imgH="457200" progId="Equation.3">
                  <p:embed/>
                  <p:pic>
                    <p:nvPicPr>
                      <p:cNvPr id="56322" name="Object 5">
                        <a:extLst>
                          <a:ext uri="{FF2B5EF4-FFF2-40B4-BE49-F238E27FC236}">
                            <a16:creationId xmlns:a16="http://schemas.microsoft.com/office/drawing/2014/main" id="{8BA375D8-4F2D-41EF-BB89-053671BFC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453759"/>
                        <a:ext cx="8001000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4">
            <a:extLst>
              <a:ext uri="{FF2B5EF4-FFF2-40B4-BE49-F238E27FC236}">
                <a16:creationId xmlns:a16="http://schemas.microsoft.com/office/drawing/2014/main" id="{87130E88-FA45-4541-9B76-C7120CD4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334963"/>
            <a:ext cx="808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3600" b="1" dirty="0">
                <a:ea typeface="宋体" panose="02010600030101010101" pitchFamily="2" charset="-122"/>
              </a:rPr>
              <a:t>The Complex Form of Fourier Series</a:t>
            </a: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A79FACCE-39FF-4AE1-A818-0A71CA4F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7346" name="Object 5">
            <a:extLst>
              <a:ext uri="{FF2B5EF4-FFF2-40B4-BE49-F238E27FC236}">
                <a16:creationId xmlns:a16="http://schemas.microsoft.com/office/drawing/2014/main" id="{20B3ED32-FB7C-4D51-9CFE-38764E7B3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218026"/>
              </p:ext>
            </p:extLst>
          </p:nvPr>
        </p:nvGraphicFramePr>
        <p:xfrm>
          <a:off x="2149475" y="950913"/>
          <a:ext cx="7624763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431640" progId="Equation.DSMT4">
                  <p:embed/>
                </p:oleObj>
              </mc:Choice>
              <mc:Fallback>
                <p:oleObj name="Equation" r:id="rId2" imgW="2349360" imgH="431640" progId="Equation.DSMT4">
                  <p:embed/>
                  <p:pic>
                    <p:nvPicPr>
                      <p:cNvPr id="57346" name="Object 5">
                        <a:extLst>
                          <a:ext uri="{FF2B5EF4-FFF2-40B4-BE49-F238E27FC236}">
                            <a16:creationId xmlns:a16="http://schemas.microsoft.com/office/drawing/2014/main" id="{20B3ED32-FB7C-4D51-9CFE-38764E7B34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950913"/>
                        <a:ext cx="7624763" cy="1411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7">
            <a:extLst>
              <a:ext uri="{FF2B5EF4-FFF2-40B4-BE49-F238E27FC236}">
                <a16:creationId xmlns:a16="http://schemas.microsoft.com/office/drawing/2014/main" id="{079E2083-81ED-44D4-BBC4-9AF375AFC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2692400"/>
            <a:ext cx="5661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Let us utilize the Euler formulae.</a:t>
            </a:r>
          </a:p>
        </p:txBody>
      </p:sp>
      <p:sp>
        <p:nvSpPr>
          <p:cNvPr id="57352" name="Rectangle 9">
            <a:extLst>
              <a:ext uri="{FF2B5EF4-FFF2-40B4-BE49-F238E27FC236}">
                <a16:creationId xmlns:a16="http://schemas.microsoft.com/office/drawing/2014/main" id="{5AD49ADB-D034-4719-8C51-0F5A351AE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67592" name="Object 8">
            <a:extLst>
              <a:ext uri="{FF2B5EF4-FFF2-40B4-BE49-F238E27FC236}">
                <a16:creationId xmlns:a16="http://schemas.microsoft.com/office/drawing/2014/main" id="{0BB30CFC-0B71-4175-9485-AC8A20D2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786057"/>
              </p:ext>
            </p:extLst>
          </p:nvPr>
        </p:nvGraphicFramePr>
        <p:xfrm>
          <a:off x="2674939" y="3748087"/>
          <a:ext cx="2735262" cy="1104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419040" progId="Equation.DSMT4">
                  <p:embed/>
                </p:oleObj>
              </mc:Choice>
              <mc:Fallback>
                <p:oleObj name="Equation" r:id="rId4" imgW="1041120" imgH="419040" progId="Equation.DSMT4">
                  <p:embed/>
                  <p:pic>
                    <p:nvPicPr>
                      <p:cNvPr id="67592" name="Object 8">
                        <a:extLst>
                          <a:ext uri="{FF2B5EF4-FFF2-40B4-BE49-F238E27FC236}">
                            <a16:creationId xmlns:a16="http://schemas.microsoft.com/office/drawing/2014/main" id="{0BB30CFC-0B71-4175-9485-AC8A20D215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9" y="3748087"/>
                        <a:ext cx="2735262" cy="110469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Rectangle 11">
            <a:extLst>
              <a:ext uri="{FF2B5EF4-FFF2-40B4-BE49-F238E27FC236}">
                <a16:creationId xmlns:a16="http://schemas.microsoft.com/office/drawing/2014/main" id="{BB221007-9BA7-43B3-A56E-0C85B19B2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67594" name="Object 10">
            <a:extLst>
              <a:ext uri="{FF2B5EF4-FFF2-40B4-BE49-F238E27FC236}">
                <a16:creationId xmlns:a16="http://schemas.microsoft.com/office/drawing/2014/main" id="{C880C5CB-A05B-48D8-AE81-41772E3D6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050240"/>
              </p:ext>
            </p:extLst>
          </p:nvPr>
        </p:nvGraphicFramePr>
        <p:xfrm>
          <a:off x="6556374" y="3749675"/>
          <a:ext cx="2711451" cy="1114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419040" progId="Equation.DSMT4">
                  <p:embed/>
                </p:oleObj>
              </mc:Choice>
              <mc:Fallback>
                <p:oleObj name="Equation" r:id="rId6" imgW="1015920" imgH="419040" progId="Equation.DSMT4">
                  <p:embed/>
                  <p:pic>
                    <p:nvPicPr>
                      <p:cNvPr id="67594" name="Object 10">
                        <a:extLst>
                          <a:ext uri="{FF2B5EF4-FFF2-40B4-BE49-F238E27FC236}">
                            <a16:creationId xmlns:a16="http://schemas.microsoft.com/office/drawing/2014/main" id="{C880C5CB-A05B-48D8-AE81-41772E3D61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74" y="3749675"/>
                        <a:ext cx="2711451" cy="1114936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8" name="Rectangle 5">
            <a:extLst>
              <a:ext uri="{FF2B5EF4-FFF2-40B4-BE49-F238E27FC236}">
                <a16:creationId xmlns:a16="http://schemas.microsoft.com/office/drawing/2014/main" id="{3CBDC6CF-5AB1-4865-8B14-A440EEFE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6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9394" name="Object 4">
            <a:extLst>
              <a:ext uri="{FF2B5EF4-FFF2-40B4-BE49-F238E27FC236}">
                <a16:creationId xmlns:a16="http://schemas.microsoft.com/office/drawing/2014/main" id="{D6A2AF44-C36A-4C07-9D9D-2EFB68D7E9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33878"/>
              </p:ext>
            </p:extLst>
          </p:nvPr>
        </p:nvGraphicFramePr>
        <p:xfrm>
          <a:off x="3332163" y="472013"/>
          <a:ext cx="6297612" cy="210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660240" progId="Equation.DSMT4">
                  <p:embed/>
                </p:oleObj>
              </mc:Choice>
              <mc:Fallback>
                <p:oleObj name="Equation" r:id="rId2" imgW="1993680" imgH="660240" progId="Equation.DSMT4">
                  <p:embed/>
                  <p:pic>
                    <p:nvPicPr>
                      <p:cNvPr id="59394" name="Object 4">
                        <a:extLst>
                          <a:ext uri="{FF2B5EF4-FFF2-40B4-BE49-F238E27FC236}">
                            <a16:creationId xmlns:a16="http://schemas.microsoft.com/office/drawing/2014/main" id="{D6A2AF44-C36A-4C07-9D9D-2EFB68D7E9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472013"/>
                        <a:ext cx="6297612" cy="21041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Rectangle 6">
            <a:extLst>
              <a:ext uri="{FF2B5EF4-FFF2-40B4-BE49-F238E27FC236}">
                <a16:creationId xmlns:a16="http://schemas.microsoft.com/office/drawing/2014/main" id="{0F2EAB1C-2700-41E1-ACE8-1487C4A7E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3044826"/>
            <a:ext cx="172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Denoting</a:t>
            </a:r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57BD2904-F690-4BD9-8D5D-EC2E673D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01" name="Rectangle 11">
            <a:extLst>
              <a:ext uri="{FF2B5EF4-FFF2-40B4-BE49-F238E27FC236}">
                <a16:creationId xmlns:a16="http://schemas.microsoft.com/office/drawing/2014/main" id="{2923FC19-A2C6-452E-AC6A-B1270650F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59402" name="Group 17">
            <a:extLst>
              <a:ext uri="{FF2B5EF4-FFF2-40B4-BE49-F238E27FC236}">
                <a16:creationId xmlns:a16="http://schemas.microsoft.com/office/drawing/2014/main" id="{ACB3FACB-FB6A-42C9-A29F-DE8A146CF987}"/>
              </a:ext>
            </a:extLst>
          </p:cNvPr>
          <p:cNvGrpSpPr>
            <a:grpSpLocks/>
          </p:cNvGrpSpPr>
          <p:nvPr/>
        </p:nvGrpSpPr>
        <p:grpSpPr bwMode="auto">
          <a:xfrm>
            <a:off x="2765427" y="3686177"/>
            <a:ext cx="7273923" cy="1333498"/>
            <a:chOff x="464" y="2316"/>
            <a:chExt cx="4774" cy="973"/>
          </a:xfrm>
        </p:grpSpPr>
        <p:graphicFrame>
          <p:nvGraphicFramePr>
            <p:cNvPr id="59396" name="Object 7">
              <a:extLst>
                <a:ext uri="{FF2B5EF4-FFF2-40B4-BE49-F238E27FC236}">
                  <a16:creationId xmlns:a16="http://schemas.microsoft.com/office/drawing/2014/main" id="{73541617-D7A3-4A06-8553-2A3F6D6C80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2038604"/>
                </p:ext>
              </p:extLst>
            </p:nvPr>
          </p:nvGraphicFramePr>
          <p:xfrm>
            <a:off x="464" y="2326"/>
            <a:ext cx="1986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39600" imgH="431640" progId="Equation.DSMT4">
                    <p:embed/>
                  </p:oleObj>
                </mc:Choice>
                <mc:Fallback>
                  <p:oleObj name="Equation" r:id="rId4" imgW="939600" imgH="431640" progId="Equation.DSMT4">
                    <p:embed/>
                    <p:pic>
                      <p:nvPicPr>
                        <p:cNvPr id="59396" name="Object 7">
                          <a:extLst>
                            <a:ext uri="{FF2B5EF4-FFF2-40B4-BE49-F238E27FC236}">
                              <a16:creationId xmlns:a16="http://schemas.microsoft.com/office/drawing/2014/main" id="{73541617-D7A3-4A06-8553-2A3F6D6C80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" y="2326"/>
                          <a:ext cx="1986" cy="9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7" name="Object 10">
              <a:extLst>
                <a:ext uri="{FF2B5EF4-FFF2-40B4-BE49-F238E27FC236}">
                  <a16:creationId xmlns:a16="http://schemas.microsoft.com/office/drawing/2014/main" id="{5B7763FB-818B-4F89-8FCD-D8DEA0DA21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38433"/>
                </p:ext>
              </p:extLst>
            </p:nvPr>
          </p:nvGraphicFramePr>
          <p:xfrm>
            <a:off x="2984" y="2316"/>
            <a:ext cx="2254" cy="9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02960" imgH="431640" progId="Equation.DSMT4">
                    <p:embed/>
                  </p:oleObj>
                </mc:Choice>
                <mc:Fallback>
                  <p:oleObj name="Equation" r:id="rId6" imgW="1002960" imgH="431640" progId="Equation.DSMT4">
                    <p:embed/>
                    <p:pic>
                      <p:nvPicPr>
                        <p:cNvPr id="59397" name="Object 10">
                          <a:extLst>
                            <a:ext uri="{FF2B5EF4-FFF2-40B4-BE49-F238E27FC236}">
                              <a16:creationId xmlns:a16="http://schemas.microsoft.com/office/drawing/2014/main" id="{5B7763FB-818B-4F89-8FCD-D8DEA0DA21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2316"/>
                          <a:ext cx="2254" cy="9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03" name="Rectangle 16">
            <a:extLst>
              <a:ext uri="{FF2B5EF4-FFF2-40B4-BE49-F238E27FC236}">
                <a16:creationId xmlns:a16="http://schemas.microsoft.com/office/drawing/2014/main" id="{E960B8FB-6164-4FEF-BE52-2C21B8BA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59404" name="Group 18">
            <a:extLst>
              <a:ext uri="{FF2B5EF4-FFF2-40B4-BE49-F238E27FC236}">
                <a16:creationId xmlns:a16="http://schemas.microsoft.com/office/drawing/2014/main" id="{1E9FA163-9FC3-4DF5-9390-A1BD8887514B}"/>
              </a:ext>
            </a:extLst>
          </p:cNvPr>
          <p:cNvGrpSpPr>
            <a:grpSpLocks/>
          </p:cNvGrpSpPr>
          <p:nvPr/>
        </p:nvGrpSpPr>
        <p:grpSpPr bwMode="auto">
          <a:xfrm>
            <a:off x="2068513" y="5472908"/>
            <a:ext cx="2479675" cy="763588"/>
            <a:chOff x="343" y="3399"/>
            <a:chExt cx="1562" cy="481"/>
          </a:xfrm>
        </p:grpSpPr>
        <p:sp>
          <p:nvSpPr>
            <p:cNvPr id="59405" name="Text Box 14">
              <a:extLst>
                <a:ext uri="{FF2B5EF4-FFF2-40B4-BE49-F238E27FC236}">
                  <a16:creationId xmlns:a16="http://schemas.microsoft.com/office/drawing/2014/main" id="{EA776CED-853F-42E0-89C3-E5FCBC8EA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" y="3476"/>
              <a:ext cx="6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ea typeface="宋体" panose="02010600030101010101" pitchFamily="2" charset="-122"/>
                </a:rPr>
                <a:t>and</a:t>
              </a:r>
            </a:p>
          </p:txBody>
        </p:sp>
        <p:graphicFrame>
          <p:nvGraphicFramePr>
            <p:cNvPr id="59395" name="Object 15">
              <a:extLst>
                <a:ext uri="{FF2B5EF4-FFF2-40B4-BE49-F238E27FC236}">
                  <a16:creationId xmlns:a16="http://schemas.microsoft.com/office/drawing/2014/main" id="{11789A65-4C7B-4BA9-A299-D4B4550406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846286"/>
                </p:ext>
              </p:extLst>
            </p:nvPr>
          </p:nvGraphicFramePr>
          <p:xfrm>
            <a:off x="977" y="3399"/>
            <a:ext cx="928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240" imgH="228600" progId="Equation.DSMT4">
                    <p:embed/>
                  </p:oleObj>
                </mc:Choice>
                <mc:Fallback>
                  <p:oleObj name="Equation" r:id="rId8" imgW="444240" imgH="228600" progId="Equation.DSMT4">
                    <p:embed/>
                    <p:pic>
                      <p:nvPicPr>
                        <p:cNvPr id="59395" name="Object 15">
                          <a:extLst>
                            <a:ext uri="{FF2B5EF4-FFF2-40B4-BE49-F238E27FC236}">
                              <a16:creationId xmlns:a16="http://schemas.microsoft.com/office/drawing/2014/main" id="{11789A65-4C7B-4BA9-A299-D4B4550406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3399"/>
                          <a:ext cx="928" cy="48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4" name="Group 7">
            <a:extLst>
              <a:ext uri="{FF2B5EF4-FFF2-40B4-BE49-F238E27FC236}">
                <a16:creationId xmlns:a16="http://schemas.microsoft.com/office/drawing/2014/main" id="{538B44CE-DBBB-42BA-8333-2F10BE4F7348}"/>
              </a:ext>
            </a:extLst>
          </p:cNvPr>
          <p:cNvGrpSpPr>
            <a:grpSpLocks/>
          </p:cNvGrpSpPr>
          <p:nvPr/>
        </p:nvGrpSpPr>
        <p:grpSpPr bwMode="auto">
          <a:xfrm>
            <a:off x="-599961" y="1402795"/>
            <a:ext cx="8520723" cy="708026"/>
            <a:chOff x="207" y="549"/>
            <a:chExt cx="3486" cy="446"/>
          </a:xfrm>
        </p:grpSpPr>
        <p:sp>
          <p:nvSpPr>
            <p:cNvPr id="61446" name="Rectangle 5">
              <a:extLst>
                <a:ext uri="{FF2B5EF4-FFF2-40B4-BE49-F238E27FC236}">
                  <a16:creationId xmlns:a16="http://schemas.microsoft.com/office/drawing/2014/main" id="{C119716B-3A80-4EF4-A79E-1B1E0D550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" y="549"/>
              <a:ext cx="292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800" b="1" dirty="0">
                  <a:solidFill>
                    <a:srgbClr val="008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The Fourier series can be expressed as:</a:t>
              </a:r>
            </a:p>
            <a:p>
              <a:pPr eaLnBrk="1" hangingPunct="1"/>
              <a:r>
                <a:rPr lang="en-US" altLang="zh-CN" sz="1200" dirty="0"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61447" name="Rectangle 6">
              <a:extLst>
                <a:ext uri="{FF2B5EF4-FFF2-40B4-BE49-F238E27FC236}">
                  <a16:creationId xmlns:a16="http://schemas.microsoft.com/office/drawing/2014/main" id="{7E3DA1A7-D354-48CC-B540-585624F74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668"/>
              <a:ext cx="2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1445" name="Rectangle 9">
            <a:extLst>
              <a:ext uri="{FF2B5EF4-FFF2-40B4-BE49-F238E27FC236}">
                <a16:creationId xmlns:a16="http://schemas.microsoft.com/office/drawing/2014/main" id="{843CDDC4-D7E7-4927-9B79-696383AF9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54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61442" name="Object 8">
            <a:extLst>
              <a:ext uri="{FF2B5EF4-FFF2-40B4-BE49-F238E27FC236}">
                <a16:creationId xmlns:a16="http://schemas.microsoft.com/office/drawing/2014/main" id="{4E3A1BB3-AF02-4450-80CD-73BCAA706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153009"/>
              </p:ext>
            </p:extLst>
          </p:nvPr>
        </p:nvGraphicFramePr>
        <p:xfrm>
          <a:off x="2946982" y="2110821"/>
          <a:ext cx="6044618" cy="392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1282680" progId="Equation.DSMT4">
                  <p:embed/>
                </p:oleObj>
              </mc:Choice>
              <mc:Fallback>
                <p:oleObj name="Equation" r:id="rId2" imgW="1981080" imgH="1282680" progId="Equation.DSMT4">
                  <p:embed/>
                  <p:pic>
                    <p:nvPicPr>
                      <p:cNvPr id="61442" name="Object 8">
                        <a:extLst>
                          <a:ext uri="{FF2B5EF4-FFF2-40B4-BE49-F238E27FC236}">
                            <a16:creationId xmlns:a16="http://schemas.microsoft.com/office/drawing/2014/main" id="{4E3A1BB3-AF02-4450-80CD-73BCAA706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982" y="2110821"/>
                        <a:ext cx="6044618" cy="3928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7478270B-7056-4DE0-A14E-90B16B7B9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7" y="2228671"/>
            <a:ext cx="92725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ea typeface="宋体" panose="02010600030101010101" pitchFamily="2" charset="-122"/>
              </a:rPr>
              <a:t>Functions defined on entire real line without any periodicity</a:t>
            </a:r>
            <a:r>
              <a:rPr lang="zh-CN" altLang="en-US" sz="3600" b="1" dirty="0">
                <a:solidFill>
                  <a:srgbClr val="0000FF"/>
                </a:solidFill>
                <a:ea typeface="宋体" panose="02010600030101010101" pitchFamily="2" charset="-122"/>
              </a:rPr>
              <a:t>？ </a:t>
            </a:r>
            <a:endParaRPr lang="en-US" altLang="zh-CN" sz="36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021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803</Words>
  <Application>Microsoft Office PowerPoint</Application>
  <PresentationFormat>宽屏</PresentationFormat>
  <Paragraphs>178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等线</vt:lpstr>
      <vt:lpstr>等线 Light</vt:lpstr>
      <vt:lpstr>Arial</vt:lpstr>
      <vt:lpstr>Symbol</vt:lpstr>
      <vt:lpstr>Times</vt:lpstr>
      <vt:lpstr>Times New Roman</vt:lpstr>
      <vt:lpstr>Office 主题​​</vt:lpstr>
      <vt:lpstr>Equation</vt:lpstr>
      <vt:lpstr>Visio</vt:lpstr>
      <vt:lpstr>Fourier series</vt:lpstr>
      <vt:lpstr>PowerPoint 演示文稿</vt:lpstr>
      <vt:lpstr>PowerPoint 演示文稿</vt:lpstr>
      <vt:lpstr>Periodic Function</vt:lpstr>
      <vt:lpstr>Light pulses</vt:lpstr>
      <vt:lpstr>Light pulses</vt:lpstr>
      <vt:lpstr>Light pulses</vt:lpstr>
      <vt:lpstr>Light pulses</vt:lpstr>
      <vt:lpstr>Light pulses</vt:lpstr>
      <vt:lpstr>Fourier series</vt:lpstr>
      <vt:lpstr>Dirichlet condition </vt:lpstr>
      <vt:lpstr>PowerPoint 演示文稿</vt:lpstr>
      <vt:lpstr>PowerPoint 演示文稿</vt:lpstr>
      <vt:lpstr>PowerPoint 演示文稿</vt:lpstr>
      <vt:lpstr>PowerPoint 演示文稿</vt:lpstr>
      <vt:lpstr>Orthogonality of functions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(IV)</dc:title>
  <dc:creator>达 周</dc:creator>
  <cp:lastModifiedBy>达 周</cp:lastModifiedBy>
  <cp:revision>7</cp:revision>
  <dcterms:created xsi:type="dcterms:W3CDTF">2020-02-02T12:31:26Z</dcterms:created>
  <dcterms:modified xsi:type="dcterms:W3CDTF">2023-04-16T05:45:43Z</dcterms:modified>
</cp:coreProperties>
</file>