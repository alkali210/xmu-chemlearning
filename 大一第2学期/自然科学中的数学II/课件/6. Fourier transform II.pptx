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300" r:id="rId4"/>
    <p:sldId id="312" r:id="rId5"/>
    <p:sldId id="313" r:id="rId6"/>
    <p:sldId id="316" r:id="rId7"/>
    <p:sldId id="314" r:id="rId8"/>
    <p:sldId id="317" r:id="rId9"/>
    <p:sldId id="315" r:id="rId10"/>
    <p:sldId id="318" r:id="rId11"/>
    <p:sldId id="263" r:id="rId12"/>
    <p:sldId id="301" r:id="rId13"/>
    <p:sldId id="302" r:id="rId14"/>
    <p:sldId id="303" r:id="rId15"/>
    <p:sldId id="264" r:id="rId16"/>
    <p:sldId id="306" r:id="rId17"/>
    <p:sldId id="304" r:id="rId18"/>
    <p:sldId id="307" r:id="rId19"/>
    <p:sldId id="266" r:id="rId20"/>
    <p:sldId id="268" r:id="rId21"/>
    <p:sldId id="308" r:id="rId22"/>
    <p:sldId id="309" r:id="rId23"/>
    <p:sldId id="310" r:id="rId24"/>
    <p:sldId id="311" r:id="rId25"/>
    <p:sldId id="326" r:id="rId26"/>
    <p:sldId id="321" r:id="rId27"/>
    <p:sldId id="323" r:id="rId28"/>
    <p:sldId id="324" r:id="rId29"/>
    <p:sldId id="32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达 周" userId="d3c3af45359772bc" providerId="LiveId" clId="{2DF6A811-6454-4669-A4D8-B2E9F654B3BD}"/>
    <pc:docChg chg="undo custSel addSld modSld">
      <pc:chgData name="达 周" userId="d3c3af45359772bc" providerId="LiveId" clId="{2DF6A811-6454-4669-A4D8-B2E9F654B3BD}" dt="2020-03-04T03:52:54.220" v="566" actId="20577"/>
      <pc:docMkLst>
        <pc:docMk/>
      </pc:docMkLst>
      <pc:sldChg chg="modSp mod">
        <pc:chgData name="达 周" userId="d3c3af45359772bc" providerId="LiveId" clId="{2DF6A811-6454-4669-A4D8-B2E9F654B3BD}" dt="2020-03-04T03:52:54.220" v="566" actId="20577"/>
        <pc:sldMkLst>
          <pc:docMk/>
          <pc:sldMk cId="1821305407" sldId="305"/>
        </pc:sldMkLst>
        <pc:spChg chg="mod">
          <ac:chgData name="达 周" userId="d3c3af45359772bc" providerId="LiveId" clId="{2DF6A811-6454-4669-A4D8-B2E9F654B3BD}" dt="2020-03-04T03:52:54.220" v="566" actId="20577"/>
          <ac:spMkLst>
            <pc:docMk/>
            <pc:sldMk cId="1821305407" sldId="305"/>
            <ac:spMk id="9" creationId="{74F8A5D7-98D2-4968-96BE-F53946FC3459}"/>
          </ac:spMkLst>
        </pc:spChg>
      </pc:sldChg>
      <pc:sldChg chg="addSp modSp">
        <pc:chgData name="达 周" userId="d3c3af45359772bc" providerId="LiveId" clId="{2DF6A811-6454-4669-A4D8-B2E9F654B3BD}" dt="2020-03-02T13:14:39.796" v="512" actId="207"/>
        <pc:sldMkLst>
          <pc:docMk/>
          <pc:sldMk cId="2361615146" sldId="319"/>
        </pc:sldMkLst>
        <pc:spChg chg="add mod">
          <ac:chgData name="达 周" userId="d3c3af45359772bc" providerId="LiveId" clId="{2DF6A811-6454-4669-A4D8-B2E9F654B3BD}" dt="2020-03-02T13:14:39.796" v="512" actId="207"/>
          <ac:spMkLst>
            <pc:docMk/>
            <pc:sldMk cId="2361615146" sldId="319"/>
            <ac:spMk id="2" creationId="{9DCD12C6-CECE-4F79-84BB-263F70F3AC7C}"/>
          </ac:spMkLst>
        </pc:spChg>
      </pc:sldChg>
      <pc:sldChg chg="addSp delSp modSp mod">
        <pc:chgData name="达 周" userId="d3c3af45359772bc" providerId="LiveId" clId="{2DF6A811-6454-4669-A4D8-B2E9F654B3BD}" dt="2020-03-02T12:39:43.523" v="103" actId="478"/>
        <pc:sldMkLst>
          <pc:docMk/>
          <pc:sldMk cId="4121995736" sldId="320"/>
        </pc:sldMkLst>
        <pc:spChg chg="mod">
          <ac:chgData name="达 周" userId="d3c3af45359772bc" providerId="LiveId" clId="{2DF6A811-6454-4669-A4D8-B2E9F654B3BD}" dt="2020-03-02T12:37:47.410" v="96" actId="20577"/>
          <ac:spMkLst>
            <pc:docMk/>
            <pc:sldMk cId="4121995736" sldId="320"/>
            <ac:spMk id="3" creationId="{258DDD4F-062F-4AC0-B147-E7CA7523B292}"/>
          </ac:spMkLst>
        </pc:spChg>
        <pc:picChg chg="add del mod">
          <ac:chgData name="达 周" userId="d3c3af45359772bc" providerId="LiveId" clId="{2DF6A811-6454-4669-A4D8-B2E9F654B3BD}" dt="2020-03-02T12:39:43.523" v="103" actId="478"/>
          <ac:picMkLst>
            <pc:docMk/>
            <pc:sldMk cId="4121995736" sldId="320"/>
            <ac:picMk id="14338" creationId="{C67E3B02-0068-418C-A5EE-0A22DAA904F8}"/>
          </ac:picMkLst>
        </pc:picChg>
      </pc:sldChg>
      <pc:sldChg chg="add">
        <pc:chgData name="达 周" userId="d3c3af45359772bc" providerId="LiveId" clId="{2DF6A811-6454-4669-A4D8-B2E9F654B3BD}" dt="2020-03-02T12:39:38.676" v="102"/>
        <pc:sldMkLst>
          <pc:docMk/>
          <pc:sldMk cId="1466221333" sldId="321"/>
        </pc:sldMkLst>
      </pc:sldChg>
      <pc:sldChg chg="addSp delSp modSp add mod">
        <pc:chgData name="达 周" userId="d3c3af45359772bc" providerId="LiveId" clId="{2DF6A811-6454-4669-A4D8-B2E9F654B3BD}" dt="2020-03-02T12:55:45.962" v="264" actId="478"/>
        <pc:sldMkLst>
          <pc:docMk/>
          <pc:sldMk cId="1709686029" sldId="322"/>
        </pc:sldMkLst>
        <pc:spChg chg="mod">
          <ac:chgData name="达 周" userId="d3c3af45359772bc" providerId="LiveId" clId="{2DF6A811-6454-4669-A4D8-B2E9F654B3BD}" dt="2020-03-02T12:55:36.137" v="261" actId="1076"/>
          <ac:spMkLst>
            <pc:docMk/>
            <pc:sldMk cId="1709686029" sldId="322"/>
            <ac:spMk id="3" creationId="{258DDD4F-062F-4AC0-B147-E7CA7523B292}"/>
          </ac:spMkLst>
        </pc:spChg>
        <pc:picChg chg="add del mod">
          <ac:chgData name="达 周" userId="d3c3af45359772bc" providerId="LiveId" clId="{2DF6A811-6454-4669-A4D8-B2E9F654B3BD}" dt="2020-03-02T12:55:45.962" v="264" actId="478"/>
          <ac:picMkLst>
            <pc:docMk/>
            <pc:sldMk cId="1709686029" sldId="322"/>
            <ac:picMk id="15362" creationId="{E0ED4D9B-ECA4-4A6A-B5B0-DB9674D0951B}"/>
          </ac:picMkLst>
        </pc:picChg>
      </pc:sldChg>
      <pc:sldChg chg="addSp modSp add">
        <pc:chgData name="达 周" userId="d3c3af45359772bc" providerId="LiveId" clId="{2DF6A811-6454-4669-A4D8-B2E9F654B3BD}" dt="2020-03-02T12:57:54.991" v="268" actId="1076"/>
        <pc:sldMkLst>
          <pc:docMk/>
          <pc:sldMk cId="1214202828" sldId="323"/>
        </pc:sldMkLst>
        <pc:picChg chg="mod">
          <ac:chgData name="达 周" userId="d3c3af45359772bc" providerId="LiveId" clId="{2DF6A811-6454-4669-A4D8-B2E9F654B3BD}" dt="2020-03-02T12:57:54.991" v="268" actId="1076"/>
          <ac:picMkLst>
            <pc:docMk/>
            <pc:sldMk cId="1214202828" sldId="323"/>
            <ac:picMk id="15362" creationId="{E0ED4D9B-ECA4-4A6A-B5B0-DB9674D0951B}"/>
          </ac:picMkLst>
        </pc:picChg>
        <pc:picChg chg="add mod">
          <ac:chgData name="达 周" userId="d3c3af45359772bc" providerId="LiveId" clId="{2DF6A811-6454-4669-A4D8-B2E9F654B3BD}" dt="2020-03-02T12:57:52.605" v="267" actId="1076"/>
          <ac:picMkLst>
            <pc:docMk/>
            <pc:sldMk cId="1214202828" sldId="323"/>
            <ac:picMk id="17410" creationId="{73F7CB05-C830-49B3-80A9-62C5F1B0C0B2}"/>
          </ac:picMkLst>
        </pc:picChg>
      </pc:sldChg>
      <pc:sldChg chg="addSp modSp add mod">
        <pc:chgData name="达 周" userId="d3c3af45359772bc" providerId="LiveId" clId="{2DF6A811-6454-4669-A4D8-B2E9F654B3BD}" dt="2020-03-02T13:09:21.319" v="418" actId="20577"/>
        <pc:sldMkLst>
          <pc:docMk/>
          <pc:sldMk cId="490322334" sldId="324"/>
        </pc:sldMkLst>
        <pc:spChg chg="mod">
          <ac:chgData name="达 周" userId="d3c3af45359772bc" providerId="LiveId" clId="{2DF6A811-6454-4669-A4D8-B2E9F654B3BD}" dt="2020-03-02T12:58:49.349" v="270"/>
          <ac:spMkLst>
            <pc:docMk/>
            <pc:sldMk cId="490322334" sldId="324"/>
            <ac:spMk id="2" creationId="{84196701-1849-48B4-928D-E413706CE036}"/>
          </ac:spMkLst>
        </pc:spChg>
        <pc:spChg chg="mod">
          <ac:chgData name="达 周" userId="d3c3af45359772bc" providerId="LiveId" clId="{2DF6A811-6454-4669-A4D8-B2E9F654B3BD}" dt="2020-03-02T13:03:07.649" v="323" actId="20577"/>
          <ac:spMkLst>
            <pc:docMk/>
            <pc:sldMk cId="490322334" sldId="324"/>
            <ac:spMk id="3" creationId="{89D4E9FB-5F42-412D-AF65-05D580043A85}"/>
          </ac:spMkLst>
        </pc:spChg>
        <pc:spChg chg="add mod">
          <ac:chgData name="达 周" userId="d3c3af45359772bc" providerId="LiveId" clId="{2DF6A811-6454-4669-A4D8-B2E9F654B3BD}" dt="2020-03-02T13:03:34.011" v="347" actId="255"/>
          <ac:spMkLst>
            <pc:docMk/>
            <pc:sldMk cId="490322334" sldId="324"/>
            <ac:spMk id="4" creationId="{7207ED6E-3C01-4570-9132-B9151326DDF1}"/>
          </ac:spMkLst>
        </pc:spChg>
        <pc:spChg chg="add mod">
          <ac:chgData name="达 周" userId="d3c3af45359772bc" providerId="LiveId" clId="{2DF6A811-6454-4669-A4D8-B2E9F654B3BD}" dt="2020-03-02T13:09:21.319" v="418" actId="20577"/>
          <ac:spMkLst>
            <pc:docMk/>
            <pc:sldMk cId="490322334" sldId="324"/>
            <ac:spMk id="5" creationId="{CAE44A34-7A91-426F-96C7-5FF1A1B561F3}"/>
          </ac:spMkLst>
        </pc:spChg>
        <pc:spChg chg="add mod">
          <ac:chgData name="达 周" userId="d3c3af45359772bc" providerId="LiveId" clId="{2DF6A811-6454-4669-A4D8-B2E9F654B3BD}" dt="2020-03-02T13:05:48.544" v="378" actId="1076"/>
          <ac:spMkLst>
            <pc:docMk/>
            <pc:sldMk cId="490322334" sldId="324"/>
            <ac:spMk id="12" creationId="{76CDC23D-1168-450A-A213-EF4857BBF5A8}"/>
          </ac:spMkLst>
        </pc:spChg>
        <pc:spChg chg="add mod">
          <ac:chgData name="达 周" userId="d3c3af45359772bc" providerId="LiveId" clId="{2DF6A811-6454-4669-A4D8-B2E9F654B3BD}" dt="2020-03-02T13:07:25.088" v="393" actId="1076"/>
          <ac:spMkLst>
            <pc:docMk/>
            <pc:sldMk cId="490322334" sldId="324"/>
            <ac:spMk id="13" creationId="{E306BD0E-683B-42D1-A0B5-8F35F82F90D8}"/>
          </ac:spMkLst>
        </pc:spChg>
        <pc:spChg chg="add mod">
          <ac:chgData name="达 周" userId="d3c3af45359772bc" providerId="LiveId" clId="{2DF6A811-6454-4669-A4D8-B2E9F654B3BD}" dt="2020-03-02T13:07:41.528" v="405" actId="1076"/>
          <ac:spMkLst>
            <pc:docMk/>
            <pc:sldMk cId="490322334" sldId="324"/>
            <ac:spMk id="14" creationId="{138C52EC-FDCB-403E-A1B3-24F6AE000A5B}"/>
          </ac:spMkLst>
        </pc:spChg>
        <pc:cxnChg chg="add mod">
          <ac:chgData name="达 周" userId="d3c3af45359772bc" providerId="LiveId" clId="{2DF6A811-6454-4669-A4D8-B2E9F654B3BD}" dt="2020-03-02T13:04:17.052" v="357" actId="11529"/>
          <ac:cxnSpMkLst>
            <pc:docMk/>
            <pc:sldMk cId="490322334" sldId="324"/>
            <ac:cxnSpMk id="7" creationId="{1D007593-CA8C-49BB-88F7-23F9D8069FE3}"/>
          </ac:cxnSpMkLst>
        </pc:cxnChg>
        <pc:cxnChg chg="add mod">
          <ac:chgData name="达 周" userId="d3c3af45359772bc" providerId="LiveId" clId="{2DF6A811-6454-4669-A4D8-B2E9F654B3BD}" dt="2020-03-02T13:04:29.902" v="358" actId="11529"/>
          <ac:cxnSpMkLst>
            <pc:docMk/>
            <pc:sldMk cId="490322334" sldId="324"/>
            <ac:cxnSpMk id="9" creationId="{CEFB2CE0-45C1-448A-A7FF-B7B9D3E248A7}"/>
          </ac:cxnSpMkLst>
        </pc:cxnChg>
        <pc:cxnChg chg="add mod">
          <ac:chgData name="达 周" userId="d3c3af45359772bc" providerId="LiveId" clId="{2DF6A811-6454-4669-A4D8-B2E9F654B3BD}" dt="2020-03-02T13:04:58.401" v="359" actId="11529"/>
          <ac:cxnSpMkLst>
            <pc:docMk/>
            <pc:sldMk cId="490322334" sldId="324"/>
            <ac:cxnSpMk id="11" creationId="{AF2D8371-5EF7-47BC-A31E-7787031F3700}"/>
          </ac:cxnSpMkLst>
        </pc:cxnChg>
      </pc:sldChg>
      <pc:sldChg chg="addSp delSp modSp add mod">
        <pc:chgData name="达 周" userId="d3c3af45359772bc" providerId="LiveId" clId="{2DF6A811-6454-4669-A4D8-B2E9F654B3BD}" dt="2020-03-02T13:14:02.322" v="510" actId="767"/>
        <pc:sldMkLst>
          <pc:docMk/>
          <pc:sldMk cId="355581770" sldId="325"/>
        </pc:sldMkLst>
        <pc:spChg chg="mod">
          <ac:chgData name="达 周" userId="d3c3af45359772bc" providerId="LiveId" clId="{2DF6A811-6454-4669-A4D8-B2E9F654B3BD}" dt="2020-03-02T13:11:08.182" v="449" actId="20577"/>
          <ac:spMkLst>
            <pc:docMk/>
            <pc:sldMk cId="355581770" sldId="325"/>
            <ac:spMk id="4" creationId="{7207ED6E-3C01-4570-9132-B9151326DDF1}"/>
          </ac:spMkLst>
        </pc:spChg>
        <pc:spChg chg="mod">
          <ac:chgData name="达 周" userId="d3c3af45359772bc" providerId="LiveId" clId="{2DF6A811-6454-4669-A4D8-B2E9F654B3BD}" dt="2020-03-02T13:11:06.085" v="448" actId="20577"/>
          <ac:spMkLst>
            <pc:docMk/>
            <pc:sldMk cId="355581770" sldId="325"/>
            <ac:spMk id="5" creationId="{CAE44A34-7A91-426F-96C7-5FF1A1B561F3}"/>
          </ac:spMkLst>
        </pc:spChg>
        <pc:spChg chg="add del mod">
          <ac:chgData name="达 周" userId="d3c3af45359772bc" providerId="LiveId" clId="{2DF6A811-6454-4669-A4D8-B2E9F654B3BD}" dt="2020-03-02T13:14:02.322" v="510" actId="767"/>
          <ac:spMkLst>
            <pc:docMk/>
            <pc:sldMk cId="355581770" sldId="325"/>
            <ac:spMk id="8" creationId="{D198D8F5-61FC-4AA4-815B-A927FD4BCE4A}"/>
          </ac:spMkLst>
        </pc:spChg>
        <pc:spChg chg="del">
          <ac:chgData name="达 周" userId="d3c3af45359772bc" providerId="LiveId" clId="{2DF6A811-6454-4669-A4D8-B2E9F654B3BD}" dt="2020-03-02T13:10:40.848" v="421" actId="478"/>
          <ac:spMkLst>
            <pc:docMk/>
            <pc:sldMk cId="355581770" sldId="325"/>
            <ac:spMk id="12" creationId="{76CDC23D-1168-450A-A213-EF4857BBF5A8}"/>
          </ac:spMkLst>
        </pc:spChg>
        <pc:spChg chg="mod">
          <ac:chgData name="达 周" userId="d3c3af45359772bc" providerId="LiveId" clId="{2DF6A811-6454-4669-A4D8-B2E9F654B3BD}" dt="2020-03-02T13:11:48.622" v="487" actId="1076"/>
          <ac:spMkLst>
            <pc:docMk/>
            <pc:sldMk cId="355581770" sldId="325"/>
            <ac:spMk id="13" creationId="{E306BD0E-683B-42D1-A0B5-8F35F82F90D8}"/>
          </ac:spMkLst>
        </pc:spChg>
        <pc:spChg chg="mod">
          <ac:chgData name="达 周" userId="d3c3af45359772bc" providerId="LiveId" clId="{2DF6A811-6454-4669-A4D8-B2E9F654B3BD}" dt="2020-03-02T13:11:38.897" v="484" actId="20577"/>
          <ac:spMkLst>
            <pc:docMk/>
            <pc:sldMk cId="355581770" sldId="325"/>
            <ac:spMk id="14" creationId="{138C52EC-FDCB-403E-A1B3-24F6AE000A5B}"/>
          </ac:spMkLst>
        </pc:spChg>
        <pc:spChg chg="add mod">
          <ac:chgData name="达 周" userId="d3c3af45359772bc" providerId="LiveId" clId="{2DF6A811-6454-4669-A4D8-B2E9F654B3BD}" dt="2020-03-02T13:13:15.545" v="502" actId="1076"/>
          <ac:spMkLst>
            <pc:docMk/>
            <pc:sldMk cId="355581770" sldId="325"/>
            <ac:spMk id="17" creationId="{4BC53830-428F-4EA1-A737-0E3C5B393D05}"/>
          </ac:spMkLst>
        </pc:spChg>
        <pc:cxnChg chg="del">
          <ac:chgData name="达 周" userId="d3c3af45359772bc" providerId="LiveId" clId="{2DF6A811-6454-4669-A4D8-B2E9F654B3BD}" dt="2020-03-02T13:10:38.274" v="420" actId="478"/>
          <ac:cxnSpMkLst>
            <pc:docMk/>
            <pc:sldMk cId="355581770" sldId="325"/>
            <ac:cxnSpMk id="11" creationId="{AF2D8371-5EF7-47BC-A31E-7787031F3700}"/>
          </ac:cxnSpMkLst>
        </pc:cxnChg>
        <pc:cxnChg chg="add mod">
          <ac:chgData name="达 周" userId="d3c3af45359772bc" providerId="LiveId" clId="{2DF6A811-6454-4669-A4D8-B2E9F654B3BD}" dt="2020-03-02T13:12:32.930" v="489" actId="1076"/>
          <ac:cxnSpMkLst>
            <pc:docMk/>
            <pc:sldMk cId="355581770" sldId="325"/>
            <ac:cxnSpMk id="15" creationId="{CBC2C997-1B23-4E2C-8FEE-53205D468803}"/>
          </ac:cxnSpMkLst>
        </pc:cxnChg>
        <pc:cxnChg chg="add mod">
          <ac:chgData name="达 周" userId="d3c3af45359772bc" providerId="LiveId" clId="{2DF6A811-6454-4669-A4D8-B2E9F654B3BD}" dt="2020-03-02T13:12:49.887" v="493" actId="1076"/>
          <ac:cxnSpMkLst>
            <pc:docMk/>
            <pc:sldMk cId="355581770" sldId="325"/>
            <ac:cxnSpMk id="16" creationId="{22B53AD6-E83C-4129-99D0-2A39909ED9F1}"/>
          </ac:cxnSpMkLst>
        </pc:cxnChg>
      </pc:sldChg>
    </pc:docChg>
  </pc:docChgLst>
  <pc:docChgLst>
    <pc:chgData name="达 周" userId="d3c3af45359772bc" providerId="LiveId" clId="{51808E07-277C-4E60-B177-FC7F3AD481C9}"/>
    <pc:docChg chg="undo custSel addSld delSld modSld sldOrd">
      <pc:chgData name="达 周" userId="d3c3af45359772bc" providerId="LiveId" clId="{51808E07-277C-4E60-B177-FC7F3AD481C9}" dt="2020-02-01T13:18:03.301" v="842" actId="1076"/>
      <pc:docMkLst>
        <pc:docMk/>
      </pc:docMkLst>
      <pc:sldChg chg="modSp add">
        <pc:chgData name="达 周" userId="d3c3af45359772bc" providerId="LiveId" clId="{51808E07-277C-4E60-B177-FC7F3AD481C9}" dt="2020-01-22T12:09:47.324" v="75" actId="20577"/>
        <pc:sldMkLst>
          <pc:docMk/>
          <pc:sldMk cId="361446110" sldId="256"/>
        </pc:sldMkLst>
        <pc:spChg chg="mod">
          <ac:chgData name="达 周" userId="d3c3af45359772bc" providerId="LiveId" clId="{51808E07-277C-4E60-B177-FC7F3AD481C9}" dt="2020-01-22T12:09:47.324" v="75" actId="20577"/>
          <ac:spMkLst>
            <pc:docMk/>
            <pc:sldMk cId="361446110" sldId="256"/>
            <ac:spMk id="2" creationId="{8DA5E3CA-2273-449A-98A0-13A6CBEBF971}"/>
          </ac:spMkLst>
        </pc:spChg>
        <pc:spChg chg="mod">
          <ac:chgData name="达 周" userId="d3c3af45359772bc" providerId="LiveId" clId="{51808E07-277C-4E60-B177-FC7F3AD481C9}" dt="2020-01-22T12:06:07.002" v="65" actId="20577"/>
          <ac:spMkLst>
            <pc:docMk/>
            <pc:sldMk cId="361446110" sldId="256"/>
            <ac:spMk id="3" creationId="{9DBD7AEF-F554-460B-848C-2F09F325F6E7}"/>
          </ac:spMkLst>
        </pc:spChg>
      </pc:sldChg>
      <pc:sldChg chg="addSp delSp modSp add">
        <pc:chgData name="达 周" userId="d3c3af45359772bc" providerId="LiveId" clId="{51808E07-277C-4E60-B177-FC7F3AD481C9}" dt="2020-02-01T10:54:18.913" v="262" actId="14100"/>
        <pc:sldMkLst>
          <pc:docMk/>
          <pc:sldMk cId="1374586752" sldId="257"/>
        </pc:sldMkLst>
        <pc:spChg chg="mod">
          <ac:chgData name="达 周" userId="d3c3af45359772bc" providerId="LiveId" clId="{51808E07-277C-4E60-B177-FC7F3AD481C9}" dt="2020-02-01T10:54:04.778" v="259" actId="20577"/>
          <ac:spMkLst>
            <pc:docMk/>
            <pc:sldMk cId="1374586752" sldId="257"/>
            <ac:spMk id="2" creationId="{9D08DDF9-5E1A-4D3B-80A9-7959F57E234A}"/>
          </ac:spMkLst>
        </pc:spChg>
        <pc:spChg chg="del mod">
          <ac:chgData name="达 周" userId="d3c3af45359772bc" providerId="LiveId" clId="{51808E07-277C-4E60-B177-FC7F3AD481C9}" dt="2020-01-22T12:58:26.553" v="135"/>
          <ac:spMkLst>
            <pc:docMk/>
            <pc:sldMk cId="1374586752" sldId="257"/>
            <ac:spMk id="3" creationId="{8F9DA7F6-3F1C-44F0-85B5-60FF2677997D}"/>
          </ac:spMkLst>
        </pc:spChg>
        <pc:graphicFrameChg chg="add mod">
          <ac:chgData name="达 周" userId="d3c3af45359772bc" providerId="LiveId" clId="{51808E07-277C-4E60-B177-FC7F3AD481C9}" dt="2020-02-01T10:54:18.913" v="262" actId="14100"/>
          <ac:graphicFrameMkLst>
            <pc:docMk/>
            <pc:sldMk cId="1374586752" sldId="257"/>
            <ac:graphicFrameMk id="4" creationId="{4D0F3F80-EC64-4A61-A7CC-B66F129D637A}"/>
          </ac:graphicFrameMkLst>
        </pc:graphicFrameChg>
      </pc:sldChg>
      <pc:sldChg chg="addSp delSp modSp add">
        <pc:chgData name="达 周" userId="d3c3af45359772bc" providerId="LiveId" clId="{51808E07-277C-4E60-B177-FC7F3AD481C9}" dt="2020-02-01T10:56:47.965" v="263" actId="1076"/>
        <pc:sldMkLst>
          <pc:docMk/>
          <pc:sldMk cId="3111531222" sldId="258"/>
        </pc:sldMkLst>
        <pc:spChg chg="mod">
          <ac:chgData name="达 周" userId="d3c3af45359772bc" providerId="LiveId" clId="{51808E07-277C-4E60-B177-FC7F3AD481C9}" dt="2020-01-22T13:00:55.596" v="168" actId="20577"/>
          <ac:spMkLst>
            <pc:docMk/>
            <pc:sldMk cId="3111531222" sldId="258"/>
            <ac:spMk id="2" creationId="{F424204E-D642-45AF-98BB-CDB3CAA2DEF5}"/>
          </ac:spMkLst>
        </pc:spChg>
        <pc:spChg chg="del">
          <ac:chgData name="达 周" userId="d3c3af45359772bc" providerId="LiveId" clId="{51808E07-277C-4E60-B177-FC7F3AD481C9}" dt="2020-01-22T13:01:12.168" v="169"/>
          <ac:spMkLst>
            <pc:docMk/>
            <pc:sldMk cId="3111531222" sldId="258"/>
            <ac:spMk id="3" creationId="{28CBB5D0-705F-4B6C-BB9D-E0B5D4E7D151}"/>
          </ac:spMkLst>
        </pc:spChg>
        <pc:spChg chg="add del">
          <ac:chgData name="达 周" userId="d3c3af45359772bc" providerId="LiveId" clId="{51808E07-277C-4E60-B177-FC7F3AD481C9}" dt="2020-01-22T13:03:28.920" v="185"/>
          <ac:spMkLst>
            <pc:docMk/>
            <pc:sldMk cId="3111531222" sldId="258"/>
            <ac:spMk id="6" creationId="{10EA93A5-CE40-4914-886D-9BE8FEFBB343}"/>
          </ac:spMkLst>
        </pc:spChg>
        <pc:graphicFrameChg chg="add mod">
          <ac:chgData name="达 周" userId="d3c3af45359772bc" providerId="LiveId" clId="{51808E07-277C-4E60-B177-FC7F3AD481C9}" dt="2020-01-22T13:01:30.976" v="174" actId="1076"/>
          <ac:graphicFrameMkLst>
            <pc:docMk/>
            <pc:sldMk cId="3111531222" sldId="258"/>
            <ac:graphicFrameMk id="4" creationId="{600A3A0B-E0BD-483E-B656-A102C2D1E907}"/>
          </ac:graphicFrameMkLst>
        </pc:graphicFrameChg>
        <pc:graphicFrameChg chg="add mod">
          <ac:chgData name="达 周" userId="d3c3af45359772bc" providerId="LiveId" clId="{51808E07-277C-4E60-B177-FC7F3AD481C9}" dt="2020-02-01T10:56:47.965" v="263" actId="1076"/>
          <ac:graphicFrameMkLst>
            <pc:docMk/>
            <pc:sldMk cId="3111531222" sldId="258"/>
            <ac:graphicFrameMk id="5" creationId="{91C4BA3F-ABAC-4687-9C94-E7A7E2E5BD44}"/>
          </ac:graphicFrameMkLst>
        </pc:graphicFrameChg>
      </pc:sldChg>
      <pc:sldChg chg="addSp delSp modSp add">
        <pc:chgData name="达 周" userId="d3c3af45359772bc" providerId="LiveId" clId="{51808E07-277C-4E60-B177-FC7F3AD481C9}" dt="2020-02-01T12:58:04.362" v="617"/>
        <pc:sldMkLst>
          <pc:docMk/>
          <pc:sldMk cId="1542243578" sldId="259"/>
        </pc:sldMkLst>
        <pc:spChg chg="mod">
          <ac:chgData name="达 周" userId="d3c3af45359772bc" providerId="LiveId" clId="{51808E07-277C-4E60-B177-FC7F3AD481C9}" dt="2020-01-22T13:04:37.838" v="198" actId="27636"/>
          <ac:spMkLst>
            <pc:docMk/>
            <pc:sldMk cId="1542243578" sldId="259"/>
            <ac:spMk id="2" creationId="{8E88535B-9F4E-4D62-B82B-B2DA7F4B8578}"/>
          </ac:spMkLst>
        </pc:spChg>
        <pc:spChg chg="del">
          <ac:chgData name="达 周" userId="d3c3af45359772bc" providerId="LiveId" clId="{51808E07-277C-4E60-B177-FC7F3AD481C9}" dt="2020-01-22T13:04:56.171" v="199"/>
          <ac:spMkLst>
            <pc:docMk/>
            <pc:sldMk cId="1542243578" sldId="259"/>
            <ac:spMk id="3" creationId="{55F720F5-2376-4C37-AC3B-4273606C73F1}"/>
          </ac:spMkLst>
        </pc:spChg>
        <pc:graphicFrameChg chg="add mod">
          <ac:chgData name="达 周" userId="d3c3af45359772bc" providerId="LiveId" clId="{51808E07-277C-4E60-B177-FC7F3AD481C9}" dt="2020-01-22T13:05:02.322" v="202" actId="1076"/>
          <ac:graphicFrameMkLst>
            <pc:docMk/>
            <pc:sldMk cId="1542243578" sldId="259"/>
            <ac:graphicFrameMk id="4" creationId="{27A2E1B3-A035-4BA2-86A6-9CB38629B262}"/>
          </ac:graphicFrameMkLst>
        </pc:graphicFrameChg>
        <pc:graphicFrameChg chg="add mod">
          <ac:chgData name="达 周" userId="d3c3af45359772bc" providerId="LiveId" clId="{51808E07-277C-4E60-B177-FC7F3AD481C9}" dt="2020-02-01T12:58:04.362" v="617"/>
          <ac:graphicFrameMkLst>
            <pc:docMk/>
            <pc:sldMk cId="1542243578" sldId="259"/>
            <ac:graphicFrameMk id="5" creationId="{10D2DC59-19F0-4C57-9529-EBEFFFC9798A}"/>
          </ac:graphicFrameMkLst>
        </pc:graphicFrameChg>
      </pc:sldChg>
      <pc:sldChg chg="addSp delSp modSp add">
        <pc:chgData name="达 周" userId="d3c3af45359772bc" providerId="LiveId" clId="{51808E07-277C-4E60-B177-FC7F3AD481C9}" dt="2020-02-01T10:59:45.185" v="272" actId="1076"/>
        <pc:sldMkLst>
          <pc:docMk/>
          <pc:sldMk cId="443953781" sldId="260"/>
        </pc:sldMkLst>
        <pc:spChg chg="mod">
          <ac:chgData name="达 周" userId="d3c3af45359772bc" providerId="LiveId" clId="{51808E07-277C-4E60-B177-FC7F3AD481C9}" dt="2020-01-22T13:08:55.418" v="237" actId="20577"/>
          <ac:spMkLst>
            <pc:docMk/>
            <pc:sldMk cId="443953781" sldId="260"/>
            <ac:spMk id="2" creationId="{02E1ED81-045A-4DEE-A61A-096E81F02E98}"/>
          </ac:spMkLst>
        </pc:spChg>
        <pc:spChg chg="del">
          <ac:chgData name="达 周" userId="d3c3af45359772bc" providerId="LiveId" clId="{51808E07-277C-4E60-B177-FC7F3AD481C9}" dt="2020-01-22T13:08:38.251" v="215"/>
          <ac:spMkLst>
            <pc:docMk/>
            <pc:sldMk cId="443953781" sldId="260"/>
            <ac:spMk id="3" creationId="{EBDA7138-75A3-42BE-8F50-012905455B1A}"/>
          </ac:spMkLst>
        </pc:spChg>
        <pc:spChg chg="add del mod">
          <ac:chgData name="达 周" userId="d3c3af45359772bc" providerId="LiveId" clId="{51808E07-277C-4E60-B177-FC7F3AD481C9}" dt="2020-01-22T13:09:49.194" v="240" actId="478"/>
          <ac:spMkLst>
            <pc:docMk/>
            <pc:sldMk cId="443953781" sldId="260"/>
            <ac:spMk id="7" creationId="{A80AAD7F-3A77-4580-8456-33BCA28DB41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8" creationId="{2CBF59F9-0319-4554-93B2-077956B36816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0" creationId="{50A889CD-4F7F-4B4F-9B15-586A24370A5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3" creationId="{8C382E93-58FD-4CC4-8823-29379CAF026D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4" creationId="{37D9C7E2-9F72-459A-8895-16020C8F5EEF}"/>
          </ac:spMkLst>
        </pc:spChg>
        <pc:spChg chg="add del">
          <ac:chgData name="达 周" userId="d3c3af45359772bc" providerId="LiveId" clId="{51808E07-277C-4E60-B177-FC7F3AD481C9}" dt="2020-01-22T13:29:32.424" v="250"/>
          <ac:spMkLst>
            <pc:docMk/>
            <pc:sldMk cId="443953781" sldId="260"/>
            <ac:spMk id="16" creationId="{80DA19BA-69A9-4CB9-9E90-0F1DED93CE8C}"/>
          </ac:spMkLst>
        </pc:spChg>
        <pc:grpChg chg="add mod">
          <ac:chgData name="达 周" userId="d3c3af45359772bc" providerId="LiveId" clId="{51808E07-277C-4E60-B177-FC7F3AD481C9}" dt="2020-02-01T10:59:45.185" v="272" actId="1076"/>
          <ac:grpSpMkLst>
            <pc:docMk/>
            <pc:sldMk cId="443953781" sldId="260"/>
            <ac:grpSpMk id="18" creationId="{7E398B3F-A972-49E5-B942-64C16425C84F}"/>
          </ac:grpSpMkLst>
        </pc:grpChg>
        <pc:graphicFrameChg chg="add del mod">
          <ac:chgData name="达 周" userId="d3c3af45359772bc" providerId="LiveId" clId="{51808E07-277C-4E60-B177-FC7F3AD481C9}" dt="2020-01-22T13:09:44.809" v="239" actId="478"/>
          <ac:graphicFrameMkLst>
            <pc:docMk/>
            <pc:sldMk cId="443953781" sldId="260"/>
            <ac:graphicFrameMk id="4" creationId="{FE44F78C-92A9-46D1-A8AC-7A7F54A5313E}"/>
          </ac:graphicFrameMkLst>
        </pc:graphicFrameChg>
        <pc:graphicFrameChg chg="add mod">
          <ac:chgData name="达 周" userId="d3c3af45359772bc" providerId="LiveId" clId="{51808E07-277C-4E60-B177-FC7F3AD481C9}" dt="2020-02-01T10:59:16.725" v="268" actId="14100"/>
          <ac:graphicFrameMkLst>
            <pc:docMk/>
            <pc:sldMk cId="443953781" sldId="260"/>
            <ac:graphicFrameMk id="5" creationId="{2B2C13F2-684A-4F1C-8F00-F9D2AE246006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9" creationId="{25B72555-B5E6-4D9C-8F29-660DDA8CD8BD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1" creationId="{FCA4BDB7-A6A0-41D5-8A2B-F0ED6104FF00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2" creationId="{9387B4A1-11B5-4043-9238-068EE196A9B4}"/>
          </ac:graphicFrameMkLst>
        </pc:graphicFrameChg>
        <pc:graphicFrameChg chg="add del">
          <ac:chgData name="达 周" userId="d3c3af45359772bc" providerId="LiveId" clId="{51808E07-277C-4E60-B177-FC7F3AD481C9}" dt="2020-01-22T13:29:32.424" v="250"/>
          <ac:graphicFrameMkLst>
            <pc:docMk/>
            <pc:sldMk cId="443953781" sldId="260"/>
            <ac:graphicFrameMk id="15" creationId="{A0D3C77B-A867-44E7-A518-F60F49EBA542}"/>
          </ac:graphicFrameMkLst>
        </pc:graphicFrameChg>
        <pc:graphicFrameChg chg="add mod">
          <ac:chgData name="达 周" userId="d3c3af45359772bc" providerId="LiveId" clId="{51808E07-277C-4E60-B177-FC7F3AD481C9}" dt="2020-02-01T10:59:28.569" v="270" actId="1076"/>
          <ac:graphicFrameMkLst>
            <pc:docMk/>
            <pc:sldMk cId="443953781" sldId="260"/>
            <ac:graphicFrameMk id="17" creationId="{2B182F70-DFCD-4617-9D26-7F1F3EA5BFB5}"/>
          </ac:graphicFrameMkLst>
        </pc:graphicFrameChg>
      </pc:sldChg>
      <pc:sldChg chg="addSp delSp modSp add del ord">
        <pc:chgData name="达 周" userId="d3c3af45359772bc" providerId="LiveId" clId="{51808E07-277C-4E60-B177-FC7F3AD481C9}" dt="2020-02-01T12:45:58.225" v="594" actId="47"/>
        <pc:sldMkLst>
          <pc:docMk/>
          <pc:sldMk cId="776593766" sldId="261"/>
        </pc:sldMkLst>
        <pc:spChg chg="del mod">
          <ac:chgData name="达 周" userId="d3c3af45359772bc" providerId="LiveId" clId="{51808E07-277C-4E60-B177-FC7F3AD481C9}" dt="2020-01-22T13:29:40.824" v="254" actId="478"/>
          <ac:spMkLst>
            <pc:docMk/>
            <pc:sldMk cId="776593766" sldId="261"/>
            <ac:spMk id="2" creationId="{EB8590A8-9D2C-4CE0-A16D-FFF639E6004A}"/>
          </ac:spMkLst>
        </pc:spChg>
        <pc:spChg chg="del">
          <ac:chgData name="达 周" userId="d3c3af45359772bc" providerId="LiveId" clId="{51808E07-277C-4E60-B177-FC7F3AD481C9}" dt="2020-01-22T13:29:42.957" v="255" actId="478"/>
          <ac:spMkLst>
            <pc:docMk/>
            <pc:sldMk cId="776593766" sldId="261"/>
            <ac:spMk id="3" creationId="{ACA35D87-96BF-4F14-AF4C-F8A178939B22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4" creationId="{2FC156AC-BA12-4E3E-A77E-2D01FD9B3D03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6" creationId="{D17F6B46-AD76-44BB-B48C-23BEE51B296D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9" creationId="{AA063FF1-8C30-4B8A-AF1A-017C389D5741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10" creationId="{DE9A4A48-371C-4230-A2A7-CC1DD17C7A61}"/>
          </ac:spMkLst>
        </pc:spChg>
        <pc:spChg chg="add mod">
          <ac:chgData name="达 周" userId="d3c3af45359772bc" providerId="LiveId" clId="{51808E07-277C-4E60-B177-FC7F3AD481C9}" dt="2020-01-22T13:29:56.004" v="256" actId="1076"/>
          <ac:spMkLst>
            <pc:docMk/>
            <pc:sldMk cId="776593766" sldId="261"/>
            <ac:spMk id="12" creationId="{F66F740D-F636-49BE-9F93-721B24E23BC4}"/>
          </ac:spMkLst>
        </pc:sp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5" creationId="{1D911A90-5E57-44B4-9E9E-0BE20A88C012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7" creationId="{D596C775-A7BC-4712-A068-8DB5901C4DBA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8" creationId="{4373A39A-990F-4CBE-B6B7-0D50CB94EC8A}"/>
          </ac:graphicFrameMkLst>
        </pc:graphicFrameChg>
        <pc:graphicFrameChg chg="add mod">
          <ac:chgData name="达 周" userId="d3c3af45359772bc" providerId="LiveId" clId="{51808E07-277C-4E60-B177-FC7F3AD481C9}" dt="2020-01-22T13:29:56.004" v="256" actId="1076"/>
          <ac:graphicFrameMkLst>
            <pc:docMk/>
            <pc:sldMk cId="776593766" sldId="261"/>
            <ac:graphicFrameMk id="11" creationId="{7E03F148-7FDA-4322-8C0D-B41CE587A677}"/>
          </ac:graphicFrameMkLst>
        </pc:graphicFrameChg>
      </pc:sldChg>
      <pc:sldChg chg="addSp delSp modSp add">
        <pc:chgData name="达 周" userId="d3c3af45359772bc" providerId="LiveId" clId="{51808E07-277C-4E60-B177-FC7F3AD481C9}" dt="2020-02-01T11:03:30.892" v="303"/>
        <pc:sldMkLst>
          <pc:docMk/>
          <pc:sldMk cId="355649471" sldId="262"/>
        </pc:sldMkLst>
        <pc:spChg chg="mod">
          <ac:chgData name="达 周" userId="d3c3af45359772bc" providerId="LiveId" clId="{51808E07-277C-4E60-B177-FC7F3AD481C9}" dt="2020-02-01T11:02:52.324" v="299" actId="20577"/>
          <ac:spMkLst>
            <pc:docMk/>
            <pc:sldMk cId="355649471" sldId="262"/>
            <ac:spMk id="2" creationId="{F63DEFE4-4786-4941-9743-40885B6DDD48}"/>
          </ac:spMkLst>
        </pc:spChg>
        <pc:spChg chg="del">
          <ac:chgData name="达 周" userId="d3c3af45359772bc" providerId="LiveId" clId="{51808E07-277C-4E60-B177-FC7F3AD481C9}" dt="2020-02-01T11:01:41.009" v="274"/>
          <ac:spMkLst>
            <pc:docMk/>
            <pc:sldMk cId="355649471" sldId="262"/>
            <ac:spMk id="3" creationId="{1B7D21AC-075C-4F61-A624-6F07829A20AA}"/>
          </ac:spMkLst>
        </pc:spChg>
        <pc:graphicFrameChg chg="add mod">
          <ac:chgData name="达 周" userId="d3c3af45359772bc" providerId="LiveId" clId="{51808E07-277C-4E60-B177-FC7F3AD481C9}" dt="2020-02-01T11:03:30.892" v="303"/>
          <ac:graphicFrameMkLst>
            <pc:docMk/>
            <pc:sldMk cId="355649471" sldId="262"/>
            <ac:graphicFrameMk id="4" creationId="{01001397-0D6C-4B4B-B957-C004EEED860C}"/>
          </ac:graphicFrameMkLst>
        </pc:graphicFrameChg>
      </pc:sldChg>
      <pc:sldChg chg="addSp delSp modSp add">
        <pc:chgData name="达 周" userId="d3c3af45359772bc" providerId="LiveId" clId="{51808E07-277C-4E60-B177-FC7F3AD481C9}" dt="2020-02-01T11:26:39.436" v="389" actId="1076"/>
        <pc:sldMkLst>
          <pc:docMk/>
          <pc:sldMk cId="480724547" sldId="263"/>
        </pc:sldMkLst>
        <pc:spChg chg="mod">
          <ac:chgData name="达 周" userId="d3c3af45359772bc" providerId="LiveId" clId="{51808E07-277C-4E60-B177-FC7F3AD481C9}" dt="2020-02-01T11:22:27.660" v="380" actId="20577"/>
          <ac:spMkLst>
            <pc:docMk/>
            <pc:sldMk cId="480724547" sldId="263"/>
            <ac:spMk id="2" creationId="{B0B773BB-1058-43E3-8847-B39C54158942}"/>
          </ac:spMkLst>
        </pc:spChg>
        <pc:spChg chg="del">
          <ac:chgData name="达 周" userId="d3c3af45359772bc" providerId="LiveId" clId="{51808E07-277C-4E60-B177-FC7F3AD481C9}" dt="2020-02-01T11:24:25.771" v="384" actId="478"/>
          <ac:spMkLst>
            <pc:docMk/>
            <pc:sldMk cId="480724547" sldId="263"/>
            <ac:spMk id="3" creationId="{CA1A68A8-8F73-4474-B6F6-DDD666F13205}"/>
          </ac:spMkLst>
        </pc:spChg>
        <pc:graphicFrameChg chg="add mod">
          <ac:chgData name="达 周" userId="d3c3af45359772bc" providerId="LiveId" clId="{51808E07-277C-4E60-B177-FC7F3AD481C9}" dt="2020-02-01T11:26:39.436" v="389" actId="1076"/>
          <ac:graphicFrameMkLst>
            <pc:docMk/>
            <pc:sldMk cId="480724547" sldId="263"/>
            <ac:graphicFrameMk id="4" creationId="{CAC950DC-28D8-4EEA-8321-9B6BAED1794A}"/>
          </ac:graphicFrameMkLst>
        </pc:graphicFrameChg>
      </pc:sldChg>
      <pc:sldChg chg="addSp delSp modSp add">
        <pc:chgData name="达 周" userId="d3c3af45359772bc" providerId="LiveId" clId="{51808E07-277C-4E60-B177-FC7F3AD481C9}" dt="2020-02-01T13:01:12.597" v="657" actId="20577"/>
        <pc:sldMkLst>
          <pc:docMk/>
          <pc:sldMk cId="3845904431" sldId="264"/>
        </pc:sldMkLst>
        <pc:spChg chg="mod">
          <ac:chgData name="达 周" userId="d3c3af45359772bc" providerId="LiveId" clId="{51808E07-277C-4E60-B177-FC7F3AD481C9}" dt="2020-02-01T13:01:12.597" v="657" actId="20577"/>
          <ac:spMkLst>
            <pc:docMk/>
            <pc:sldMk cId="3845904431" sldId="264"/>
            <ac:spMk id="2" creationId="{9D6F0ABB-79BF-40CB-8302-327B79F399EC}"/>
          </ac:spMkLst>
        </pc:spChg>
        <pc:spChg chg="del">
          <ac:chgData name="达 周" userId="d3c3af45359772bc" providerId="LiveId" clId="{51808E07-277C-4E60-B177-FC7F3AD481C9}" dt="2020-02-01T11:35:30.066" v="437"/>
          <ac:spMkLst>
            <pc:docMk/>
            <pc:sldMk cId="3845904431" sldId="264"/>
            <ac:spMk id="3" creationId="{13AD29D5-A728-4846-82F7-345D222B779A}"/>
          </ac:spMkLst>
        </pc:spChg>
        <pc:picChg chg="add mod">
          <ac:chgData name="达 周" userId="d3c3af45359772bc" providerId="LiveId" clId="{51808E07-277C-4E60-B177-FC7F3AD481C9}" dt="2020-02-01T11:35:37.949" v="441" actId="1076"/>
          <ac:picMkLst>
            <pc:docMk/>
            <pc:sldMk cId="3845904431" sldId="264"/>
            <ac:picMk id="4" creationId="{DEC4701A-9E4E-4EA2-BF3D-2D7F0BB5C50E}"/>
          </ac:picMkLst>
        </pc:picChg>
        <pc:picChg chg="add mod">
          <ac:chgData name="达 周" userId="d3c3af45359772bc" providerId="LiveId" clId="{51808E07-277C-4E60-B177-FC7F3AD481C9}" dt="2020-02-01T11:36:09.879" v="444" actId="14100"/>
          <ac:picMkLst>
            <pc:docMk/>
            <pc:sldMk cId="3845904431" sldId="264"/>
            <ac:picMk id="5" creationId="{C5E7F887-E98A-440F-BB9F-5A066AC48618}"/>
          </ac:picMkLst>
        </pc:picChg>
      </pc:sldChg>
      <pc:sldChg chg="modSp add">
        <pc:chgData name="达 周" userId="d3c3af45359772bc" providerId="LiveId" clId="{51808E07-277C-4E60-B177-FC7F3AD481C9}" dt="2020-02-01T12:06:04.429" v="476" actId="20577"/>
        <pc:sldMkLst>
          <pc:docMk/>
          <pc:sldMk cId="3145132579" sldId="265"/>
        </pc:sldMkLst>
        <pc:spChg chg="mod">
          <ac:chgData name="达 周" userId="d3c3af45359772bc" providerId="LiveId" clId="{51808E07-277C-4E60-B177-FC7F3AD481C9}" dt="2020-02-01T12:05:42.714" v="470" actId="20577"/>
          <ac:spMkLst>
            <pc:docMk/>
            <pc:sldMk cId="3145132579" sldId="265"/>
            <ac:spMk id="2" creationId="{D516C5D9-04B8-4915-94A3-571747775A48}"/>
          </ac:spMkLst>
        </pc:spChg>
        <pc:spChg chg="mod">
          <ac:chgData name="达 周" userId="d3c3af45359772bc" providerId="LiveId" clId="{51808E07-277C-4E60-B177-FC7F3AD481C9}" dt="2020-02-01T12:06:04.429" v="476" actId="20577"/>
          <ac:spMkLst>
            <pc:docMk/>
            <pc:sldMk cId="3145132579" sldId="265"/>
            <ac:spMk id="3" creationId="{34DFF260-B1E0-431A-84DA-2BB28B4B448D}"/>
          </ac:spMkLst>
        </pc:spChg>
      </pc:sldChg>
      <pc:sldChg chg="addSp delSp modSp add del">
        <pc:chgData name="达 周" userId="d3c3af45359772bc" providerId="LiveId" clId="{51808E07-277C-4E60-B177-FC7F3AD481C9}" dt="2020-02-01T12:24:09.838" v="512" actId="47"/>
        <pc:sldMkLst>
          <pc:docMk/>
          <pc:sldMk cId="273279427" sldId="266"/>
        </pc:sldMkLst>
        <pc:spChg chg="mod">
          <ac:chgData name="达 周" userId="d3c3af45359772bc" providerId="LiveId" clId="{51808E07-277C-4E60-B177-FC7F3AD481C9}" dt="2020-02-01T12:13:35.583" v="486" actId="20577"/>
          <ac:spMkLst>
            <pc:docMk/>
            <pc:sldMk cId="273279427" sldId="266"/>
            <ac:spMk id="2" creationId="{563EC0BD-67CF-4B8D-BADD-409C21AF6BCB}"/>
          </ac:spMkLst>
        </pc:spChg>
        <pc:spChg chg="del">
          <ac:chgData name="达 周" userId="d3c3af45359772bc" providerId="LiveId" clId="{51808E07-277C-4E60-B177-FC7F3AD481C9}" dt="2020-02-01T12:13:23.002" v="482" actId="478"/>
          <ac:spMkLst>
            <pc:docMk/>
            <pc:sldMk cId="273279427" sldId="266"/>
            <ac:spMk id="3" creationId="{28875EBB-97D3-4E84-8EC8-F18B083EBE31}"/>
          </ac:spMkLst>
        </pc:spChg>
        <pc:spChg chg="add del mod">
          <ac:chgData name="达 周" userId="d3c3af45359772bc" providerId="LiveId" clId="{51808E07-277C-4E60-B177-FC7F3AD481C9}" dt="2020-02-01T12:13:25.849" v="483" actId="478"/>
          <ac:spMkLst>
            <pc:docMk/>
            <pc:sldMk cId="273279427" sldId="266"/>
            <ac:spMk id="4" creationId="{9848815A-C4CA-4AE9-8868-0B414DB9F299}"/>
          </ac:spMkLst>
        </pc:spChg>
      </pc:sldChg>
      <pc:sldChg chg="modSp add del">
        <pc:chgData name="达 周" userId="d3c3af45359772bc" providerId="LiveId" clId="{51808E07-277C-4E60-B177-FC7F3AD481C9}" dt="2020-02-01T12:24:11.519" v="513" actId="47"/>
        <pc:sldMkLst>
          <pc:docMk/>
          <pc:sldMk cId="2201960956" sldId="267"/>
        </pc:sldMkLst>
        <pc:spChg chg="mod">
          <ac:chgData name="达 周" userId="d3c3af45359772bc" providerId="LiveId" clId="{51808E07-277C-4E60-B177-FC7F3AD481C9}" dt="2020-02-01T12:13:49.680" v="498" actId="20577"/>
          <ac:spMkLst>
            <pc:docMk/>
            <pc:sldMk cId="2201960956" sldId="267"/>
            <ac:spMk id="2" creationId="{563EC0BD-67CF-4B8D-BADD-409C21AF6BCB}"/>
          </ac:spMkLst>
        </pc:spChg>
      </pc:sldChg>
      <pc:sldChg chg="addSp modSp add ord">
        <pc:chgData name="达 周" userId="d3c3af45359772bc" providerId="LiveId" clId="{51808E07-277C-4E60-B177-FC7F3AD481C9}" dt="2020-02-01T13:07:06.946" v="669" actId="20577"/>
        <pc:sldMkLst>
          <pc:docMk/>
          <pc:sldMk cId="578546234" sldId="268"/>
        </pc:sldMkLst>
        <pc:spChg chg="mod">
          <ac:chgData name="达 周" userId="d3c3af45359772bc" providerId="LiveId" clId="{51808E07-277C-4E60-B177-FC7F3AD481C9}" dt="2020-02-01T13:07:06.946" v="669" actId="20577"/>
          <ac:spMkLst>
            <pc:docMk/>
            <pc:sldMk cId="578546234" sldId="268"/>
            <ac:spMk id="2" creationId="{563EC0BD-67CF-4B8D-BADD-409C21AF6BCB}"/>
          </ac:spMkLst>
        </pc:spChg>
        <pc:picChg chg="add mod">
          <ac:chgData name="达 周" userId="d3c3af45359772bc" providerId="LiveId" clId="{51808E07-277C-4E60-B177-FC7F3AD481C9}" dt="2020-02-01T13:05:52.948" v="665" actId="1076"/>
          <ac:picMkLst>
            <pc:docMk/>
            <pc:sldMk cId="578546234" sldId="268"/>
            <ac:picMk id="3" creationId="{703DF3E7-8ABF-4F78-B537-DF4C80B1CF25}"/>
          </ac:picMkLst>
        </pc:picChg>
        <pc:picChg chg="add mod">
          <ac:chgData name="达 周" userId="d3c3af45359772bc" providerId="LiveId" clId="{51808E07-277C-4E60-B177-FC7F3AD481C9}" dt="2020-02-01T13:05:54.463" v="666" actId="1076"/>
          <ac:picMkLst>
            <pc:docMk/>
            <pc:sldMk cId="578546234" sldId="268"/>
            <ac:picMk id="4" creationId="{7A52CCEC-0440-4C79-BF95-8CA3FA43BDDC}"/>
          </ac:picMkLst>
        </pc:picChg>
      </pc:sldChg>
      <pc:sldChg chg="addSp delSp modSp add">
        <pc:chgData name="达 周" userId="d3c3af45359772bc" providerId="LiveId" clId="{51808E07-277C-4E60-B177-FC7F3AD481C9}" dt="2020-02-01T12:45:44.388" v="593" actId="478"/>
        <pc:sldMkLst>
          <pc:docMk/>
          <pc:sldMk cId="4122476328" sldId="269"/>
        </pc:sldMkLst>
        <pc:spChg chg="mod">
          <ac:chgData name="达 周" userId="d3c3af45359772bc" providerId="LiveId" clId="{51808E07-277C-4E60-B177-FC7F3AD481C9}" dt="2020-02-01T12:42:03.237" v="589"/>
          <ac:spMkLst>
            <pc:docMk/>
            <pc:sldMk cId="4122476328" sldId="269"/>
            <ac:spMk id="2" creationId="{B760F347-D334-4A19-ADA0-32CB06D9DFF9}"/>
          </ac:spMkLst>
        </pc:spChg>
        <pc:spChg chg="del">
          <ac:chgData name="达 周" userId="d3c3af45359772bc" providerId="LiveId" clId="{51808E07-277C-4E60-B177-FC7F3AD481C9}" dt="2020-02-01T12:45:44.388" v="593" actId="478"/>
          <ac:spMkLst>
            <pc:docMk/>
            <pc:sldMk cId="4122476328" sldId="269"/>
            <ac:spMk id="3" creationId="{3744E1A0-ADFE-421F-A373-D70AA4DDB596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4" creationId="{D249CD31-29B9-4930-AD50-B43532EACC33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6" creationId="{38639334-76DB-4691-BC1B-6364A28896D4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9" creationId="{6221F7FD-9768-4799-87B3-FB1918A76662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10" creationId="{4C0E4860-59B7-4D1D-9FAB-FCF1628D551E}"/>
          </ac:spMkLst>
        </pc:spChg>
        <pc:spChg chg="add">
          <ac:chgData name="达 周" userId="d3c3af45359772bc" providerId="LiveId" clId="{51808E07-277C-4E60-B177-FC7F3AD481C9}" dt="2020-02-01T12:45:41.479" v="592"/>
          <ac:spMkLst>
            <pc:docMk/>
            <pc:sldMk cId="4122476328" sldId="269"/>
            <ac:spMk id="12" creationId="{E360354A-04D4-4D33-AA86-29AC70704E53}"/>
          </ac:spMkLst>
        </pc:sp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5" creationId="{DEE3436D-43AB-45EF-AF57-9E15AD70ACFC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7" creationId="{1A9867B5-D7C0-4180-B34B-2F20BE626FDC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8" creationId="{9117A9E9-2A02-48BF-A8AC-3C5322956369}"/>
          </ac:graphicFrameMkLst>
        </pc:graphicFrameChg>
        <pc:graphicFrameChg chg="add">
          <ac:chgData name="达 周" userId="d3c3af45359772bc" providerId="LiveId" clId="{51808E07-277C-4E60-B177-FC7F3AD481C9}" dt="2020-02-01T12:45:41.479" v="592"/>
          <ac:graphicFrameMkLst>
            <pc:docMk/>
            <pc:sldMk cId="4122476328" sldId="269"/>
            <ac:graphicFrameMk id="11" creationId="{19E9ECBB-D7EC-4A06-B8BC-12B28E8224CF}"/>
          </ac:graphicFrameMkLst>
        </pc:graphicFrameChg>
      </pc:sldChg>
      <pc:sldChg chg="addSp delSp modSp add">
        <pc:chgData name="达 周" userId="d3c3af45359772bc" providerId="LiveId" clId="{51808E07-277C-4E60-B177-FC7F3AD481C9}" dt="2020-02-01T13:04:14.929" v="658" actId="1076"/>
        <pc:sldMkLst>
          <pc:docMk/>
          <pc:sldMk cId="3253475589" sldId="270"/>
        </pc:sldMkLst>
        <pc:spChg chg="mod">
          <ac:chgData name="达 周" userId="d3c3af45359772bc" providerId="LiveId" clId="{51808E07-277C-4E60-B177-FC7F3AD481C9}" dt="2020-02-01T12:46:56.852" v="597"/>
          <ac:spMkLst>
            <pc:docMk/>
            <pc:sldMk cId="3253475589" sldId="270"/>
            <ac:spMk id="2" creationId="{2867BA4F-CA41-4C52-B8BD-74397DA8B417}"/>
          </ac:spMkLst>
        </pc:spChg>
        <pc:spChg chg="del">
          <ac:chgData name="达 周" userId="d3c3af45359772bc" providerId="LiveId" clId="{51808E07-277C-4E60-B177-FC7F3AD481C9}" dt="2020-02-01T12:49:36.406" v="601" actId="478"/>
          <ac:spMkLst>
            <pc:docMk/>
            <pc:sldMk cId="3253475589" sldId="270"/>
            <ac:spMk id="3" creationId="{54E6F0A3-4689-4046-8EF7-1528088DDBB9}"/>
          </ac:spMkLst>
        </pc:spChg>
        <pc:graphicFrameChg chg="add mod">
          <ac:chgData name="达 周" userId="d3c3af45359772bc" providerId="LiveId" clId="{51808E07-277C-4E60-B177-FC7F3AD481C9}" dt="2020-02-01T13:04:14.929" v="658" actId="1076"/>
          <ac:graphicFrameMkLst>
            <pc:docMk/>
            <pc:sldMk cId="3253475589" sldId="270"/>
            <ac:graphicFrameMk id="4" creationId="{D470CE5C-CE49-4CD3-8779-98DECB260944}"/>
          </ac:graphicFrameMkLst>
        </pc:graphicFrameChg>
      </pc:sldChg>
      <pc:sldChg chg="modSp add del">
        <pc:chgData name="达 周" userId="d3c3af45359772bc" providerId="LiveId" clId="{51808E07-277C-4E60-B177-FC7F3AD481C9}" dt="2020-02-01T13:04:22.866" v="659" actId="47"/>
        <pc:sldMkLst>
          <pc:docMk/>
          <pc:sldMk cId="1464417494" sldId="271"/>
        </pc:sldMkLst>
        <pc:spChg chg="mod">
          <ac:chgData name="达 周" userId="d3c3af45359772bc" providerId="LiveId" clId="{51808E07-277C-4E60-B177-FC7F3AD481C9}" dt="2020-02-01T12:59:45.749" v="627" actId="20577"/>
          <ac:spMkLst>
            <pc:docMk/>
            <pc:sldMk cId="1464417494" sldId="271"/>
            <ac:spMk id="2" creationId="{63BEA71D-0183-49EE-BA2B-07F6368CF561}"/>
          </ac:spMkLst>
        </pc:spChg>
        <pc:spChg chg="mod">
          <ac:chgData name="达 周" userId="d3c3af45359772bc" providerId="LiveId" clId="{51808E07-277C-4E60-B177-FC7F3AD481C9}" dt="2020-02-01T12:59:54.005" v="654" actId="20577"/>
          <ac:spMkLst>
            <pc:docMk/>
            <pc:sldMk cId="1464417494" sldId="271"/>
            <ac:spMk id="3" creationId="{D5819508-4F5A-4D6B-AB49-B823EEFB5EFC}"/>
          </ac:spMkLst>
        </pc:spChg>
      </pc:sldChg>
      <pc:sldChg chg="addSp modSp add">
        <pc:chgData name="达 周" userId="d3c3af45359772bc" providerId="LiveId" clId="{51808E07-277C-4E60-B177-FC7F3AD481C9}" dt="2020-02-01T13:15:28.561" v="838" actId="20577"/>
        <pc:sldMkLst>
          <pc:docMk/>
          <pc:sldMk cId="3397830263" sldId="271"/>
        </pc:sldMkLst>
        <pc:spChg chg="mod">
          <ac:chgData name="达 周" userId="d3c3af45359772bc" providerId="LiveId" clId="{51808E07-277C-4E60-B177-FC7F3AD481C9}" dt="2020-02-01T13:07:34.404" v="728" actId="20577"/>
          <ac:spMkLst>
            <pc:docMk/>
            <pc:sldMk cId="3397830263" sldId="271"/>
            <ac:spMk id="2" creationId="{DAA676A9-0524-489C-B328-523CB3151403}"/>
          </ac:spMkLst>
        </pc:spChg>
        <pc:spChg chg="mod">
          <ac:chgData name="达 周" userId="d3c3af45359772bc" providerId="LiveId" clId="{51808E07-277C-4E60-B177-FC7F3AD481C9}" dt="2020-02-01T13:15:28.561" v="838" actId="20577"/>
          <ac:spMkLst>
            <pc:docMk/>
            <pc:sldMk cId="3397830263" sldId="271"/>
            <ac:spMk id="3" creationId="{1D5873B1-9E23-4CEB-9156-99263D786C17}"/>
          </ac:spMkLst>
        </pc:spChg>
        <pc:graphicFrameChg chg="add mod">
          <ac:chgData name="达 周" userId="d3c3af45359772bc" providerId="LiveId" clId="{51808E07-277C-4E60-B177-FC7F3AD481C9}" dt="2020-02-01T13:11:56.659" v="806" actId="1076"/>
          <ac:graphicFrameMkLst>
            <pc:docMk/>
            <pc:sldMk cId="3397830263" sldId="271"/>
            <ac:graphicFrameMk id="4" creationId="{DE8E6795-ECD9-487F-90EA-A6AB8AFE2354}"/>
          </ac:graphicFrameMkLst>
        </pc:graphicFrameChg>
        <pc:graphicFrameChg chg="add mod">
          <ac:chgData name="达 周" userId="d3c3af45359772bc" providerId="LiveId" clId="{51808E07-277C-4E60-B177-FC7F3AD481C9}" dt="2020-02-01T13:14:36.199" v="817" actId="1076"/>
          <ac:graphicFrameMkLst>
            <pc:docMk/>
            <pc:sldMk cId="3397830263" sldId="271"/>
            <ac:graphicFrameMk id="5" creationId="{83ECC2B5-8430-47C2-A0EF-F8C7E3C9E5B2}"/>
          </ac:graphicFrameMkLst>
        </pc:graphicFrameChg>
        <pc:graphicFrameChg chg="add mod">
          <ac:chgData name="达 周" userId="d3c3af45359772bc" providerId="LiveId" clId="{51808E07-277C-4E60-B177-FC7F3AD481C9}" dt="2020-02-01T13:12:44.863" v="814"/>
          <ac:graphicFrameMkLst>
            <pc:docMk/>
            <pc:sldMk cId="3397830263" sldId="271"/>
            <ac:graphicFrameMk id="6" creationId="{C6E7B54D-D20F-4F6C-B2FF-1D402A639C61}"/>
          </ac:graphicFrameMkLst>
        </pc:graphicFrameChg>
      </pc:sldChg>
      <pc:sldChg chg="addSp delSp modSp add">
        <pc:chgData name="达 周" userId="d3c3af45359772bc" providerId="LiveId" clId="{51808E07-277C-4E60-B177-FC7F3AD481C9}" dt="2020-02-01T13:18:03.301" v="842" actId="1076"/>
        <pc:sldMkLst>
          <pc:docMk/>
          <pc:sldMk cId="631601641" sldId="272"/>
        </pc:sldMkLst>
        <pc:spChg chg="mod">
          <ac:chgData name="达 周" userId="d3c3af45359772bc" providerId="LiveId" clId="{51808E07-277C-4E60-B177-FC7F3AD481C9}" dt="2020-02-01T13:16:11.118" v="840"/>
          <ac:spMkLst>
            <pc:docMk/>
            <pc:sldMk cId="631601641" sldId="272"/>
            <ac:spMk id="2" creationId="{562C74CA-705C-41EB-95FF-6F33DAC3D28B}"/>
          </ac:spMkLst>
        </pc:spChg>
        <pc:spChg chg="del">
          <ac:chgData name="达 周" userId="d3c3af45359772bc" providerId="LiveId" clId="{51808E07-277C-4E60-B177-FC7F3AD481C9}" dt="2020-02-01T13:18:00.773" v="841"/>
          <ac:spMkLst>
            <pc:docMk/>
            <pc:sldMk cId="631601641" sldId="272"/>
            <ac:spMk id="3" creationId="{48E90CFF-156E-42C2-BBAF-B8471FC5FD97}"/>
          </ac:spMkLst>
        </pc:spChg>
        <pc:picChg chg="add mod">
          <ac:chgData name="达 周" userId="d3c3af45359772bc" providerId="LiveId" clId="{51808E07-277C-4E60-B177-FC7F3AD481C9}" dt="2020-02-01T13:18:03.301" v="842" actId="1076"/>
          <ac:picMkLst>
            <pc:docMk/>
            <pc:sldMk cId="631601641" sldId="272"/>
            <ac:picMk id="4" creationId="{C5089BB5-4E5A-460F-B01A-FA88F06D66BE}"/>
          </ac:picMkLst>
        </pc:picChg>
      </pc:sldChg>
    </pc:docChg>
  </pc:docChgLst>
  <pc:docChgLst>
    <pc:chgData name="达 周" userId="d3c3af45359772bc" providerId="LiveId" clId="{109C7467-7DDD-4B3E-8C15-E7D0F99F100A}"/>
    <pc:docChg chg="undo custSel addSld delSld modSld">
      <pc:chgData name="达 周" userId="d3c3af45359772bc" providerId="LiveId" clId="{109C7467-7DDD-4B3E-8C15-E7D0F99F100A}" dt="2021-03-29T11:11:47.199" v="149" actId="164"/>
      <pc:docMkLst>
        <pc:docMk/>
      </pc:docMkLst>
      <pc:sldChg chg="modSp mod">
        <pc:chgData name="达 周" userId="d3c3af45359772bc" providerId="LiveId" clId="{109C7467-7DDD-4B3E-8C15-E7D0F99F100A}" dt="2021-03-29T10:00:42.997" v="1" actId="1076"/>
        <pc:sldMkLst>
          <pc:docMk/>
          <pc:sldMk cId="4035733830" sldId="257"/>
        </pc:sldMkLst>
        <pc:picChg chg="mod">
          <ac:chgData name="达 周" userId="d3c3af45359772bc" providerId="LiveId" clId="{109C7467-7DDD-4B3E-8C15-E7D0F99F100A}" dt="2021-03-29T10:00:42.997" v="1" actId="1076"/>
          <ac:picMkLst>
            <pc:docMk/>
            <pc:sldMk cId="4035733830" sldId="257"/>
            <ac:picMk id="4" creationId="{DA3F2596-D2A3-4C03-BA3A-6BDBEC18587B}"/>
          </ac:picMkLst>
        </pc:picChg>
      </pc:sldChg>
      <pc:sldChg chg="modSp mod">
        <pc:chgData name="达 周" userId="d3c3af45359772bc" providerId="LiveId" clId="{109C7467-7DDD-4B3E-8C15-E7D0F99F100A}" dt="2021-03-29T10:03:39.384" v="11" actId="1076"/>
        <pc:sldMkLst>
          <pc:docMk/>
          <pc:sldMk cId="1808560910" sldId="263"/>
        </pc:sldMkLst>
        <pc:picChg chg="mod">
          <ac:chgData name="达 周" userId="d3c3af45359772bc" providerId="LiveId" clId="{109C7467-7DDD-4B3E-8C15-E7D0F99F100A}" dt="2021-03-29T10:03:39.384" v="11" actId="1076"/>
          <ac:picMkLst>
            <pc:docMk/>
            <pc:sldMk cId="1808560910" sldId="263"/>
            <ac:picMk id="4" creationId="{141AF9D2-9942-4550-9676-85457EAE5A3C}"/>
          </ac:picMkLst>
        </pc:picChg>
      </pc:sldChg>
      <pc:sldChg chg="modSp mod">
        <pc:chgData name="达 周" userId="d3c3af45359772bc" providerId="LiveId" clId="{109C7467-7DDD-4B3E-8C15-E7D0F99F100A}" dt="2021-03-29T10:48:24.476" v="17" actId="1076"/>
        <pc:sldMkLst>
          <pc:docMk/>
          <pc:sldMk cId="2842536019" sldId="264"/>
        </pc:sldMkLst>
        <pc:graphicFrameChg chg="mod">
          <ac:chgData name="达 周" userId="d3c3af45359772bc" providerId="LiveId" clId="{109C7467-7DDD-4B3E-8C15-E7D0F99F100A}" dt="2021-03-29T10:48:24.476" v="17" actId="1076"/>
          <ac:graphicFrameMkLst>
            <pc:docMk/>
            <pc:sldMk cId="2842536019" sldId="264"/>
            <ac:graphicFrameMk id="5" creationId="{A574C0AA-0C72-40BB-A6DC-40F64FD77B29}"/>
          </ac:graphicFrameMkLst>
        </pc:graphicFrameChg>
      </pc:sldChg>
      <pc:sldChg chg="addSp modSp mod">
        <pc:chgData name="达 周" userId="d3c3af45359772bc" providerId="LiveId" clId="{109C7467-7DDD-4B3E-8C15-E7D0F99F100A}" dt="2021-03-29T10:52:47.163" v="107" actId="20577"/>
        <pc:sldMkLst>
          <pc:docMk/>
          <pc:sldMk cId="1265752046" sldId="265"/>
        </pc:sldMkLst>
        <pc:spChg chg="mod">
          <ac:chgData name="达 周" userId="d3c3af45359772bc" providerId="LiveId" clId="{109C7467-7DDD-4B3E-8C15-E7D0F99F100A}" dt="2021-03-29T10:52:01.268" v="62" actId="20577"/>
          <ac:spMkLst>
            <pc:docMk/>
            <pc:sldMk cId="1265752046" sldId="265"/>
            <ac:spMk id="2" creationId="{BFAAEC5A-D4CA-4232-ABB3-82F579BC9729}"/>
          </ac:spMkLst>
        </pc:spChg>
        <pc:spChg chg="add mod">
          <ac:chgData name="达 周" userId="d3c3af45359772bc" providerId="LiveId" clId="{109C7467-7DDD-4B3E-8C15-E7D0F99F100A}" dt="2021-03-29T10:52:47.163" v="107" actId="20577"/>
          <ac:spMkLst>
            <pc:docMk/>
            <pc:sldMk cId="1265752046" sldId="265"/>
            <ac:spMk id="3" creationId="{E4C63F1F-CE6C-40D5-BB77-F640ED03CB32}"/>
          </ac:spMkLst>
        </pc:spChg>
      </pc:sldChg>
      <pc:sldChg chg="modSp mod">
        <pc:chgData name="达 周" userId="d3c3af45359772bc" providerId="LiveId" clId="{109C7467-7DDD-4B3E-8C15-E7D0F99F100A}" dt="2021-03-29T11:04:10.933" v="141" actId="1076"/>
        <pc:sldMkLst>
          <pc:docMk/>
          <pc:sldMk cId="2262595845" sldId="267"/>
        </pc:sldMkLst>
        <pc:spChg chg="mod">
          <ac:chgData name="达 周" userId="d3c3af45359772bc" providerId="LiveId" clId="{109C7467-7DDD-4B3E-8C15-E7D0F99F100A}" dt="2021-03-29T11:04:10.933" v="141" actId="1076"/>
          <ac:spMkLst>
            <pc:docMk/>
            <pc:sldMk cId="2262595845" sldId="267"/>
            <ac:spMk id="2" creationId="{EB1F01FD-80B0-4056-93CB-9A8EECB80D64}"/>
          </ac:spMkLst>
        </pc:spChg>
        <pc:picChg chg="mod">
          <ac:chgData name="达 周" userId="d3c3af45359772bc" providerId="LiveId" clId="{109C7467-7DDD-4B3E-8C15-E7D0F99F100A}" dt="2021-03-29T11:04:10.368" v="140" actId="1076"/>
          <ac:picMkLst>
            <pc:docMk/>
            <pc:sldMk cId="2262595845" sldId="267"/>
            <ac:picMk id="4" creationId="{3F4BE757-D3B9-48B7-92F5-C0248A47CC58}"/>
          </ac:picMkLst>
        </pc:picChg>
      </pc:sldChg>
      <pc:sldChg chg="modSp mod">
        <pc:chgData name="达 周" userId="d3c3af45359772bc" providerId="LiveId" clId="{109C7467-7DDD-4B3E-8C15-E7D0F99F100A}" dt="2021-03-29T10:53:39.948" v="111" actId="1076"/>
        <pc:sldMkLst>
          <pc:docMk/>
          <pc:sldMk cId="2603094986" sldId="268"/>
        </pc:sldMkLst>
        <pc:graphicFrameChg chg="mod">
          <ac:chgData name="达 周" userId="d3c3af45359772bc" providerId="LiveId" clId="{109C7467-7DDD-4B3E-8C15-E7D0F99F100A}" dt="2021-03-29T10:53:35.459" v="109" actId="1076"/>
          <ac:graphicFrameMkLst>
            <pc:docMk/>
            <pc:sldMk cId="2603094986" sldId="268"/>
            <ac:graphicFrameMk id="6" creationId="{3BBD605B-7A47-4852-9795-D3F217698F93}"/>
          </ac:graphicFrameMkLst>
        </pc:graphicFrameChg>
        <pc:picChg chg="mod">
          <ac:chgData name="达 周" userId="d3c3af45359772bc" providerId="LiveId" clId="{109C7467-7DDD-4B3E-8C15-E7D0F99F100A}" dt="2021-03-29T10:53:39.948" v="111" actId="1076"/>
          <ac:picMkLst>
            <pc:docMk/>
            <pc:sldMk cId="2603094986" sldId="268"/>
            <ac:picMk id="4" creationId="{DCB8C068-0978-4E3B-BF36-4790584B8FF0}"/>
          </ac:picMkLst>
        </pc:picChg>
      </pc:sldChg>
      <pc:sldChg chg="modSp del mod">
        <pc:chgData name="达 周" userId="d3c3af45359772bc" providerId="LiveId" clId="{109C7467-7DDD-4B3E-8C15-E7D0F99F100A}" dt="2021-03-29T10:58:06.900" v="118" actId="47"/>
        <pc:sldMkLst>
          <pc:docMk/>
          <pc:sldMk cId="2738215093" sldId="269"/>
        </pc:sldMkLst>
        <pc:picChg chg="mod">
          <ac:chgData name="达 周" userId="d3c3af45359772bc" providerId="LiveId" clId="{109C7467-7DDD-4B3E-8C15-E7D0F99F100A}" dt="2021-03-29T10:56:10.600" v="115" actId="1076"/>
          <ac:picMkLst>
            <pc:docMk/>
            <pc:sldMk cId="2738215093" sldId="269"/>
            <ac:picMk id="4" creationId="{7760BFAE-E762-4358-A0C7-464DDB119962}"/>
          </ac:picMkLst>
        </pc:picChg>
      </pc:sldChg>
      <pc:sldChg chg="modSp mod">
        <pc:chgData name="达 周" userId="d3c3af45359772bc" providerId="LiveId" clId="{109C7467-7DDD-4B3E-8C15-E7D0F99F100A}" dt="2021-03-29T10:00:48.580" v="3" actId="1076"/>
        <pc:sldMkLst>
          <pc:docMk/>
          <pc:sldMk cId="4182083982" sldId="300"/>
        </pc:sldMkLst>
        <pc:picChg chg="mod">
          <ac:chgData name="达 周" userId="d3c3af45359772bc" providerId="LiveId" clId="{109C7467-7DDD-4B3E-8C15-E7D0F99F100A}" dt="2021-03-29T10:00:48.580" v="3" actId="1076"/>
          <ac:picMkLst>
            <pc:docMk/>
            <pc:sldMk cId="4182083982" sldId="300"/>
            <ac:picMk id="4" creationId="{5BF2FEEB-2F11-4DDC-B3F8-43872CC778FF}"/>
          </ac:picMkLst>
        </pc:picChg>
      </pc:sldChg>
      <pc:sldChg chg="modSp mod">
        <pc:chgData name="达 周" userId="d3c3af45359772bc" providerId="LiveId" clId="{109C7467-7DDD-4B3E-8C15-E7D0F99F100A}" dt="2021-03-29T10:04:28.052" v="13" actId="1076"/>
        <pc:sldMkLst>
          <pc:docMk/>
          <pc:sldMk cId="1341336998" sldId="301"/>
        </pc:sldMkLst>
        <pc:picChg chg="mod">
          <ac:chgData name="达 周" userId="d3c3af45359772bc" providerId="LiveId" clId="{109C7467-7DDD-4B3E-8C15-E7D0F99F100A}" dt="2021-03-29T10:04:28.052" v="13" actId="1076"/>
          <ac:picMkLst>
            <pc:docMk/>
            <pc:sldMk cId="1341336998" sldId="301"/>
            <ac:picMk id="4" creationId="{141AF9D2-9942-4550-9676-85457EAE5A3C}"/>
          </ac:picMkLst>
        </pc:picChg>
      </pc:sldChg>
      <pc:sldChg chg="modSp mod">
        <pc:chgData name="达 周" userId="d3c3af45359772bc" providerId="LiveId" clId="{109C7467-7DDD-4B3E-8C15-E7D0F99F100A}" dt="2021-03-29T10:04:44.943" v="15" actId="1076"/>
        <pc:sldMkLst>
          <pc:docMk/>
          <pc:sldMk cId="2524066443" sldId="302"/>
        </pc:sldMkLst>
        <pc:picChg chg="mod">
          <ac:chgData name="达 周" userId="d3c3af45359772bc" providerId="LiveId" clId="{109C7467-7DDD-4B3E-8C15-E7D0F99F100A}" dt="2021-03-29T10:04:44.943" v="15" actId="1076"/>
          <ac:picMkLst>
            <pc:docMk/>
            <pc:sldMk cId="2524066443" sldId="302"/>
            <ac:picMk id="7" creationId="{6DCBC18B-4ABC-4D40-B0BD-8F80E99E7034}"/>
          </ac:picMkLst>
        </pc:picChg>
      </pc:sldChg>
      <pc:sldChg chg="modSp mod">
        <pc:chgData name="达 周" userId="d3c3af45359772bc" providerId="LiveId" clId="{109C7467-7DDD-4B3E-8C15-E7D0F99F100A}" dt="2021-03-29T10:50:31.664" v="18" actId="14100"/>
        <pc:sldMkLst>
          <pc:docMk/>
          <pc:sldMk cId="239852014" sldId="307"/>
        </pc:sldMkLst>
        <pc:picChg chg="mod">
          <ac:chgData name="达 周" userId="d3c3af45359772bc" providerId="LiveId" clId="{109C7467-7DDD-4B3E-8C15-E7D0F99F100A}" dt="2021-03-29T10:50:31.664" v="18" actId="14100"/>
          <ac:picMkLst>
            <pc:docMk/>
            <pc:sldMk cId="239852014" sldId="307"/>
            <ac:picMk id="4" creationId="{2747D6B3-A787-494C-A41C-1BAF494A55A9}"/>
          </ac:picMkLst>
        </pc:picChg>
      </pc:sldChg>
      <pc:sldChg chg="modSp mod">
        <pc:chgData name="达 周" userId="d3c3af45359772bc" providerId="LiveId" clId="{109C7467-7DDD-4B3E-8C15-E7D0F99F100A}" dt="2021-03-29T10:54:06.089" v="113" actId="1076"/>
        <pc:sldMkLst>
          <pc:docMk/>
          <pc:sldMk cId="331753226" sldId="308"/>
        </pc:sldMkLst>
        <pc:picChg chg="mod">
          <ac:chgData name="达 周" userId="d3c3af45359772bc" providerId="LiveId" clId="{109C7467-7DDD-4B3E-8C15-E7D0F99F100A}" dt="2021-03-29T10:54:06.089" v="113" actId="1076"/>
          <ac:picMkLst>
            <pc:docMk/>
            <pc:sldMk cId="331753226" sldId="308"/>
            <ac:picMk id="4" creationId="{ADA4DA78-25EE-49D3-AA1B-8ADC2B7F64E8}"/>
          </ac:picMkLst>
        </pc:picChg>
      </pc:sldChg>
      <pc:sldChg chg="delSp modSp mod">
        <pc:chgData name="达 周" userId="d3c3af45359772bc" providerId="LiveId" clId="{109C7467-7DDD-4B3E-8C15-E7D0F99F100A}" dt="2021-03-29T10:58:16.913" v="120" actId="478"/>
        <pc:sldMkLst>
          <pc:docMk/>
          <pc:sldMk cId="2065214724" sldId="311"/>
        </pc:sldMkLst>
        <pc:spChg chg="del">
          <ac:chgData name="达 周" userId="d3c3af45359772bc" providerId="LiveId" clId="{109C7467-7DDD-4B3E-8C15-E7D0F99F100A}" dt="2021-03-29T10:58:16.913" v="120" actId="478"/>
          <ac:spMkLst>
            <pc:docMk/>
            <pc:sldMk cId="2065214724" sldId="311"/>
            <ac:spMk id="5" creationId="{728D7B5E-89ED-4537-BCF6-DE559DBF3B1D}"/>
          </ac:spMkLst>
        </pc:spChg>
        <pc:picChg chg="mod">
          <ac:chgData name="达 周" userId="d3c3af45359772bc" providerId="LiveId" clId="{109C7467-7DDD-4B3E-8C15-E7D0F99F100A}" dt="2021-03-29T10:56:34.182" v="117" actId="1076"/>
          <ac:picMkLst>
            <pc:docMk/>
            <pc:sldMk cId="2065214724" sldId="311"/>
            <ac:picMk id="4" creationId="{7760BFAE-E762-4358-A0C7-464DDB119962}"/>
          </ac:picMkLst>
        </pc:picChg>
      </pc:sldChg>
      <pc:sldChg chg="modSp mod">
        <pc:chgData name="达 周" userId="d3c3af45359772bc" providerId="LiveId" clId="{109C7467-7DDD-4B3E-8C15-E7D0F99F100A}" dt="2021-03-29T10:00:53.859" v="5" actId="1076"/>
        <pc:sldMkLst>
          <pc:docMk/>
          <pc:sldMk cId="3693987202" sldId="312"/>
        </pc:sldMkLst>
        <pc:picChg chg="mod">
          <ac:chgData name="达 周" userId="d3c3af45359772bc" providerId="LiveId" clId="{109C7467-7DDD-4B3E-8C15-E7D0F99F100A}" dt="2021-03-29T10:00:53.859" v="5" actId="1076"/>
          <ac:picMkLst>
            <pc:docMk/>
            <pc:sldMk cId="3693987202" sldId="312"/>
            <ac:picMk id="4" creationId="{B50E842A-5861-4E44-9DCB-7EB10A473AD1}"/>
          </ac:picMkLst>
        </pc:picChg>
      </pc:sldChg>
      <pc:sldChg chg="modSp mod">
        <pc:chgData name="达 周" userId="d3c3af45359772bc" providerId="LiveId" clId="{109C7467-7DDD-4B3E-8C15-E7D0F99F100A}" dt="2021-03-29T10:02:25.339" v="7" actId="1076"/>
        <pc:sldMkLst>
          <pc:docMk/>
          <pc:sldMk cId="1626100238" sldId="316"/>
        </pc:sldMkLst>
        <pc:graphicFrameChg chg="mod">
          <ac:chgData name="达 周" userId="d3c3af45359772bc" providerId="LiveId" clId="{109C7467-7DDD-4B3E-8C15-E7D0F99F100A}" dt="2021-03-29T10:02:25.339" v="7" actId="1076"/>
          <ac:graphicFrameMkLst>
            <pc:docMk/>
            <pc:sldMk cId="1626100238" sldId="316"/>
            <ac:graphicFrameMk id="4" creationId="{92CC59E5-2866-4ADE-AE94-F7F5313799BF}"/>
          </ac:graphicFrameMkLst>
        </pc:graphicFrameChg>
      </pc:sldChg>
      <pc:sldChg chg="modSp mod">
        <pc:chgData name="达 周" userId="d3c3af45359772bc" providerId="LiveId" clId="{109C7467-7DDD-4B3E-8C15-E7D0F99F100A}" dt="2021-03-29T10:02:35.263" v="9" actId="1076"/>
        <pc:sldMkLst>
          <pc:docMk/>
          <pc:sldMk cId="872833238" sldId="317"/>
        </pc:sldMkLst>
        <pc:graphicFrameChg chg="mod">
          <ac:chgData name="达 周" userId="d3c3af45359772bc" providerId="LiveId" clId="{109C7467-7DDD-4B3E-8C15-E7D0F99F100A}" dt="2021-03-29T10:02:35.263" v="9" actId="1076"/>
          <ac:graphicFrameMkLst>
            <pc:docMk/>
            <pc:sldMk cId="872833238" sldId="317"/>
            <ac:graphicFrameMk id="4" creationId="{92CC59E5-2866-4ADE-AE94-F7F5313799BF}"/>
          </ac:graphicFrameMkLst>
        </pc:graphicFrameChg>
      </pc:sldChg>
      <pc:sldChg chg="del">
        <pc:chgData name="达 周" userId="d3c3af45359772bc" providerId="LiveId" clId="{109C7467-7DDD-4B3E-8C15-E7D0F99F100A}" dt="2021-03-29T11:11:03.858" v="144" actId="47"/>
        <pc:sldMkLst>
          <pc:docMk/>
          <pc:sldMk cId="2361615146" sldId="319"/>
        </pc:sldMkLst>
      </pc:sldChg>
      <pc:sldChg chg="del">
        <pc:chgData name="达 周" userId="d3c3af45359772bc" providerId="LiveId" clId="{109C7467-7DDD-4B3E-8C15-E7D0F99F100A}" dt="2021-03-29T11:07:14.375" v="142" actId="47"/>
        <pc:sldMkLst>
          <pc:docMk/>
          <pc:sldMk cId="4121995736" sldId="320"/>
        </pc:sldMkLst>
      </pc:sldChg>
      <pc:sldChg chg="del">
        <pc:chgData name="达 周" userId="d3c3af45359772bc" providerId="LiveId" clId="{109C7467-7DDD-4B3E-8C15-E7D0F99F100A}" dt="2021-03-29T11:07:16.727" v="143" actId="47"/>
        <pc:sldMkLst>
          <pc:docMk/>
          <pc:sldMk cId="1709686029" sldId="322"/>
        </pc:sldMkLst>
      </pc:sldChg>
      <pc:sldChg chg="addSp modSp mod">
        <pc:chgData name="达 周" userId="d3c3af45359772bc" providerId="LiveId" clId="{109C7467-7DDD-4B3E-8C15-E7D0F99F100A}" dt="2021-03-29T11:11:47.199" v="149" actId="164"/>
        <pc:sldMkLst>
          <pc:docMk/>
          <pc:sldMk cId="490322334" sldId="324"/>
        </pc:sldMkLst>
        <pc:spChg chg="mod">
          <ac:chgData name="达 周" userId="d3c3af45359772bc" providerId="LiveId" clId="{109C7467-7DDD-4B3E-8C15-E7D0F99F100A}" dt="2021-03-29T11:11:47.199" v="149" actId="164"/>
          <ac:spMkLst>
            <pc:docMk/>
            <pc:sldMk cId="490322334" sldId="324"/>
            <ac:spMk id="4" creationId="{7207ED6E-3C01-4570-9132-B9151326DDF1}"/>
          </ac:spMkLst>
        </pc:spChg>
        <pc:spChg chg="mod">
          <ac:chgData name="达 周" userId="d3c3af45359772bc" providerId="LiveId" clId="{109C7467-7DDD-4B3E-8C15-E7D0F99F100A}" dt="2021-03-29T11:11:47.199" v="149" actId="164"/>
          <ac:spMkLst>
            <pc:docMk/>
            <pc:sldMk cId="490322334" sldId="324"/>
            <ac:spMk id="5" creationId="{CAE44A34-7A91-426F-96C7-5FF1A1B561F3}"/>
          </ac:spMkLst>
        </pc:spChg>
        <pc:spChg chg="mod">
          <ac:chgData name="达 周" userId="d3c3af45359772bc" providerId="LiveId" clId="{109C7467-7DDD-4B3E-8C15-E7D0F99F100A}" dt="2021-03-29T11:11:47.199" v="149" actId="164"/>
          <ac:spMkLst>
            <pc:docMk/>
            <pc:sldMk cId="490322334" sldId="324"/>
            <ac:spMk id="12" creationId="{76CDC23D-1168-450A-A213-EF4857BBF5A8}"/>
          </ac:spMkLst>
        </pc:spChg>
        <pc:spChg chg="mod">
          <ac:chgData name="达 周" userId="d3c3af45359772bc" providerId="LiveId" clId="{109C7467-7DDD-4B3E-8C15-E7D0F99F100A}" dt="2021-03-29T11:11:47.199" v="149" actId="164"/>
          <ac:spMkLst>
            <pc:docMk/>
            <pc:sldMk cId="490322334" sldId="324"/>
            <ac:spMk id="13" creationId="{E306BD0E-683B-42D1-A0B5-8F35F82F90D8}"/>
          </ac:spMkLst>
        </pc:spChg>
        <pc:spChg chg="mod">
          <ac:chgData name="达 周" userId="d3c3af45359772bc" providerId="LiveId" clId="{109C7467-7DDD-4B3E-8C15-E7D0F99F100A}" dt="2021-03-29T11:11:47.199" v="149" actId="164"/>
          <ac:spMkLst>
            <pc:docMk/>
            <pc:sldMk cId="490322334" sldId="324"/>
            <ac:spMk id="14" creationId="{138C52EC-FDCB-403E-A1B3-24F6AE000A5B}"/>
          </ac:spMkLst>
        </pc:spChg>
        <pc:grpChg chg="add mod">
          <ac:chgData name="达 周" userId="d3c3af45359772bc" providerId="LiveId" clId="{109C7467-7DDD-4B3E-8C15-E7D0F99F100A}" dt="2021-03-29T11:11:47.199" v="149" actId="164"/>
          <ac:grpSpMkLst>
            <pc:docMk/>
            <pc:sldMk cId="490322334" sldId="324"/>
            <ac:grpSpMk id="6" creationId="{60D5D23A-CB48-4B97-AD7A-E28BED3A24D9}"/>
          </ac:grpSpMkLst>
        </pc:grpChg>
        <pc:cxnChg chg="mod">
          <ac:chgData name="达 周" userId="d3c3af45359772bc" providerId="LiveId" clId="{109C7467-7DDD-4B3E-8C15-E7D0F99F100A}" dt="2021-03-29T11:11:47.199" v="149" actId="164"/>
          <ac:cxnSpMkLst>
            <pc:docMk/>
            <pc:sldMk cId="490322334" sldId="324"/>
            <ac:cxnSpMk id="7" creationId="{1D007593-CA8C-49BB-88F7-23F9D8069FE3}"/>
          </ac:cxnSpMkLst>
        </pc:cxnChg>
        <pc:cxnChg chg="mod">
          <ac:chgData name="达 周" userId="d3c3af45359772bc" providerId="LiveId" clId="{109C7467-7DDD-4B3E-8C15-E7D0F99F100A}" dt="2021-03-29T11:11:47.199" v="149" actId="164"/>
          <ac:cxnSpMkLst>
            <pc:docMk/>
            <pc:sldMk cId="490322334" sldId="324"/>
            <ac:cxnSpMk id="9" creationId="{CEFB2CE0-45C1-448A-A7FF-B7B9D3E248A7}"/>
          </ac:cxnSpMkLst>
        </pc:cxnChg>
        <pc:cxnChg chg="mod">
          <ac:chgData name="达 周" userId="d3c3af45359772bc" providerId="LiveId" clId="{109C7467-7DDD-4B3E-8C15-E7D0F99F100A}" dt="2021-03-29T11:11:47.199" v="149" actId="164"/>
          <ac:cxnSpMkLst>
            <pc:docMk/>
            <pc:sldMk cId="490322334" sldId="324"/>
            <ac:cxnSpMk id="11" creationId="{AF2D8371-5EF7-47BC-A31E-7787031F3700}"/>
          </ac:cxnSpMkLst>
        </pc:cxnChg>
      </pc:sldChg>
      <pc:sldChg chg="modSp add mod">
        <pc:chgData name="达 周" userId="d3c3af45359772bc" providerId="LiveId" clId="{109C7467-7DDD-4B3E-8C15-E7D0F99F100A}" dt="2021-03-29T10:58:41.491" v="137" actId="20577"/>
        <pc:sldMkLst>
          <pc:docMk/>
          <pc:sldMk cId="4176913667" sldId="326"/>
        </pc:sldMkLst>
        <pc:spChg chg="mod">
          <ac:chgData name="达 周" userId="d3c3af45359772bc" providerId="LiveId" clId="{109C7467-7DDD-4B3E-8C15-E7D0F99F100A}" dt="2021-03-29T10:58:41.491" v="137" actId="20577"/>
          <ac:spMkLst>
            <pc:docMk/>
            <pc:sldMk cId="4176913667" sldId="326"/>
            <ac:spMk id="5" creationId="{728D7B5E-89ED-4537-BCF6-DE559DBF3B1D}"/>
          </ac:spMkLst>
        </pc:spChg>
      </pc:sldChg>
    </pc:docChg>
  </pc:docChgLst>
  <pc:docChgLst>
    <pc:chgData name="达 周" userId="d3c3af45359772bc" providerId="LiveId" clId="{69033BE1-1C57-4F04-8DEA-CCA2033CFF86}"/>
    <pc:docChg chg="undo custSel addSld delSld modSld sldOrd modMainMaster">
      <pc:chgData name="达 周" userId="d3c3af45359772bc" providerId="LiveId" clId="{69033BE1-1C57-4F04-8DEA-CCA2033CFF86}" dt="2020-03-02T12:26:50.950" v="2886" actId="20577"/>
      <pc:docMkLst>
        <pc:docMk/>
      </pc:docMkLst>
      <pc:sldChg chg="addSp modSp mod">
        <pc:chgData name="达 周" userId="d3c3af45359772bc" providerId="LiveId" clId="{69033BE1-1C57-4F04-8DEA-CCA2033CFF86}" dt="2020-03-02T10:47:07.036" v="2690" actId="1076"/>
        <pc:sldMkLst>
          <pc:docMk/>
          <pc:sldMk cId="4035733830" sldId="257"/>
        </pc:sldMkLst>
        <pc:picChg chg="mod">
          <ac:chgData name="达 周" userId="d3c3af45359772bc" providerId="LiveId" clId="{69033BE1-1C57-4F04-8DEA-CCA2033CFF86}" dt="2020-02-27T09:53:33.109" v="144" actId="1076"/>
          <ac:picMkLst>
            <pc:docMk/>
            <pc:sldMk cId="4035733830" sldId="257"/>
            <ac:picMk id="3" creationId="{B317C3B7-A2FE-4E8C-83AE-831904B7C552}"/>
          </ac:picMkLst>
        </pc:picChg>
        <pc:picChg chg="mod">
          <ac:chgData name="达 周" userId="d3c3af45359772bc" providerId="LiveId" clId="{69033BE1-1C57-4F04-8DEA-CCA2033CFF86}" dt="2020-02-27T09:53:41.472" v="147" actId="1076"/>
          <ac:picMkLst>
            <pc:docMk/>
            <pc:sldMk cId="4035733830" sldId="257"/>
            <ac:picMk id="4" creationId="{DA3F2596-D2A3-4C03-BA3A-6BDBEC18587B}"/>
          </ac:picMkLst>
        </pc:picChg>
        <pc:picChg chg="add mod">
          <ac:chgData name="达 周" userId="d3c3af45359772bc" providerId="LiveId" clId="{69033BE1-1C57-4F04-8DEA-CCA2033CFF86}" dt="2020-03-02T10:47:07.036" v="2690" actId="1076"/>
          <ac:picMkLst>
            <pc:docMk/>
            <pc:sldMk cId="4035733830" sldId="257"/>
            <ac:picMk id="5" creationId="{24AB13EA-0BCD-4C59-B512-BE98C1173A53}"/>
          </ac:picMkLst>
        </pc:picChg>
      </pc:sldChg>
      <pc:sldChg chg="modSp del mod">
        <pc:chgData name="达 周" userId="d3c3af45359772bc" providerId="LiveId" clId="{69033BE1-1C57-4F04-8DEA-CCA2033CFF86}" dt="2020-02-29T04:53:46.434" v="1319" actId="47"/>
        <pc:sldMkLst>
          <pc:docMk/>
          <pc:sldMk cId="4240972577" sldId="258"/>
        </pc:sldMkLst>
        <pc:picChg chg="mod">
          <ac:chgData name="达 周" userId="d3c3af45359772bc" providerId="LiveId" clId="{69033BE1-1C57-4F04-8DEA-CCA2033CFF86}" dt="2020-02-27T12:16:26.936" v="687" actId="1076"/>
          <ac:picMkLst>
            <pc:docMk/>
            <pc:sldMk cId="4240972577" sldId="258"/>
            <ac:picMk id="3" creationId="{61D64C5A-1AE9-4198-89A4-0948EC34332B}"/>
          </ac:picMkLst>
        </pc:picChg>
        <pc:picChg chg="mod">
          <ac:chgData name="达 周" userId="d3c3af45359772bc" providerId="LiveId" clId="{69033BE1-1C57-4F04-8DEA-CCA2033CFF86}" dt="2020-02-27T09:17:59.954" v="33"/>
          <ac:picMkLst>
            <pc:docMk/>
            <pc:sldMk cId="4240972577" sldId="258"/>
            <ac:picMk id="4" creationId="{5BF2FEEB-2F11-4DDC-B3F8-43872CC778FF}"/>
          </ac:picMkLst>
        </pc:picChg>
      </pc:sldChg>
      <pc:sldChg chg="modSp del">
        <pc:chgData name="达 周" userId="d3c3af45359772bc" providerId="LiveId" clId="{69033BE1-1C57-4F04-8DEA-CCA2033CFF86}" dt="2020-02-27T12:27:02.216" v="824" actId="47"/>
        <pc:sldMkLst>
          <pc:docMk/>
          <pc:sldMk cId="3081696132" sldId="259"/>
        </pc:sldMkLst>
        <pc:picChg chg="mod">
          <ac:chgData name="达 周" userId="d3c3af45359772bc" providerId="LiveId" clId="{69033BE1-1C57-4F04-8DEA-CCA2033CFF86}" dt="2020-02-27T09:17:59.954" v="33"/>
          <ac:picMkLst>
            <pc:docMk/>
            <pc:sldMk cId="3081696132" sldId="259"/>
            <ac:picMk id="4" creationId="{7F3DB3F0-E388-4E48-8D39-93943A9D0F10}"/>
          </ac:picMkLst>
        </pc:picChg>
        <pc:picChg chg="mod">
          <ac:chgData name="达 周" userId="d3c3af45359772bc" providerId="LiveId" clId="{69033BE1-1C57-4F04-8DEA-CCA2033CFF86}" dt="2020-02-27T09:17:59.954" v="33"/>
          <ac:picMkLst>
            <pc:docMk/>
            <pc:sldMk cId="3081696132" sldId="259"/>
            <ac:picMk id="5" creationId="{0739B951-65D0-4C40-AF58-1C2B5812BDB3}"/>
          </ac:picMkLst>
        </pc:picChg>
      </pc:sldChg>
      <pc:sldChg chg="delSp modSp del mod">
        <pc:chgData name="达 周" userId="d3c3af45359772bc" providerId="LiveId" clId="{69033BE1-1C57-4F04-8DEA-CCA2033CFF86}" dt="2020-03-02T08:28:01.741" v="2621" actId="47"/>
        <pc:sldMkLst>
          <pc:docMk/>
          <pc:sldMk cId="22503482" sldId="260"/>
        </pc:sldMkLst>
        <pc:picChg chg="mod">
          <ac:chgData name="达 周" userId="d3c3af45359772bc" providerId="LiveId" clId="{69033BE1-1C57-4F04-8DEA-CCA2033CFF86}" dt="2020-02-27T12:36:16.506" v="841" actId="1076"/>
          <ac:picMkLst>
            <pc:docMk/>
            <pc:sldMk cId="22503482" sldId="260"/>
            <ac:picMk id="4" creationId="{8EE906A0-8920-425F-A8EB-7007E0E05093}"/>
          </ac:picMkLst>
        </pc:picChg>
        <pc:picChg chg="del mod">
          <ac:chgData name="达 周" userId="d3c3af45359772bc" providerId="LiveId" clId="{69033BE1-1C57-4F04-8DEA-CCA2033CFF86}" dt="2020-02-27T12:36:12.384" v="839" actId="478"/>
          <ac:picMkLst>
            <pc:docMk/>
            <pc:sldMk cId="22503482" sldId="260"/>
            <ac:picMk id="5" creationId="{55A66D8B-1166-4A50-9102-1FD770193DF9}"/>
          </ac:picMkLst>
        </pc:picChg>
      </pc:sldChg>
      <pc:sldChg chg="delSp modSp del mod">
        <pc:chgData name="达 周" userId="d3c3af45359772bc" providerId="LiveId" clId="{69033BE1-1C57-4F04-8DEA-CCA2033CFF86}" dt="2020-03-02T08:28:01.741" v="2621" actId="47"/>
        <pc:sldMkLst>
          <pc:docMk/>
          <pc:sldMk cId="3029561612" sldId="261"/>
        </pc:sldMkLst>
        <pc:picChg chg="mod">
          <ac:chgData name="达 周" userId="d3c3af45359772bc" providerId="LiveId" clId="{69033BE1-1C57-4F04-8DEA-CCA2033CFF86}" dt="2020-02-27T12:50:59.368" v="846" actId="1076"/>
          <ac:picMkLst>
            <pc:docMk/>
            <pc:sldMk cId="3029561612" sldId="261"/>
            <ac:picMk id="4" creationId="{1143F2E9-DF2A-452F-9E2F-1CEBAAA0CCA0}"/>
          </ac:picMkLst>
        </pc:picChg>
        <pc:picChg chg="del mod">
          <ac:chgData name="达 周" userId="d3c3af45359772bc" providerId="LiveId" clId="{69033BE1-1C57-4F04-8DEA-CCA2033CFF86}" dt="2020-02-27T12:51:00.708" v="847" actId="478"/>
          <ac:picMkLst>
            <pc:docMk/>
            <pc:sldMk cId="3029561612" sldId="261"/>
            <ac:picMk id="5" creationId="{7172FA4B-10FA-4795-A7E6-EFED129948D4}"/>
          </ac:picMkLst>
        </pc:picChg>
      </pc:sldChg>
      <pc:sldChg chg="delSp modSp del mod">
        <pc:chgData name="达 周" userId="d3c3af45359772bc" providerId="LiveId" clId="{69033BE1-1C57-4F04-8DEA-CCA2033CFF86}" dt="2020-03-02T08:28:01.741" v="2621" actId="47"/>
        <pc:sldMkLst>
          <pc:docMk/>
          <pc:sldMk cId="3304174577" sldId="262"/>
        </pc:sldMkLst>
        <pc:picChg chg="mod">
          <ac:chgData name="达 周" userId="d3c3af45359772bc" providerId="LiveId" clId="{69033BE1-1C57-4F04-8DEA-CCA2033CFF86}" dt="2020-02-27T12:54:29.103" v="862" actId="1076"/>
          <ac:picMkLst>
            <pc:docMk/>
            <pc:sldMk cId="3304174577" sldId="262"/>
            <ac:picMk id="4" creationId="{20CC02C6-C1C7-49FD-AB73-1F6E70636657}"/>
          </ac:picMkLst>
        </pc:picChg>
        <pc:picChg chg="del mod">
          <ac:chgData name="达 周" userId="d3c3af45359772bc" providerId="LiveId" clId="{69033BE1-1C57-4F04-8DEA-CCA2033CFF86}" dt="2020-02-27T12:54:11.075" v="855" actId="478"/>
          <ac:picMkLst>
            <pc:docMk/>
            <pc:sldMk cId="3304174577" sldId="262"/>
            <ac:picMk id="5" creationId="{8C810FCF-137F-4B60-86D4-282CED0586C0}"/>
          </ac:picMkLst>
        </pc:picChg>
        <pc:picChg chg="del mod">
          <ac:chgData name="达 周" userId="d3c3af45359772bc" providerId="LiveId" clId="{69033BE1-1C57-4F04-8DEA-CCA2033CFF86}" dt="2020-02-27T12:54:12.248" v="856" actId="478"/>
          <ac:picMkLst>
            <pc:docMk/>
            <pc:sldMk cId="3304174577" sldId="262"/>
            <ac:picMk id="6" creationId="{D263AB0A-1BB5-4708-8A8D-704BEEA6165E}"/>
          </ac:picMkLst>
        </pc:picChg>
      </pc:sldChg>
      <pc:sldChg chg="delSp modSp mod">
        <pc:chgData name="达 周" userId="d3c3af45359772bc" providerId="LiveId" clId="{69033BE1-1C57-4F04-8DEA-CCA2033CFF86}" dt="2020-02-27T13:59:45.152" v="1312" actId="1076"/>
        <pc:sldMkLst>
          <pc:docMk/>
          <pc:sldMk cId="1808560910" sldId="263"/>
        </pc:sldMkLst>
        <pc:spChg chg="del mod">
          <ac:chgData name="达 周" userId="d3c3af45359772bc" providerId="LiveId" clId="{69033BE1-1C57-4F04-8DEA-CCA2033CFF86}" dt="2020-02-27T13:42:58.672" v="1307" actId="478"/>
          <ac:spMkLst>
            <pc:docMk/>
            <pc:sldMk cId="1808560910" sldId="263"/>
            <ac:spMk id="6" creationId="{C243D81E-C0FC-4E98-AC2D-C8B7019D80E0}"/>
          </ac:spMkLst>
        </pc:spChg>
        <pc:graphicFrameChg chg="del mod">
          <ac:chgData name="达 周" userId="d3c3af45359772bc" providerId="LiveId" clId="{69033BE1-1C57-4F04-8DEA-CCA2033CFF86}" dt="2020-02-27T13:45:18.637" v="1309" actId="478"/>
          <ac:graphicFrameMkLst>
            <pc:docMk/>
            <pc:sldMk cId="1808560910" sldId="263"/>
            <ac:graphicFrameMk id="5" creationId="{2F132F1B-C6D4-4CC3-A141-F9B6332D73D3}"/>
          </ac:graphicFrameMkLst>
        </pc:graphicFrameChg>
        <pc:picChg chg="mod">
          <ac:chgData name="达 周" userId="d3c3af45359772bc" providerId="LiveId" clId="{69033BE1-1C57-4F04-8DEA-CCA2033CFF86}" dt="2020-02-27T13:59:45.152" v="1312" actId="1076"/>
          <ac:picMkLst>
            <pc:docMk/>
            <pc:sldMk cId="1808560910" sldId="263"/>
            <ac:picMk id="4" creationId="{141AF9D2-9942-4550-9676-85457EAE5A3C}"/>
          </ac:picMkLst>
        </pc:picChg>
      </pc:sldChg>
      <pc:sldChg chg="delSp modSp mod">
        <pc:chgData name="达 周" userId="d3c3af45359772bc" providerId="LiveId" clId="{69033BE1-1C57-4F04-8DEA-CCA2033CFF86}" dt="2020-02-29T05:31:00.967" v="1757" actId="20577"/>
        <pc:sldMkLst>
          <pc:docMk/>
          <pc:sldMk cId="2842536019" sldId="264"/>
        </pc:sldMkLst>
        <pc:spChg chg="mod">
          <ac:chgData name="达 周" userId="d3c3af45359772bc" providerId="LiveId" clId="{69033BE1-1C57-4F04-8DEA-CCA2033CFF86}" dt="2020-02-29T05:31:00.967" v="1757" actId="20577"/>
          <ac:spMkLst>
            <pc:docMk/>
            <pc:sldMk cId="2842536019" sldId="264"/>
            <ac:spMk id="2" creationId="{3ABD9470-7CF2-4029-A68D-87D612BB471C}"/>
          </ac:spMkLst>
        </pc:spChg>
        <pc:spChg chg="del mod">
          <ac:chgData name="达 周" userId="d3c3af45359772bc" providerId="LiveId" clId="{69033BE1-1C57-4F04-8DEA-CCA2033CFF86}" dt="2020-02-29T05:11:18.932" v="1665" actId="478"/>
          <ac:spMkLst>
            <pc:docMk/>
            <pc:sldMk cId="2842536019" sldId="264"/>
            <ac:spMk id="7" creationId="{95FCCCE8-2982-4ACD-AA78-3B8BA821F9A7}"/>
          </ac:spMkLst>
        </pc:spChg>
        <pc:graphicFrameChg chg="mod">
          <ac:chgData name="达 周" userId="d3c3af45359772bc" providerId="LiveId" clId="{69033BE1-1C57-4F04-8DEA-CCA2033CFF86}" dt="2020-02-29T05:13:46.396" v="1676" actId="1076"/>
          <ac:graphicFrameMkLst>
            <pc:docMk/>
            <pc:sldMk cId="2842536019" sldId="264"/>
            <ac:graphicFrameMk id="5" creationId="{A574C0AA-0C72-40BB-A6DC-40F64FD77B29}"/>
          </ac:graphicFrameMkLst>
        </pc:graphicFrameChg>
        <pc:graphicFrameChg chg="mod">
          <ac:chgData name="达 周" userId="d3c3af45359772bc" providerId="LiveId" clId="{69033BE1-1C57-4F04-8DEA-CCA2033CFF86}" dt="2020-02-27T09:17:59.954" v="33"/>
          <ac:graphicFrameMkLst>
            <pc:docMk/>
            <pc:sldMk cId="2842536019" sldId="264"/>
            <ac:graphicFrameMk id="6" creationId="{40CD016E-66E2-4C46-8E75-4E074AF3D96D}"/>
          </ac:graphicFrameMkLst>
        </pc:graphicFrameChg>
        <pc:graphicFrameChg chg="del mod">
          <ac:chgData name="达 周" userId="d3c3af45359772bc" providerId="LiveId" clId="{69033BE1-1C57-4F04-8DEA-CCA2033CFF86}" dt="2020-02-29T05:11:17.461" v="1664" actId="478"/>
          <ac:graphicFrameMkLst>
            <pc:docMk/>
            <pc:sldMk cId="2842536019" sldId="264"/>
            <ac:graphicFrameMk id="9" creationId="{006DCB5B-FE03-4798-BA3F-28F94E402182}"/>
          </ac:graphicFrameMkLst>
        </pc:graphicFrameChg>
        <pc:picChg chg="mod">
          <ac:chgData name="达 周" userId="d3c3af45359772bc" providerId="LiveId" clId="{69033BE1-1C57-4F04-8DEA-CCA2033CFF86}" dt="2020-02-29T05:11:27.709" v="1667" actId="14100"/>
          <ac:picMkLst>
            <pc:docMk/>
            <pc:sldMk cId="2842536019" sldId="264"/>
            <ac:picMk id="4" creationId="{BF21FC8B-C3F7-4647-A91E-C3BAAACEC6E4}"/>
          </ac:picMkLst>
        </pc:picChg>
      </pc:sldChg>
      <pc:sldChg chg="addSp delSp modSp mod">
        <pc:chgData name="达 周" userId="d3c3af45359772bc" providerId="LiveId" clId="{69033BE1-1C57-4F04-8DEA-CCA2033CFF86}" dt="2020-03-02T12:04:56.754" v="2838" actId="478"/>
        <pc:sldMkLst>
          <pc:docMk/>
          <pc:sldMk cId="1265752046" sldId="265"/>
        </pc:sldMkLst>
        <pc:spChg chg="mod">
          <ac:chgData name="达 周" userId="d3c3af45359772bc" providerId="LiveId" clId="{69033BE1-1C57-4F04-8DEA-CCA2033CFF86}" dt="2020-02-29T06:04:11.635" v="2335" actId="20577"/>
          <ac:spMkLst>
            <pc:docMk/>
            <pc:sldMk cId="1265752046" sldId="265"/>
            <ac:spMk id="2" creationId="{BFAAEC5A-D4CA-4232-ABB3-82F579BC9729}"/>
          </ac:spMkLst>
        </pc:spChg>
        <pc:spChg chg="add del mod">
          <ac:chgData name="达 周" userId="d3c3af45359772bc" providerId="LiveId" clId="{69033BE1-1C57-4F04-8DEA-CCA2033CFF86}" dt="2020-03-02T12:04:56.754" v="2838" actId="478"/>
          <ac:spMkLst>
            <pc:docMk/>
            <pc:sldMk cId="1265752046" sldId="265"/>
            <ac:spMk id="5" creationId="{70947C5F-A382-4B2E-87A0-522A1E986D9A}"/>
          </ac:spMkLst>
        </pc:spChg>
        <pc:picChg chg="del mod">
          <ac:chgData name="达 周" userId="d3c3af45359772bc" providerId="LiveId" clId="{69033BE1-1C57-4F04-8DEA-CCA2033CFF86}" dt="2020-02-29T06:01:28.967" v="2188" actId="478"/>
          <ac:picMkLst>
            <pc:docMk/>
            <pc:sldMk cId="1265752046" sldId="265"/>
            <ac:picMk id="4" creationId="{66FE151C-BD2E-406D-851A-7A33767B5F3E}"/>
          </ac:picMkLst>
        </pc:picChg>
      </pc:sldChg>
      <pc:sldChg chg="addSp delSp modSp mod modAnim">
        <pc:chgData name="达 周" userId="d3c3af45359772bc" providerId="LiveId" clId="{69033BE1-1C57-4F04-8DEA-CCA2033CFF86}" dt="2020-02-29T06:32:04.118" v="2468" actId="20577"/>
        <pc:sldMkLst>
          <pc:docMk/>
          <pc:sldMk cId="2394474079" sldId="266"/>
        </pc:sldMkLst>
        <pc:spChg chg="mod">
          <ac:chgData name="达 周" userId="d3c3af45359772bc" providerId="LiveId" clId="{69033BE1-1C57-4F04-8DEA-CCA2033CFF86}" dt="2020-02-29T06:32:04.118" v="2468" actId="20577"/>
          <ac:spMkLst>
            <pc:docMk/>
            <pc:sldMk cId="2394474079" sldId="266"/>
            <ac:spMk id="2" creationId="{47C7FA8D-FBE7-4B38-9D41-8E2E38E9BDCB}"/>
          </ac:spMkLst>
        </pc:spChg>
        <pc:spChg chg="add del mod">
          <ac:chgData name="达 周" userId="d3c3af45359772bc" providerId="LiveId" clId="{69033BE1-1C57-4F04-8DEA-CCA2033CFF86}" dt="2020-02-29T06:12:13.585" v="2338"/>
          <ac:spMkLst>
            <pc:docMk/>
            <pc:sldMk cId="2394474079" sldId="266"/>
            <ac:spMk id="5" creationId="{9D989481-0FCA-4D8F-BBAE-460412CD7268}"/>
          </ac:spMkLst>
        </pc:spChg>
        <pc:graphicFrameChg chg="add mod">
          <ac:chgData name="达 周" userId="d3c3af45359772bc" providerId="LiveId" clId="{69033BE1-1C57-4F04-8DEA-CCA2033CFF86}" dt="2020-02-29T06:16:47.105" v="2414"/>
          <ac:graphicFrameMkLst>
            <pc:docMk/>
            <pc:sldMk cId="2394474079" sldId="266"/>
            <ac:graphicFrameMk id="6" creationId="{D02476D3-3583-4DE9-B5DD-BD1E023A8970}"/>
          </ac:graphicFrameMkLst>
        </pc:graphicFrameChg>
        <pc:picChg chg="del mod">
          <ac:chgData name="达 周" userId="d3c3af45359772bc" providerId="LiveId" clId="{69033BE1-1C57-4F04-8DEA-CCA2033CFF86}" dt="2020-02-29T06:06:05.802" v="2337" actId="478"/>
          <ac:picMkLst>
            <pc:docMk/>
            <pc:sldMk cId="2394474079" sldId="266"/>
            <ac:picMk id="4" creationId="{ADA4DA78-25EE-49D3-AA1B-8ADC2B7F64E8}"/>
          </ac:picMkLst>
        </pc:picChg>
      </pc:sldChg>
      <pc:sldChg chg="modSp mod">
        <pc:chgData name="达 周" userId="d3c3af45359772bc" providerId="LiveId" clId="{69033BE1-1C57-4F04-8DEA-CCA2033CFF86}" dt="2020-02-29T06:41:15.433" v="2616" actId="14100"/>
        <pc:sldMkLst>
          <pc:docMk/>
          <pc:sldMk cId="2262595845" sldId="267"/>
        </pc:sldMkLst>
        <pc:picChg chg="mod">
          <ac:chgData name="达 周" userId="d3c3af45359772bc" providerId="LiveId" clId="{69033BE1-1C57-4F04-8DEA-CCA2033CFF86}" dt="2020-02-29T06:41:15.433" v="2616" actId="14100"/>
          <ac:picMkLst>
            <pc:docMk/>
            <pc:sldMk cId="2262595845" sldId="267"/>
            <ac:picMk id="4" creationId="{3F4BE757-D3B9-48B7-92F5-C0248A47CC58}"/>
          </ac:picMkLst>
        </pc:picChg>
      </pc:sldChg>
      <pc:sldChg chg="addSp delSp modSp mod ord">
        <pc:chgData name="达 周" userId="d3c3af45359772bc" providerId="LiveId" clId="{69033BE1-1C57-4F04-8DEA-CCA2033CFF86}" dt="2020-02-29T06:34:42.739" v="2514"/>
        <pc:sldMkLst>
          <pc:docMk/>
          <pc:sldMk cId="2603094986" sldId="268"/>
        </pc:sldMkLst>
        <pc:spChg chg="mod">
          <ac:chgData name="达 周" userId="d3c3af45359772bc" providerId="LiveId" clId="{69033BE1-1C57-4F04-8DEA-CCA2033CFF86}" dt="2020-02-29T06:32:38.839" v="2500" actId="20577"/>
          <ac:spMkLst>
            <pc:docMk/>
            <pc:sldMk cId="2603094986" sldId="268"/>
            <ac:spMk id="2" creationId="{FB9F3CF1-276D-4EDE-AAFD-E0BB5C1A2022}"/>
          </ac:spMkLst>
        </pc:spChg>
        <pc:graphicFrameChg chg="add mod">
          <ac:chgData name="达 周" userId="d3c3af45359772bc" providerId="LiveId" clId="{69033BE1-1C57-4F04-8DEA-CCA2033CFF86}" dt="2020-02-29T06:34:42.739" v="2514"/>
          <ac:graphicFrameMkLst>
            <pc:docMk/>
            <pc:sldMk cId="2603094986" sldId="268"/>
            <ac:graphicFrameMk id="6" creationId="{3BBD605B-7A47-4852-9795-D3F217698F93}"/>
          </ac:graphicFrameMkLst>
        </pc:graphicFrameChg>
        <pc:picChg chg="mod">
          <ac:chgData name="达 周" userId="d3c3af45359772bc" providerId="LiveId" clId="{69033BE1-1C57-4F04-8DEA-CCA2033CFF86}" dt="2020-02-29T06:34:39.377" v="2513" actId="1076"/>
          <ac:picMkLst>
            <pc:docMk/>
            <pc:sldMk cId="2603094986" sldId="268"/>
            <ac:picMk id="4" creationId="{DCB8C068-0978-4E3B-BF36-4790584B8FF0}"/>
          </ac:picMkLst>
        </pc:picChg>
        <pc:picChg chg="del mod">
          <ac:chgData name="达 周" userId="d3c3af45359772bc" providerId="LiveId" clId="{69033BE1-1C57-4F04-8DEA-CCA2033CFF86}" dt="2020-02-29T06:34:15.716" v="2508" actId="478"/>
          <ac:picMkLst>
            <pc:docMk/>
            <pc:sldMk cId="2603094986" sldId="268"/>
            <ac:picMk id="5" creationId="{426763E6-0F12-479C-A47A-55D0926F5D94}"/>
          </ac:picMkLst>
        </pc:picChg>
      </pc:sldChg>
      <pc:sldChg chg="modSp mod">
        <pc:chgData name="达 周" userId="d3c3af45359772bc" providerId="LiveId" clId="{69033BE1-1C57-4F04-8DEA-CCA2033CFF86}" dt="2020-02-29T06:36:13.581" v="2531" actId="20577"/>
        <pc:sldMkLst>
          <pc:docMk/>
          <pc:sldMk cId="2738215093" sldId="269"/>
        </pc:sldMkLst>
        <pc:spChg chg="mod">
          <ac:chgData name="达 周" userId="d3c3af45359772bc" providerId="LiveId" clId="{69033BE1-1C57-4F04-8DEA-CCA2033CFF86}" dt="2020-02-29T06:36:13.581" v="2531" actId="20577"/>
          <ac:spMkLst>
            <pc:docMk/>
            <pc:sldMk cId="2738215093" sldId="269"/>
            <ac:spMk id="2" creationId="{A947D433-62BE-4175-8DA2-F267CB5E4D3C}"/>
          </ac:spMkLst>
        </pc:spChg>
        <pc:picChg chg="mod">
          <ac:chgData name="达 周" userId="d3c3af45359772bc" providerId="LiveId" clId="{69033BE1-1C57-4F04-8DEA-CCA2033CFF86}" dt="2020-02-27T09:17:59.954" v="33"/>
          <ac:picMkLst>
            <pc:docMk/>
            <pc:sldMk cId="2738215093" sldId="269"/>
            <ac:picMk id="4" creationId="{7760BFAE-E762-4358-A0C7-464DDB119962}"/>
          </ac:picMkLst>
        </pc:picChg>
      </pc:sldChg>
      <pc:sldChg chg="modSp del mod">
        <pc:chgData name="达 周" userId="d3c3af45359772bc" providerId="LiveId" clId="{69033BE1-1C57-4F04-8DEA-CCA2033CFF86}" dt="2020-03-02T08:27:48.941" v="2617" actId="47"/>
        <pc:sldMkLst>
          <pc:docMk/>
          <pc:sldMk cId="3905604233" sldId="270"/>
        </pc:sldMkLst>
        <pc:graphicFrameChg chg="mod">
          <ac:chgData name="达 周" userId="d3c3af45359772bc" providerId="LiveId" clId="{69033BE1-1C57-4F04-8DEA-CCA2033CFF86}" dt="2020-02-27T11:57:19.084" v="151" actId="1076"/>
          <ac:graphicFrameMkLst>
            <pc:docMk/>
            <pc:sldMk cId="3905604233" sldId="270"/>
            <ac:graphicFrameMk id="4" creationId="{4E3A1BB3-AF02-4450-80CD-73BCAA70672F}"/>
          </ac:graphicFrameMkLst>
        </pc:graphicFrameChg>
      </pc:sldChg>
      <pc:sldChg chg="addSp delSp modSp del mod">
        <pc:chgData name="达 周" userId="d3c3af45359772bc" providerId="LiveId" clId="{69033BE1-1C57-4F04-8DEA-CCA2033CFF86}" dt="2020-03-02T08:27:50.654" v="2618" actId="47"/>
        <pc:sldMkLst>
          <pc:docMk/>
          <pc:sldMk cId="4187860110" sldId="271"/>
        </pc:sldMkLst>
        <pc:spChg chg="mod">
          <ac:chgData name="达 周" userId="d3c3af45359772bc" providerId="LiveId" clId="{69033BE1-1C57-4F04-8DEA-CCA2033CFF86}" dt="2020-02-27T09:52:07.748" v="143" actId="20577"/>
          <ac:spMkLst>
            <pc:docMk/>
            <pc:sldMk cId="4187860110" sldId="271"/>
            <ac:spMk id="2" creationId="{00000000-0000-0000-0000-000000000000}"/>
          </ac:spMkLst>
        </pc:spChg>
        <pc:spChg chg="add del mod">
          <ac:chgData name="达 周" userId="d3c3af45359772bc" providerId="LiveId" clId="{69033BE1-1C57-4F04-8DEA-CCA2033CFF86}" dt="2020-02-27T09:52:04.968" v="140" actId="478"/>
          <ac:spMkLst>
            <pc:docMk/>
            <pc:sldMk cId="4187860110" sldId="271"/>
            <ac:spMk id="3" creationId="{1B8B47C7-FC83-4F5A-8653-4A6DD3BB356F}"/>
          </ac:spMkLst>
        </pc:spChg>
        <pc:graphicFrameChg chg="mod">
          <ac:chgData name="达 周" userId="d3c3af45359772bc" providerId="LiveId" clId="{69033BE1-1C57-4F04-8DEA-CCA2033CFF86}" dt="2020-02-27T11:58:23.951" v="163"/>
          <ac:graphicFrameMkLst>
            <pc:docMk/>
            <pc:sldMk cId="4187860110" sldId="271"/>
            <ac:graphicFrameMk id="5" creationId="{4E3A1BB3-AF02-4450-80CD-73BCAA70672F}"/>
          </ac:graphicFrameMkLst>
        </pc:graphicFrameChg>
      </pc:sldChg>
      <pc:sldChg chg="addSp delSp modSp add del mod delAnim modAnim">
        <pc:chgData name="达 周" userId="d3c3af45359772bc" providerId="LiveId" clId="{69033BE1-1C57-4F04-8DEA-CCA2033CFF86}" dt="2020-03-02T08:27:48.941" v="2617" actId="47"/>
        <pc:sldMkLst>
          <pc:docMk/>
          <pc:sldMk cId="1750606106" sldId="272"/>
        </pc:sldMkLst>
        <pc:spChg chg="mod">
          <ac:chgData name="达 周" userId="d3c3af45359772bc" providerId="LiveId" clId="{69033BE1-1C57-4F04-8DEA-CCA2033CFF86}" dt="2020-02-27T09:21:14.666" v="63" actId="20577"/>
          <ac:spMkLst>
            <pc:docMk/>
            <pc:sldMk cId="1750606106" sldId="272"/>
            <ac:spMk id="2" creationId="{B39A3E78-7074-4ADF-B463-404600458AFB}"/>
          </ac:spMkLst>
        </pc:spChg>
        <pc:spChg chg="del">
          <ac:chgData name="达 周" userId="d3c3af45359772bc" providerId="LiveId" clId="{69033BE1-1C57-4F04-8DEA-CCA2033CFF86}" dt="2020-02-27T09:19:54.982" v="52"/>
          <ac:spMkLst>
            <pc:docMk/>
            <pc:sldMk cId="1750606106" sldId="272"/>
            <ac:spMk id="3" creationId="{44534946-027D-4BEE-ABA0-7D4DEE571A71}"/>
          </ac:spMkLst>
        </pc:spChg>
        <pc:spChg chg="add del mod">
          <ac:chgData name="达 周" userId="d3c3af45359772bc" providerId="LiveId" clId="{69033BE1-1C57-4F04-8DEA-CCA2033CFF86}" dt="2020-02-27T09:44:06.772" v="112" actId="478"/>
          <ac:spMkLst>
            <pc:docMk/>
            <pc:sldMk cId="1750606106" sldId="272"/>
            <ac:spMk id="5" creationId="{AC9DBDF3-51BC-43AE-A9C3-E367E646B1D2}"/>
          </ac:spMkLst>
        </pc:spChg>
        <pc:graphicFrameChg chg="add mod">
          <ac:chgData name="达 周" userId="d3c3af45359772bc" providerId="LiveId" clId="{69033BE1-1C57-4F04-8DEA-CCA2033CFF86}" dt="2020-02-27T09:21:28.819" v="64" actId="1076"/>
          <ac:graphicFrameMkLst>
            <pc:docMk/>
            <pc:sldMk cId="1750606106" sldId="272"/>
            <ac:graphicFrameMk id="4" creationId="{DB8433C7-FC93-4363-B253-E424D62BA15F}"/>
          </ac:graphicFrameMkLst>
        </pc:graphicFrameChg>
        <pc:graphicFrameChg chg="add del mod">
          <ac:chgData name="达 周" userId="d3c3af45359772bc" providerId="LiveId" clId="{69033BE1-1C57-4F04-8DEA-CCA2033CFF86}" dt="2020-02-27T09:44:08.309" v="113" actId="478"/>
          <ac:graphicFrameMkLst>
            <pc:docMk/>
            <pc:sldMk cId="1750606106" sldId="272"/>
            <ac:graphicFrameMk id="6" creationId="{14C85A33-C9D7-4AB2-823F-6D04895CCAC8}"/>
          </ac:graphicFrameMkLst>
        </pc:graphicFrameChg>
        <pc:graphicFrameChg chg="add del mod">
          <ac:chgData name="达 周" userId="d3c3af45359772bc" providerId="LiveId" clId="{69033BE1-1C57-4F04-8DEA-CCA2033CFF86}" dt="2020-02-27T09:44:09.869" v="114" actId="478"/>
          <ac:graphicFrameMkLst>
            <pc:docMk/>
            <pc:sldMk cId="1750606106" sldId="272"/>
            <ac:graphicFrameMk id="7" creationId="{2FDDDBB7-DA3B-4C50-AEC2-937785BF8DAF}"/>
          </ac:graphicFrameMkLst>
        </pc:graphicFrameChg>
      </pc:sldChg>
      <pc:sldChg chg="addSp delSp modSp add del mod ord">
        <pc:chgData name="达 周" userId="d3c3af45359772bc" providerId="LiveId" clId="{69033BE1-1C57-4F04-8DEA-CCA2033CFF86}" dt="2020-03-02T08:27:48.941" v="2617" actId="47"/>
        <pc:sldMkLst>
          <pc:docMk/>
          <pc:sldMk cId="1909385336" sldId="273"/>
        </pc:sldMkLst>
        <pc:spChg chg="del">
          <ac:chgData name="达 周" userId="d3c3af45359772bc" providerId="LiveId" clId="{69033BE1-1C57-4F04-8DEA-CCA2033CFF86}" dt="2020-02-27T09:39:40.127" v="102" actId="478"/>
          <ac:spMkLst>
            <pc:docMk/>
            <pc:sldMk cId="1909385336" sldId="273"/>
            <ac:spMk id="2" creationId="{7BFC377E-8855-4F3B-97A0-801D3F6ACBED}"/>
          </ac:spMkLst>
        </pc:spChg>
        <pc:spChg chg="del">
          <ac:chgData name="达 周" userId="d3c3af45359772bc" providerId="LiveId" clId="{69033BE1-1C57-4F04-8DEA-CCA2033CFF86}" dt="2020-02-27T09:39:35.744" v="101"/>
          <ac:spMkLst>
            <pc:docMk/>
            <pc:sldMk cId="1909385336" sldId="273"/>
            <ac:spMk id="3" creationId="{C54EE25D-59A3-48B4-97A9-D36CE3E80004}"/>
          </ac:spMkLst>
        </pc:spChg>
        <pc:picChg chg="add mod">
          <ac:chgData name="达 周" userId="d3c3af45359772bc" providerId="LiveId" clId="{69033BE1-1C57-4F04-8DEA-CCA2033CFF86}" dt="2020-02-27T09:39:44.848" v="104" actId="1076"/>
          <ac:picMkLst>
            <pc:docMk/>
            <pc:sldMk cId="1909385336" sldId="273"/>
            <ac:picMk id="6146" creationId="{D8A71D9D-CB99-4388-9DAF-B80650472BFC}"/>
          </ac:picMkLst>
        </pc:picChg>
      </pc:sldChg>
      <pc:sldChg chg="add del">
        <pc:chgData name="达 周" userId="d3c3af45359772bc" providerId="LiveId" clId="{69033BE1-1C57-4F04-8DEA-CCA2033CFF86}" dt="2020-02-27T09:39:30.859" v="99" actId="47"/>
        <pc:sldMkLst>
          <pc:docMk/>
          <pc:sldMk cId="2712379964" sldId="273"/>
        </pc:sldMkLst>
      </pc:sldChg>
      <pc:sldChg chg="delSp add del mod delAnim">
        <pc:chgData name="达 周" userId="d3c3af45359772bc" providerId="LiveId" clId="{69033BE1-1C57-4F04-8DEA-CCA2033CFF86}" dt="2020-03-02T08:27:48.941" v="2617" actId="47"/>
        <pc:sldMkLst>
          <pc:docMk/>
          <pc:sldMk cId="13084009" sldId="274"/>
        </pc:sldMkLst>
        <pc:graphicFrameChg chg="del">
          <ac:chgData name="达 周" userId="d3c3af45359772bc" providerId="LiveId" clId="{69033BE1-1C57-4F04-8DEA-CCA2033CFF86}" dt="2020-02-27T09:44:13.946" v="115" actId="478"/>
          <ac:graphicFrameMkLst>
            <pc:docMk/>
            <pc:sldMk cId="13084009" sldId="274"/>
            <ac:graphicFrameMk id="7" creationId="{2FDDDBB7-DA3B-4C50-AEC2-937785BF8DAF}"/>
          </ac:graphicFrameMkLst>
        </pc:graphicFrameChg>
      </pc:sldChg>
      <pc:sldChg chg="add del">
        <pc:chgData name="达 周" userId="d3c3af45359772bc" providerId="LiveId" clId="{69033BE1-1C57-4F04-8DEA-CCA2033CFF86}" dt="2020-03-02T08:27:48.941" v="2617" actId="47"/>
        <pc:sldMkLst>
          <pc:docMk/>
          <pc:sldMk cId="3433267485" sldId="275"/>
        </pc:sldMkLst>
      </pc:sldChg>
      <pc:sldChg chg="modSp add del">
        <pc:chgData name="达 周" userId="d3c3af45359772bc" providerId="LiveId" clId="{69033BE1-1C57-4F04-8DEA-CCA2033CFF86}" dt="2020-03-02T08:27:51.201" v="2619" actId="47"/>
        <pc:sldMkLst>
          <pc:docMk/>
          <pc:sldMk cId="1077174610" sldId="276"/>
        </pc:sldMkLst>
        <pc:graphicFrameChg chg="mod">
          <ac:chgData name="达 周" userId="d3c3af45359772bc" providerId="LiveId" clId="{69033BE1-1C57-4F04-8DEA-CCA2033CFF86}" dt="2020-02-27T11:58:14.008" v="161"/>
          <ac:graphicFrameMkLst>
            <pc:docMk/>
            <pc:sldMk cId="1077174610" sldId="276"/>
            <ac:graphicFrameMk id="5" creationId="{4E3A1BB3-AF02-4450-80CD-73BCAA70672F}"/>
          </ac:graphicFrameMkLst>
        </pc:graphicFrameChg>
      </pc:sldChg>
      <pc:sldChg chg="addSp delSp modSp add del mod">
        <pc:chgData name="达 周" userId="d3c3af45359772bc" providerId="LiveId" clId="{69033BE1-1C57-4F04-8DEA-CCA2033CFF86}" dt="2020-03-02T08:27:53.869" v="2620" actId="47"/>
        <pc:sldMkLst>
          <pc:docMk/>
          <pc:sldMk cId="1434543825" sldId="277"/>
        </pc:sldMkLst>
        <pc:spChg chg="mod">
          <ac:chgData name="达 周" userId="d3c3af45359772bc" providerId="LiveId" clId="{69033BE1-1C57-4F04-8DEA-CCA2033CFF86}" dt="2020-02-27T12:02:03.642" v="175" actId="20577"/>
          <ac:spMkLst>
            <pc:docMk/>
            <pc:sldMk cId="1434543825" sldId="277"/>
            <ac:spMk id="2" creationId="{DAC11EA3-4D26-496C-B7E9-15D83761E0C0}"/>
          </ac:spMkLst>
        </pc:spChg>
        <pc:spChg chg="add del mod">
          <ac:chgData name="达 周" userId="d3c3af45359772bc" providerId="LiveId" clId="{69033BE1-1C57-4F04-8DEA-CCA2033CFF86}" dt="2020-02-27T12:15:19.896" v="686" actId="20577"/>
          <ac:spMkLst>
            <pc:docMk/>
            <pc:sldMk cId="1434543825" sldId="277"/>
            <ac:spMk id="3" creationId="{BE4EFC03-5BAD-49D3-9BBE-A1EF31DBCF19}"/>
          </ac:spMkLst>
        </pc:spChg>
        <pc:picChg chg="add del">
          <ac:chgData name="达 周" userId="d3c3af45359772bc" providerId="LiveId" clId="{69033BE1-1C57-4F04-8DEA-CCA2033CFF86}" dt="2020-02-27T12:02:15.875" v="177"/>
          <ac:picMkLst>
            <pc:docMk/>
            <pc:sldMk cId="1434543825" sldId="277"/>
            <ac:picMk id="4" creationId="{021D0381-D04C-4E8D-8080-278886CA4B71}"/>
          </ac:picMkLst>
        </pc:picChg>
        <pc:picChg chg="add mod">
          <ac:chgData name="达 周" userId="d3c3af45359772bc" providerId="LiveId" clId="{69033BE1-1C57-4F04-8DEA-CCA2033CFF86}" dt="2020-02-27T12:02:25.180" v="181" actId="1076"/>
          <ac:picMkLst>
            <pc:docMk/>
            <pc:sldMk cId="1434543825" sldId="277"/>
            <ac:picMk id="5" creationId="{4A55081A-404B-4347-9311-A451F0BA43D1}"/>
          </ac:picMkLst>
        </pc:picChg>
      </pc:sldChg>
      <pc:sldChg chg="addSp delSp modSp add del mod">
        <pc:chgData name="达 周" userId="d3c3af45359772bc" providerId="LiveId" clId="{69033BE1-1C57-4F04-8DEA-CCA2033CFF86}" dt="2020-03-02T08:28:01.741" v="2621" actId="47"/>
        <pc:sldMkLst>
          <pc:docMk/>
          <pc:sldMk cId="4292314534" sldId="278"/>
        </pc:sldMkLst>
        <pc:spChg chg="del">
          <ac:chgData name="达 周" userId="d3c3af45359772bc" providerId="LiveId" clId="{69033BE1-1C57-4F04-8DEA-CCA2033CFF86}" dt="2020-02-27T12:19:59.810" v="693" actId="478"/>
          <ac:spMkLst>
            <pc:docMk/>
            <pc:sldMk cId="4292314534" sldId="278"/>
            <ac:spMk id="2" creationId="{A2CA8AD0-41A5-48D6-84BA-748551193A8D}"/>
          </ac:spMkLst>
        </pc:spChg>
        <pc:spChg chg="del">
          <ac:chgData name="达 周" userId="d3c3af45359772bc" providerId="LiveId" clId="{69033BE1-1C57-4F04-8DEA-CCA2033CFF86}" dt="2020-02-27T12:19:51.475" v="689"/>
          <ac:spMkLst>
            <pc:docMk/>
            <pc:sldMk cId="4292314534" sldId="278"/>
            <ac:spMk id="3" creationId="{B3B19BE4-9899-46E2-B894-3331F74BD2B7}"/>
          </ac:spMkLst>
        </pc:spChg>
        <pc:picChg chg="add mod">
          <ac:chgData name="达 周" userId="d3c3af45359772bc" providerId="LiveId" clId="{69033BE1-1C57-4F04-8DEA-CCA2033CFF86}" dt="2020-02-27T12:20:01.995" v="694" actId="1076"/>
          <ac:picMkLst>
            <pc:docMk/>
            <pc:sldMk cId="4292314534" sldId="278"/>
            <ac:picMk id="4" creationId="{8790343A-948B-49DE-B8A2-098F8204EAD0}"/>
          </ac:picMkLst>
        </pc:picChg>
        <pc:picChg chg="add del mod">
          <ac:chgData name="达 周" userId="d3c3af45359772bc" providerId="LiveId" clId="{69033BE1-1C57-4F04-8DEA-CCA2033CFF86}" dt="2020-02-27T12:23:13.391" v="701" actId="478"/>
          <ac:picMkLst>
            <pc:docMk/>
            <pc:sldMk cId="4292314534" sldId="278"/>
            <ac:picMk id="5" creationId="{2B581461-C5B1-4170-8DA7-04C3B5E83ACD}"/>
          </ac:picMkLst>
        </pc:picChg>
      </pc:sldChg>
      <pc:sldChg chg="add del">
        <pc:chgData name="达 周" userId="d3c3af45359772bc" providerId="LiveId" clId="{69033BE1-1C57-4F04-8DEA-CCA2033CFF86}" dt="2020-03-02T08:28:01.741" v="2621" actId="47"/>
        <pc:sldMkLst>
          <pc:docMk/>
          <pc:sldMk cId="3711778684" sldId="279"/>
        </pc:sldMkLst>
      </pc:sldChg>
      <pc:sldChg chg="addSp delSp modSp add del mod">
        <pc:chgData name="达 周" userId="d3c3af45359772bc" providerId="LiveId" clId="{69033BE1-1C57-4F04-8DEA-CCA2033CFF86}" dt="2020-03-02T08:28:01.741" v="2621" actId="47"/>
        <pc:sldMkLst>
          <pc:docMk/>
          <pc:sldMk cId="3788025542" sldId="280"/>
        </pc:sldMkLst>
        <pc:spChg chg="del">
          <ac:chgData name="达 周" userId="d3c3af45359772bc" providerId="LiveId" clId="{69033BE1-1C57-4F04-8DEA-CCA2033CFF86}" dt="2020-02-27T12:24:07.918" v="704" actId="478"/>
          <ac:spMkLst>
            <pc:docMk/>
            <pc:sldMk cId="3788025542" sldId="280"/>
            <ac:spMk id="2" creationId="{69FA25B8-1ECC-439F-8573-11CBC1A2674B}"/>
          </ac:spMkLst>
        </pc:spChg>
        <pc:spChg chg="del">
          <ac:chgData name="达 周" userId="d3c3af45359772bc" providerId="LiveId" clId="{69033BE1-1C57-4F04-8DEA-CCA2033CFF86}" dt="2020-02-27T12:24:06.298" v="703"/>
          <ac:spMkLst>
            <pc:docMk/>
            <pc:sldMk cId="3788025542" sldId="280"/>
            <ac:spMk id="3" creationId="{98C0FE57-87EB-4F52-8A1D-2E850FCD63D1}"/>
          </ac:spMkLst>
        </pc:spChg>
        <pc:picChg chg="add mod">
          <ac:chgData name="达 周" userId="d3c3af45359772bc" providerId="LiveId" clId="{69033BE1-1C57-4F04-8DEA-CCA2033CFF86}" dt="2020-02-27T12:24:16.777" v="709" actId="1076"/>
          <ac:picMkLst>
            <pc:docMk/>
            <pc:sldMk cId="3788025542" sldId="280"/>
            <ac:picMk id="4" creationId="{E9AC1820-18B7-4D06-9CE8-44A7C3DF63D0}"/>
          </ac:picMkLst>
        </pc:picChg>
        <pc:picChg chg="add del mod">
          <ac:chgData name="达 周" userId="d3c3af45359772bc" providerId="LiveId" clId="{69033BE1-1C57-4F04-8DEA-CCA2033CFF86}" dt="2020-02-27T12:25:15.805" v="717" actId="478"/>
          <ac:picMkLst>
            <pc:docMk/>
            <pc:sldMk cId="3788025542" sldId="280"/>
            <ac:picMk id="5" creationId="{E244CB71-4733-4F80-9BBC-26B244B0D52F}"/>
          </ac:picMkLst>
        </pc:picChg>
      </pc:sldChg>
      <pc:sldChg chg="add del">
        <pc:chgData name="达 周" userId="d3c3af45359772bc" providerId="LiveId" clId="{69033BE1-1C57-4F04-8DEA-CCA2033CFF86}" dt="2020-03-02T08:28:01.741" v="2621" actId="47"/>
        <pc:sldMkLst>
          <pc:docMk/>
          <pc:sldMk cId="1677709021" sldId="281"/>
        </pc:sldMkLst>
      </pc:sldChg>
      <pc:sldChg chg="delSp modSp add del mod">
        <pc:chgData name="达 周" userId="d3c3af45359772bc" providerId="LiveId" clId="{69033BE1-1C57-4F04-8DEA-CCA2033CFF86}" dt="2020-03-02T08:28:01.741" v="2621" actId="47"/>
        <pc:sldMkLst>
          <pc:docMk/>
          <pc:sldMk cId="3951719028" sldId="282"/>
        </pc:sldMkLst>
        <pc:spChg chg="mod">
          <ac:chgData name="达 周" userId="d3c3af45359772bc" providerId="LiveId" clId="{69033BE1-1C57-4F04-8DEA-CCA2033CFF86}" dt="2020-02-27T12:26:48.701" v="823" actId="1076"/>
          <ac:spMkLst>
            <pc:docMk/>
            <pc:sldMk cId="3951719028" sldId="282"/>
            <ac:spMk id="2" creationId="{EF5974CD-5159-4FD1-B958-CFC1D0E3A1B3}"/>
          </ac:spMkLst>
        </pc:spChg>
        <pc:spChg chg="del">
          <ac:chgData name="达 周" userId="d3c3af45359772bc" providerId="LiveId" clId="{69033BE1-1C57-4F04-8DEA-CCA2033CFF86}" dt="2020-02-27T12:25:27.734" v="719" actId="478"/>
          <ac:spMkLst>
            <pc:docMk/>
            <pc:sldMk cId="3951719028" sldId="282"/>
            <ac:spMk id="3" creationId="{CE1F9F18-0665-4CD0-B6DB-C958D4908C73}"/>
          </ac:spMkLst>
        </pc:spChg>
      </pc:sldChg>
      <pc:sldChg chg="addSp delSp modSp add del mod">
        <pc:chgData name="达 周" userId="d3c3af45359772bc" providerId="LiveId" clId="{69033BE1-1C57-4F04-8DEA-CCA2033CFF86}" dt="2020-03-02T08:28:01.741" v="2621" actId="47"/>
        <pc:sldMkLst>
          <pc:docMk/>
          <pc:sldMk cId="3075250444" sldId="283"/>
        </pc:sldMkLst>
        <pc:spChg chg="del">
          <ac:chgData name="达 周" userId="d3c3af45359772bc" providerId="LiveId" clId="{69033BE1-1C57-4F04-8DEA-CCA2033CFF86}" dt="2020-02-27T12:27:45.851" v="828" actId="478"/>
          <ac:spMkLst>
            <pc:docMk/>
            <pc:sldMk cId="3075250444" sldId="283"/>
            <ac:spMk id="2" creationId="{0A539376-2013-4907-9A37-8F78285BE129}"/>
          </ac:spMkLst>
        </pc:spChg>
        <pc:spChg chg="del">
          <ac:chgData name="达 周" userId="d3c3af45359772bc" providerId="LiveId" clId="{69033BE1-1C57-4F04-8DEA-CCA2033CFF86}" dt="2020-02-27T12:27:43.851" v="827" actId="478"/>
          <ac:spMkLst>
            <pc:docMk/>
            <pc:sldMk cId="3075250444" sldId="283"/>
            <ac:spMk id="3" creationId="{9505072B-54D9-42E6-826C-B3C54A8649C1}"/>
          </ac:spMkLst>
        </pc:spChg>
        <pc:picChg chg="add mod modCrop">
          <ac:chgData name="达 周" userId="d3c3af45359772bc" providerId="LiveId" clId="{69033BE1-1C57-4F04-8DEA-CCA2033CFF86}" dt="2020-02-27T12:28:08.673" v="832" actId="732"/>
          <ac:picMkLst>
            <pc:docMk/>
            <pc:sldMk cId="3075250444" sldId="283"/>
            <ac:picMk id="4" creationId="{C6FE3C24-E28A-478F-8D89-43026B947D00}"/>
          </ac:picMkLst>
        </pc:picChg>
      </pc:sldChg>
      <pc:sldChg chg="addSp modSp add del mod">
        <pc:chgData name="达 周" userId="d3c3af45359772bc" providerId="LiveId" clId="{69033BE1-1C57-4F04-8DEA-CCA2033CFF86}" dt="2020-03-02T08:28:01.741" v="2621" actId="47"/>
        <pc:sldMkLst>
          <pc:docMk/>
          <pc:sldMk cId="218782258" sldId="284"/>
        </pc:sldMkLst>
        <pc:picChg chg="add mod">
          <ac:chgData name="达 周" userId="d3c3af45359772bc" providerId="LiveId" clId="{69033BE1-1C57-4F04-8DEA-CCA2033CFF86}" dt="2020-02-27T12:35:16.587" v="837" actId="1076"/>
          <ac:picMkLst>
            <pc:docMk/>
            <pc:sldMk cId="218782258" sldId="284"/>
            <ac:picMk id="2" creationId="{C9167EEC-C19C-4167-851D-8A6A75A94953}"/>
          </ac:picMkLst>
        </pc:picChg>
      </pc:sldChg>
      <pc:sldChg chg="addSp delSp modSp add del mod">
        <pc:chgData name="达 周" userId="d3c3af45359772bc" providerId="LiveId" clId="{69033BE1-1C57-4F04-8DEA-CCA2033CFF86}" dt="2020-03-02T08:28:01.741" v="2621" actId="47"/>
        <pc:sldMkLst>
          <pc:docMk/>
          <pc:sldMk cId="2004761057" sldId="285"/>
        </pc:sldMkLst>
        <pc:spChg chg="add del mod">
          <ac:chgData name="达 周" userId="d3c3af45359772bc" providerId="LiveId" clId="{69033BE1-1C57-4F04-8DEA-CCA2033CFF86}" dt="2020-02-27T12:36:32.243" v="843" actId="478"/>
          <ac:spMkLst>
            <pc:docMk/>
            <pc:sldMk cId="2004761057" sldId="285"/>
            <ac:spMk id="6" creationId="{59723C6D-312E-4CBC-A65A-57201E6D064C}"/>
          </ac:spMkLst>
        </pc:spChg>
        <pc:picChg chg="del">
          <ac:chgData name="达 周" userId="d3c3af45359772bc" providerId="LiveId" clId="{69033BE1-1C57-4F04-8DEA-CCA2033CFF86}" dt="2020-02-27T12:36:30.251" v="842" actId="478"/>
          <ac:picMkLst>
            <pc:docMk/>
            <pc:sldMk cId="2004761057" sldId="285"/>
            <ac:picMk id="4" creationId="{8EE906A0-8920-425F-A8EB-7007E0E05093}"/>
          </ac:picMkLst>
        </pc:picChg>
        <pc:picChg chg="mod">
          <ac:chgData name="达 周" userId="d3c3af45359772bc" providerId="LiveId" clId="{69033BE1-1C57-4F04-8DEA-CCA2033CFF86}" dt="2020-02-27T12:36:34.739" v="844" actId="1076"/>
          <ac:picMkLst>
            <pc:docMk/>
            <pc:sldMk cId="2004761057" sldId="285"/>
            <ac:picMk id="5" creationId="{55A66D8B-1166-4A50-9102-1FD770193DF9}"/>
          </ac:picMkLst>
        </pc:picChg>
      </pc:sldChg>
      <pc:sldChg chg="addSp delSp modSp add del mod">
        <pc:chgData name="达 周" userId="d3c3af45359772bc" providerId="LiveId" clId="{69033BE1-1C57-4F04-8DEA-CCA2033CFF86}" dt="2020-03-02T08:28:01.741" v="2621" actId="47"/>
        <pc:sldMkLst>
          <pc:docMk/>
          <pc:sldMk cId="3766938693" sldId="286"/>
        </pc:sldMkLst>
        <pc:spChg chg="add del mod">
          <ac:chgData name="达 周" userId="d3c3af45359772bc" providerId="LiveId" clId="{69033BE1-1C57-4F04-8DEA-CCA2033CFF86}" dt="2020-02-27T12:51:06.056" v="849" actId="478"/>
          <ac:spMkLst>
            <pc:docMk/>
            <pc:sldMk cId="3766938693" sldId="286"/>
            <ac:spMk id="6" creationId="{13F4B352-AEC1-425D-88F8-DEACAF95D7F1}"/>
          </ac:spMkLst>
        </pc:spChg>
        <pc:picChg chg="del">
          <ac:chgData name="达 周" userId="d3c3af45359772bc" providerId="LiveId" clId="{69033BE1-1C57-4F04-8DEA-CCA2033CFF86}" dt="2020-02-27T12:51:02.912" v="848" actId="478"/>
          <ac:picMkLst>
            <pc:docMk/>
            <pc:sldMk cId="3766938693" sldId="286"/>
            <ac:picMk id="4" creationId="{1143F2E9-DF2A-452F-9E2F-1CEBAAA0CCA0}"/>
          </ac:picMkLst>
        </pc:picChg>
        <pc:picChg chg="mod">
          <ac:chgData name="达 周" userId="d3c3af45359772bc" providerId="LiveId" clId="{69033BE1-1C57-4F04-8DEA-CCA2033CFF86}" dt="2020-02-27T12:51:07.829" v="850" actId="1076"/>
          <ac:picMkLst>
            <pc:docMk/>
            <pc:sldMk cId="3766938693" sldId="286"/>
            <ac:picMk id="5" creationId="{7172FA4B-10FA-4795-A7E6-EFED129948D4}"/>
          </ac:picMkLst>
        </pc:picChg>
      </pc:sldChg>
      <pc:sldChg chg="delSp modSp add del mod">
        <pc:chgData name="达 周" userId="d3c3af45359772bc" providerId="LiveId" clId="{69033BE1-1C57-4F04-8DEA-CCA2033CFF86}" dt="2020-03-02T08:28:01.741" v="2621" actId="47"/>
        <pc:sldMkLst>
          <pc:docMk/>
          <pc:sldMk cId="4221063844" sldId="287"/>
        </pc:sldMkLst>
        <pc:picChg chg="del">
          <ac:chgData name="达 周" userId="d3c3af45359772bc" providerId="LiveId" clId="{69033BE1-1C57-4F04-8DEA-CCA2033CFF86}" dt="2020-02-27T12:54:14.551" v="857" actId="478"/>
          <ac:picMkLst>
            <pc:docMk/>
            <pc:sldMk cId="4221063844" sldId="287"/>
            <ac:picMk id="4" creationId="{20CC02C6-C1C7-49FD-AB73-1F6E70636657}"/>
          </ac:picMkLst>
        </pc:picChg>
        <pc:picChg chg="mod">
          <ac:chgData name="达 周" userId="d3c3af45359772bc" providerId="LiveId" clId="{69033BE1-1C57-4F04-8DEA-CCA2033CFF86}" dt="2020-02-27T12:54:16.097" v="858" actId="1076"/>
          <ac:picMkLst>
            <pc:docMk/>
            <pc:sldMk cId="4221063844" sldId="287"/>
            <ac:picMk id="5" creationId="{8C810FCF-137F-4B60-86D4-282CED0586C0}"/>
          </ac:picMkLst>
        </pc:picChg>
        <pc:picChg chg="del">
          <ac:chgData name="达 周" userId="d3c3af45359772bc" providerId="LiveId" clId="{69033BE1-1C57-4F04-8DEA-CCA2033CFF86}" dt="2020-02-27T12:54:17.188" v="859" actId="478"/>
          <ac:picMkLst>
            <pc:docMk/>
            <pc:sldMk cId="4221063844" sldId="287"/>
            <ac:picMk id="6" creationId="{D263AB0A-1BB5-4708-8A8D-704BEEA6165E}"/>
          </ac:picMkLst>
        </pc:picChg>
      </pc:sldChg>
      <pc:sldChg chg="delSp modSp add del mod">
        <pc:chgData name="达 周" userId="d3c3af45359772bc" providerId="LiveId" clId="{69033BE1-1C57-4F04-8DEA-CCA2033CFF86}" dt="2020-03-02T08:28:01.741" v="2621" actId="47"/>
        <pc:sldMkLst>
          <pc:docMk/>
          <pc:sldMk cId="1953244295" sldId="288"/>
        </pc:sldMkLst>
        <pc:picChg chg="del">
          <ac:chgData name="达 周" userId="d3c3af45359772bc" providerId="LiveId" clId="{69033BE1-1C57-4F04-8DEA-CCA2033CFF86}" dt="2020-02-27T12:54:20.519" v="860" actId="478"/>
          <ac:picMkLst>
            <pc:docMk/>
            <pc:sldMk cId="1953244295" sldId="288"/>
            <ac:picMk id="4" creationId="{20CC02C6-C1C7-49FD-AB73-1F6E70636657}"/>
          </ac:picMkLst>
        </pc:picChg>
        <pc:picChg chg="del">
          <ac:chgData name="达 周" userId="d3c3af45359772bc" providerId="LiveId" clId="{69033BE1-1C57-4F04-8DEA-CCA2033CFF86}" dt="2020-02-27T12:54:20.519" v="860" actId="478"/>
          <ac:picMkLst>
            <pc:docMk/>
            <pc:sldMk cId="1953244295" sldId="288"/>
            <ac:picMk id="5" creationId="{8C810FCF-137F-4B60-86D4-282CED0586C0}"/>
          </ac:picMkLst>
        </pc:picChg>
        <pc:picChg chg="mod">
          <ac:chgData name="达 周" userId="d3c3af45359772bc" providerId="LiveId" clId="{69033BE1-1C57-4F04-8DEA-CCA2033CFF86}" dt="2020-02-27T12:54:22.418" v="861" actId="1076"/>
          <ac:picMkLst>
            <pc:docMk/>
            <pc:sldMk cId="1953244295" sldId="288"/>
            <ac:picMk id="6" creationId="{D263AB0A-1BB5-4708-8A8D-704BEEA6165E}"/>
          </ac:picMkLst>
        </pc:picChg>
      </pc:sldChg>
      <pc:sldChg chg="delSp modSp add del mod">
        <pc:chgData name="达 周" userId="d3c3af45359772bc" providerId="LiveId" clId="{69033BE1-1C57-4F04-8DEA-CCA2033CFF86}" dt="2020-03-02T08:28:06.849" v="2622" actId="47"/>
        <pc:sldMkLst>
          <pc:docMk/>
          <pc:sldMk cId="2338005700" sldId="289"/>
        </pc:sldMkLst>
        <pc:spChg chg="mod">
          <ac:chgData name="达 周" userId="d3c3af45359772bc" providerId="LiveId" clId="{69033BE1-1C57-4F04-8DEA-CCA2033CFF86}" dt="2020-02-27T13:12:21.909" v="1128" actId="20577"/>
          <ac:spMkLst>
            <pc:docMk/>
            <pc:sldMk cId="2338005700" sldId="289"/>
            <ac:spMk id="2" creationId="{A8658244-9986-4DF7-AB34-EF131E6785E7}"/>
          </ac:spMkLst>
        </pc:spChg>
        <pc:spChg chg="del mod">
          <ac:chgData name="达 周" userId="d3c3af45359772bc" providerId="LiveId" clId="{69033BE1-1C57-4F04-8DEA-CCA2033CFF86}" dt="2020-02-27T13:06:50.469" v="899" actId="478"/>
          <ac:spMkLst>
            <pc:docMk/>
            <pc:sldMk cId="2338005700" sldId="289"/>
            <ac:spMk id="3" creationId="{724FA395-0B8D-46BE-82FD-8A02BDC2D6D5}"/>
          </ac:spMkLst>
        </pc:spChg>
      </pc:sldChg>
      <pc:sldChg chg="addSp delSp modSp add del mod">
        <pc:chgData name="达 周" userId="d3c3af45359772bc" providerId="LiveId" clId="{69033BE1-1C57-4F04-8DEA-CCA2033CFF86}" dt="2020-03-02T08:28:08.833" v="2623" actId="47"/>
        <pc:sldMkLst>
          <pc:docMk/>
          <pc:sldMk cId="2166891403" sldId="290"/>
        </pc:sldMkLst>
        <pc:spChg chg="mod">
          <ac:chgData name="达 周" userId="d3c3af45359772bc" providerId="LiveId" clId="{69033BE1-1C57-4F04-8DEA-CCA2033CFF86}" dt="2020-02-27T13:14:43.766" v="1155" actId="108"/>
          <ac:spMkLst>
            <pc:docMk/>
            <pc:sldMk cId="2166891403" sldId="290"/>
            <ac:spMk id="2" creationId="{0E4A1FD5-9B16-40ED-8E52-78E5029B83BD}"/>
          </ac:spMkLst>
        </pc:spChg>
        <pc:spChg chg="del">
          <ac:chgData name="达 周" userId="d3c3af45359772bc" providerId="LiveId" clId="{69033BE1-1C57-4F04-8DEA-CCA2033CFF86}" dt="2020-02-27T13:15:22.830" v="1156"/>
          <ac:spMkLst>
            <pc:docMk/>
            <pc:sldMk cId="2166891403" sldId="290"/>
            <ac:spMk id="3" creationId="{C67733E1-F9D1-4A66-BCCF-4B54A1B785FD}"/>
          </ac:spMkLst>
        </pc:spChg>
        <pc:spChg chg="add mod">
          <ac:chgData name="达 周" userId="d3c3af45359772bc" providerId="LiveId" clId="{69033BE1-1C57-4F04-8DEA-CCA2033CFF86}" dt="2020-02-27T13:20:59.630" v="1191" actId="1076"/>
          <ac:spMkLst>
            <pc:docMk/>
            <pc:sldMk cId="2166891403" sldId="290"/>
            <ac:spMk id="9" creationId="{D6D0B941-1BB8-4D42-B78C-09F071064765}"/>
          </ac:spMkLst>
        </pc:spChg>
        <pc:spChg chg="add del mod">
          <ac:chgData name="达 周" userId="d3c3af45359772bc" providerId="LiveId" clId="{69033BE1-1C57-4F04-8DEA-CCA2033CFF86}" dt="2020-02-27T13:20:55.265" v="1189" actId="478"/>
          <ac:spMkLst>
            <pc:docMk/>
            <pc:sldMk cId="2166891403" sldId="290"/>
            <ac:spMk id="11" creationId="{C71E04E2-3517-4585-ADA0-93D61257A40B}"/>
          </ac:spMkLst>
        </pc:spChg>
        <pc:graphicFrameChg chg="add mod">
          <ac:chgData name="达 周" userId="d3c3af45359772bc" providerId="LiveId" clId="{69033BE1-1C57-4F04-8DEA-CCA2033CFF86}" dt="2020-02-27T13:23:09.018" v="1209" actId="1076"/>
          <ac:graphicFrameMkLst>
            <pc:docMk/>
            <pc:sldMk cId="2166891403" sldId="290"/>
            <ac:graphicFrameMk id="13" creationId="{446BEABA-2659-466C-B47F-D55A75125803}"/>
          </ac:graphicFrameMkLst>
        </pc:graphicFrameChg>
        <pc:picChg chg="add del mod">
          <ac:chgData name="达 周" userId="d3c3af45359772bc" providerId="LiveId" clId="{69033BE1-1C57-4F04-8DEA-CCA2033CFF86}" dt="2020-02-27T13:20:52.845" v="1188" actId="478"/>
          <ac:picMkLst>
            <pc:docMk/>
            <pc:sldMk cId="2166891403" sldId="290"/>
            <ac:picMk id="4" creationId="{EB477B71-3D47-4736-8FEC-A3A20A14E7E3}"/>
          </ac:picMkLst>
        </pc:picChg>
        <pc:picChg chg="add del mod">
          <ac:chgData name="达 周" userId="d3c3af45359772bc" providerId="LiveId" clId="{69033BE1-1C57-4F04-8DEA-CCA2033CFF86}" dt="2020-02-27T13:20:56.646" v="1190" actId="478"/>
          <ac:picMkLst>
            <pc:docMk/>
            <pc:sldMk cId="2166891403" sldId="290"/>
            <ac:picMk id="5" creationId="{0FD685DB-C516-442F-A990-2EA3B9F0ED2F}"/>
          </ac:picMkLst>
        </pc:picChg>
        <pc:picChg chg="add del mod">
          <ac:chgData name="达 周" userId="d3c3af45359772bc" providerId="LiveId" clId="{69033BE1-1C57-4F04-8DEA-CCA2033CFF86}" dt="2020-02-27T13:18:48.144" v="1174" actId="478"/>
          <ac:picMkLst>
            <pc:docMk/>
            <pc:sldMk cId="2166891403" sldId="290"/>
            <ac:picMk id="6" creationId="{F2A386BC-41BF-47FC-9A4D-258C062474AA}"/>
          </ac:picMkLst>
        </pc:picChg>
        <pc:picChg chg="add mod">
          <ac:chgData name="达 周" userId="d3c3af45359772bc" providerId="LiveId" clId="{69033BE1-1C57-4F04-8DEA-CCA2033CFF86}" dt="2020-02-27T13:21:05.607" v="1192" actId="1076"/>
          <ac:picMkLst>
            <pc:docMk/>
            <pc:sldMk cId="2166891403" sldId="290"/>
            <ac:picMk id="7" creationId="{19778DAC-3436-441D-998C-1C8FC40F6E62}"/>
          </ac:picMkLst>
        </pc:picChg>
        <pc:picChg chg="add mod">
          <ac:chgData name="达 周" userId="d3c3af45359772bc" providerId="LiveId" clId="{69033BE1-1C57-4F04-8DEA-CCA2033CFF86}" dt="2020-02-27T13:21:05.607" v="1192" actId="1076"/>
          <ac:picMkLst>
            <pc:docMk/>
            <pc:sldMk cId="2166891403" sldId="290"/>
            <ac:picMk id="8" creationId="{999D3860-8E8D-420A-A101-73996B989D28}"/>
          </ac:picMkLst>
        </pc:picChg>
        <pc:picChg chg="add del mod">
          <ac:chgData name="达 周" userId="d3c3af45359772bc" providerId="LiveId" clId="{69033BE1-1C57-4F04-8DEA-CCA2033CFF86}" dt="2020-02-27T13:23:22.909" v="1211" actId="478"/>
          <ac:picMkLst>
            <pc:docMk/>
            <pc:sldMk cId="2166891403" sldId="290"/>
            <ac:picMk id="12" creationId="{ED03F911-9DCF-4428-BBDE-5260076353D5}"/>
          </ac:picMkLst>
        </pc:picChg>
      </pc:sldChg>
      <pc:sldChg chg="delSp add del mod">
        <pc:chgData name="达 周" userId="d3c3af45359772bc" providerId="LiveId" clId="{69033BE1-1C57-4F04-8DEA-CCA2033CFF86}" dt="2020-03-02T08:28:11.049" v="2625" actId="47"/>
        <pc:sldMkLst>
          <pc:docMk/>
          <pc:sldMk cId="4210694251" sldId="291"/>
        </pc:sldMkLst>
        <pc:spChg chg="del">
          <ac:chgData name="达 周" userId="d3c3af45359772bc" providerId="LiveId" clId="{69033BE1-1C57-4F04-8DEA-CCA2033CFF86}" dt="2020-02-27T13:23:41.779" v="1213" actId="478"/>
          <ac:spMkLst>
            <pc:docMk/>
            <pc:sldMk cId="4210694251" sldId="291"/>
            <ac:spMk id="9" creationId="{D6D0B941-1BB8-4D42-B78C-09F071064765}"/>
          </ac:spMkLst>
        </pc:spChg>
        <pc:picChg chg="del">
          <ac:chgData name="达 周" userId="d3c3af45359772bc" providerId="LiveId" clId="{69033BE1-1C57-4F04-8DEA-CCA2033CFF86}" dt="2020-02-27T13:23:43.624" v="1214" actId="478"/>
          <ac:picMkLst>
            <pc:docMk/>
            <pc:sldMk cId="4210694251" sldId="291"/>
            <ac:picMk id="7" creationId="{19778DAC-3436-441D-998C-1C8FC40F6E62}"/>
          </ac:picMkLst>
        </pc:picChg>
        <pc:picChg chg="del">
          <ac:chgData name="达 周" userId="d3c3af45359772bc" providerId="LiveId" clId="{69033BE1-1C57-4F04-8DEA-CCA2033CFF86}" dt="2020-02-27T13:23:44.865" v="1215" actId="478"/>
          <ac:picMkLst>
            <pc:docMk/>
            <pc:sldMk cId="4210694251" sldId="291"/>
            <ac:picMk id="8" creationId="{999D3860-8E8D-420A-A101-73996B989D28}"/>
          </ac:picMkLst>
        </pc:picChg>
      </pc:sldChg>
      <pc:sldChg chg="modSp add del mod">
        <pc:chgData name="达 周" userId="d3c3af45359772bc" providerId="LiveId" clId="{69033BE1-1C57-4F04-8DEA-CCA2033CFF86}" dt="2020-03-02T08:28:09.736" v="2624" actId="47"/>
        <pc:sldMkLst>
          <pc:docMk/>
          <pc:sldMk cId="2034719291" sldId="292"/>
        </pc:sldMkLst>
        <pc:picChg chg="mod">
          <ac:chgData name="达 周" userId="d3c3af45359772bc" providerId="LiveId" clId="{69033BE1-1C57-4F04-8DEA-CCA2033CFF86}" dt="2020-02-27T13:23:30.443" v="1212" actId="14100"/>
          <ac:picMkLst>
            <pc:docMk/>
            <pc:sldMk cId="2034719291" sldId="292"/>
            <ac:picMk id="12" creationId="{ED03F911-9DCF-4428-BBDE-5260076353D5}"/>
          </ac:picMkLst>
        </pc:picChg>
      </pc:sldChg>
      <pc:sldChg chg="addSp modSp add del mod">
        <pc:chgData name="达 周" userId="d3c3af45359772bc" providerId="LiveId" clId="{69033BE1-1C57-4F04-8DEA-CCA2033CFF86}" dt="2020-03-02T08:28:55.695" v="2628" actId="47"/>
        <pc:sldMkLst>
          <pc:docMk/>
          <pc:sldMk cId="3641075480" sldId="293"/>
        </pc:sldMkLst>
        <pc:picChg chg="add mod">
          <ac:chgData name="达 周" userId="d3c3af45359772bc" providerId="LiveId" clId="{69033BE1-1C57-4F04-8DEA-CCA2033CFF86}" dt="2020-02-27T13:28:13.215" v="1222" actId="1076"/>
          <ac:picMkLst>
            <pc:docMk/>
            <pc:sldMk cId="3641075480" sldId="293"/>
            <ac:picMk id="3" creationId="{56B9D011-F8D5-445C-8024-F442B8A4228B}"/>
          </ac:picMkLst>
        </pc:picChg>
      </pc:sldChg>
      <pc:sldChg chg="addSp delSp modSp add del mod">
        <pc:chgData name="达 周" userId="d3c3af45359772bc" providerId="LiveId" clId="{69033BE1-1C57-4F04-8DEA-CCA2033CFF86}" dt="2020-03-02T08:28:56.400" v="2629" actId="47"/>
        <pc:sldMkLst>
          <pc:docMk/>
          <pc:sldMk cId="3649808061" sldId="294"/>
        </pc:sldMkLst>
        <pc:spChg chg="mod">
          <ac:chgData name="达 周" userId="d3c3af45359772bc" providerId="LiveId" clId="{69033BE1-1C57-4F04-8DEA-CCA2033CFF86}" dt="2020-02-27T13:31:53.740" v="1271" actId="20577"/>
          <ac:spMkLst>
            <pc:docMk/>
            <pc:sldMk cId="3649808061" sldId="294"/>
            <ac:spMk id="2" creationId="{D5C87FD8-50D0-4D66-8F61-752D411CCACA}"/>
          </ac:spMkLst>
        </pc:spChg>
        <pc:spChg chg="del">
          <ac:chgData name="达 周" userId="d3c3af45359772bc" providerId="LiveId" clId="{69033BE1-1C57-4F04-8DEA-CCA2033CFF86}" dt="2020-02-27T13:32:27.768" v="1272"/>
          <ac:spMkLst>
            <pc:docMk/>
            <pc:sldMk cId="3649808061" sldId="294"/>
            <ac:spMk id="3" creationId="{956DB7E8-B766-42A7-9141-2EC1AAC3C1E0}"/>
          </ac:spMkLst>
        </pc:spChg>
        <pc:picChg chg="add mod">
          <ac:chgData name="达 周" userId="d3c3af45359772bc" providerId="LiveId" clId="{69033BE1-1C57-4F04-8DEA-CCA2033CFF86}" dt="2020-02-27T13:33:11.143" v="1279" actId="1076"/>
          <ac:picMkLst>
            <pc:docMk/>
            <pc:sldMk cId="3649808061" sldId="294"/>
            <ac:picMk id="4" creationId="{A3886A1B-A5F1-4F1A-9015-A8DBA88B7BA1}"/>
          </ac:picMkLst>
        </pc:picChg>
        <pc:picChg chg="add mod">
          <ac:chgData name="达 周" userId="d3c3af45359772bc" providerId="LiveId" clId="{69033BE1-1C57-4F04-8DEA-CCA2033CFF86}" dt="2020-02-27T13:33:12.926" v="1280" actId="1076"/>
          <ac:picMkLst>
            <pc:docMk/>
            <pc:sldMk cId="3649808061" sldId="294"/>
            <ac:picMk id="5" creationId="{42E6F74D-F8DF-4DBC-B30D-E3994C83B2A5}"/>
          </ac:picMkLst>
        </pc:picChg>
      </pc:sldChg>
      <pc:sldChg chg="addSp delSp modSp add del mod">
        <pc:chgData name="达 周" userId="d3c3af45359772bc" providerId="LiveId" clId="{69033BE1-1C57-4F04-8DEA-CCA2033CFF86}" dt="2020-03-02T08:28:57.088" v="2630" actId="47"/>
        <pc:sldMkLst>
          <pc:docMk/>
          <pc:sldMk cId="745345678" sldId="295"/>
        </pc:sldMkLst>
        <pc:spChg chg="add del mod">
          <ac:chgData name="达 周" userId="d3c3af45359772bc" providerId="LiveId" clId="{69033BE1-1C57-4F04-8DEA-CCA2033CFF86}" dt="2020-02-27T13:34:17.725" v="1284"/>
          <ac:spMkLst>
            <pc:docMk/>
            <pc:sldMk cId="745345678" sldId="295"/>
            <ac:spMk id="6" creationId="{34D3D0BD-8571-47F2-A991-34DAA349EEFA}"/>
          </ac:spMkLst>
        </pc:spChg>
        <pc:picChg chg="del">
          <ac:chgData name="达 周" userId="d3c3af45359772bc" providerId="LiveId" clId="{69033BE1-1C57-4F04-8DEA-CCA2033CFF86}" dt="2020-02-27T13:33:41.280" v="1283" actId="478"/>
          <ac:picMkLst>
            <pc:docMk/>
            <pc:sldMk cId="745345678" sldId="295"/>
            <ac:picMk id="4" creationId="{A3886A1B-A5F1-4F1A-9015-A8DBA88B7BA1}"/>
          </ac:picMkLst>
        </pc:picChg>
        <pc:picChg chg="del">
          <ac:chgData name="达 周" userId="d3c3af45359772bc" providerId="LiveId" clId="{69033BE1-1C57-4F04-8DEA-CCA2033CFF86}" dt="2020-02-27T13:33:34.337" v="1282" actId="478"/>
          <ac:picMkLst>
            <pc:docMk/>
            <pc:sldMk cId="745345678" sldId="295"/>
            <ac:picMk id="5" creationId="{42E6F74D-F8DF-4DBC-B30D-E3994C83B2A5}"/>
          </ac:picMkLst>
        </pc:picChg>
        <pc:picChg chg="add mod">
          <ac:chgData name="达 周" userId="d3c3af45359772bc" providerId="LiveId" clId="{69033BE1-1C57-4F04-8DEA-CCA2033CFF86}" dt="2020-02-27T13:34:37.534" v="1287" actId="14100"/>
          <ac:picMkLst>
            <pc:docMk/>
            <pc:sldMk cId="745345678" sldId="295"/>
            <ac:picMk id="7" creationId="{06F1DAA4-BE61-4E95-AF50-9DF5C1BE66D2}"/>
          </ac:picMkLst>
        </pc:picChg>
        <pc:picChg chg="add del mod">
          <ac:chgData name="达 周" userId="d3c3af45359772bc" providerId="LiveId" clId="{69033BE1-1C57-4F04-8DEA-CCA2033CFF86}" dt="2020-02-27T13:36:33.560" v="1291" actId="478"/>
          <ac:picMkLst>
            <pc:docMk/>
            <pc:sldMk cId="745345678" sldId="295"/>
            <ac:picMk id="8" creationId="{C6025D81-0F97-4041-BF95-8EAF5A8CCA44}"/>
          </ac:picMkLst>
        </pc:picChg>
      </pc:sldChg>
      <pc:sldChg chg="modSp add del mod">
        <pc:chgData name="达 周" userId="d3c3af45359772bc" providerId="LiveId" clId="{69033BE1-1C57-4F04-8DEA-CCA2033CFF86}" dt="2020-03-02T08:29:09.291" v="2631" actId="47"/>
        <pc:sldMkLst>
          <pc:docMk/>
          <pc:sldMk cId="1273179947" sldId="296"/>
        </pc:sldMkLst>
        <pc:picChg chg="mod">
          <ac:chgData name="达 周" userId="d3c3af45359772bc" providerId="LiveId" clId="{69033BE1-1C57-4F04-8DEA-CCA2033CFF86}" dt="2020-02-27T13:36:40.828" v="1293" actId="1076"/>
          <ac:picMkLst>
            <pc:docMk/>
            <pc:sldMk cId="1273179947" sldId="296"/>
            <ac:picMk id="8" creationId="{C6025D81-0F97-4041-BF95-8EAF5A8CCA44}"/>
          </ac:picMkLst>
        </pc:picChg>
      </pc:sldChg>
      <pc:sldChg chg="addSp delSp modSp add del mod">
        <pc:chgData name="达 周" userId="d3c3af45359772bc" providerId="LiveId" clId="{69033BE1-1C57-4F04-8DEA-CCA2033CFF86}" dt="2020-03-02T08:29:10.560" v="2632" actId="47"/>
        <pc:sldMkLst>
          <pc:docMk/>
          <pc:sldMk cId="99863336" sldId="297"/>
        </pc:sldMkLst>
        <pc:spChg chg="add del mod">
          <ac:chgData name="达 周" userId="d3c3af45359772bc" providerId="LiveId" clId="{69033BE1-1C57-4F04-8DEA-CCA2033CFF86}" dt="2020-02-27T13:37:56.133" v="1296" actId="11529"/>
          <ac:spMkLst>
            <pc:docMk/>
            <pc:sldMk cId="99863336" sldId="297"/>
            <ac:spMk id="3" creationId="{5ED00ED6-7DF1-4D0C-859D-4F3F9AF6EEB3}"/>
          </ac:spMkLst>
        </pc:spChg>
        <pc:spChg chg="add mod">
          <ac:chgData name="达 周" userId="d3c3af45359772bc" providerId="LiveId" clId="{69033BE1-1C57-4F04-8DEA-CCA2033CFF86}" dt="2020-02-27T13:38:16.795" v="1300" actId="14100"/>
          <ac:spMkLst>
            <pc:docMk/>
            <pc:sldMk cId="99863336" sldId="297"/>
            <ac:spMk id="4" creationId="{A785878D-F57E-44EA-9AA3-9AD7EAFF4B7B}"/>
          </ac:spMkLst>
        </pc:spChg>
        <pc:picChg chg="add mod">
          <ac:chgData name="达 周" userId="d3c3af45359772bc" providerId="LiveId" clId="{69033BE1-1C57-4F04-8DEA-CCA2033CFF86}" dt="2020-02-27T13:39:08.164" v="1306" actId="1076"/>
          <ac:picMkLst>
            <pc:docMk/>
            <pc:sldMk cId="99863336" sldId="297"/>
            <ac:picMk id="5" creationId="{47CF9676-1998-4D3E-8A08-5613A0C3B4E8}"/>
          </ac:picMkLst>
        </pc:picChg>
      </pc:sldChg>
      <pc:sldChg chg="modSp add del mod">
        <pc:chgData name="达 周" userId="d3c3af45359772bc" providerId="LiveId" clId="{69033BE1-1C57-4F04-8DEA-CCA2033CFF86}" dt="2020-02-27T14:00:07.117" v="1316" actId="47"/>
        <pc:sldMkLst>
          <pc:docMk/>
          <pc:sldMk cId="374273338" sldId="298"/>
        </pc:sldMkLst>
        <pc:graphicFrameChg chg="mod">
          <ac:chgData name="达 周" userId="d3c3af45359772bc" providerId="LiveId" clId="{69033BE1-1C57-4F04-8DEA-CCA2033CFF86}" dt="2020-02-27T13:59:39.504" v="1311" actId="1076"/>
          <ac:graphicFrameMkLst>
            <pc:docMk/>
            <pc:sldMk cId="374273338" sldId="298"/>
            <ac:graphicFrameMk id="5" creationId="{2F132F1B-C6D4-4CC3-A141-F9B6332D73D3}"/>
          </ac:graphicFrameMkLst>
        </pc:graphicFrameChg>
      </pc:sldChg>
      <pc:sldChg chg="addSp delSp modSp add del mod">
        <pc:chgData name="达 周" userId="d3c3af45359772bc" providerId="LiveId" clId="{69033BE1-1C57-4F04-8DEA-CCA2033CFF86}" dt="2020-02-29T05:00:41.317" v="1358" actId="47"/>
        <pc:sldMkLst>
          <pc:docMk/>
          <pc:sldMk cId="3418463697" sldId="299"/>
        </pc:sldMkLst>
        <pc:graphicFrameChg chg="add del mod">
          <ac:chgData name="达 周" userId="d3c3af45359772bc" providerId="LiveId" clId="{69033BE1-1C57-4F04-8DEA-CCA2033CFF86}" dt="2020-02-29T04:57:40.517" v="1321" actId="478"/>
          <ac:graphicFrameMkLst>
            <pc:docMk/>
            <pc:sldMk cId="3418463697" sldId="299"/>
            <ac:graphicFrameMk id="5" creationId="{46163632-4ED2-4A7E-809A-627EF76492F5}"/>
          </ac:graphicFrameMkLst>
        </pc:graphicFrameChg>
      </pc:sldChg>
      <pc:sldChg chg="modSp add mod">
        <pc:chgData name="达 周" userId="d3c3af45359772bc" providerId="LiveId" clId="{69033BE1-1C57-4F04-8DEA-CCA2033CFF86}" dt="2020-03-02T10:37:33.256" v="2685" actId="14100"/>
        <pc:sldMkLst>
          <pc:docMk/>
          <pc:sldMk cId="4182083982" sldId="300"/>
        </pc:sldMkLst>
        <pc:picChg chg="mod">
          <ac:chgData name="达 周" userId="d3c3af45359772bc" providerId="LiveId" clId="{69033BE1-1C57-4F04-8DEA-CCA2033CFF86}" dt="2020-03-02T10:37:33.256" v="2685" actId="14100"/>
          <ac:picMkLst>
            <pc:docMk/>
            <pc:sldMk cId="4182083982" sldId="300"/>
            <ac:picMk id="4" creationId="{5BF2FEEB-2F11-4DDC-B3F8-43872CC778FF}"/>
          </ac:picMkLst>
        </pc:picChg>
      </pc:sldChg>
      <pc:sldChg chg="modSp add mod">
        <pc:chgData name="达 周" userId="d3c3af45359772bc" providerId="LiveId" clId="{69033BE1-1C57-4F04-8DEA-CCA2033CFF86}" dt="2020-02-29T05:00:33.104" v="1357" actId="1076"/>
        <pc:sldMkLst>
          <pc:docMk/>
          <pc:sldMk cId="1341336998" sldId="301"/>
        </pc:sldMkLst>
        <pc:graphicFrameChg chg="mod">
          <ac:chgData name="达 周" userId="d3c3af45359772bc" providerId="LiveId" clId="{69033BE1-1C57-4F04-8DEA-CCA2033CFF86}" dt="2020-02-29T05:00:33.104" v="1357" actId="1076"/>
          <ac:graphicFrameMkLst>
            <pc:docMk/>
            <pc:sldMk cId="1341336998" sldId="301"/>
            <ac:graphicFrameMk id="5" creationId="{46163632-4ED2-4A7E-809A-627EF76492F5}"/>
          </ac:graphicFrameMkLst>
        </pc:graphicFrameChg>
      </pc:sldChg>
      <pc:sldChg chg="addSp delSp modSp add del mod">
        <pc:chgData name="达 周" userId="d3c3af45359772bc" providerId="LiveId" clId="{69033BE1-1C57-4F04-8DEA-CCA2033CFF86}" dt="2020-02-29T05:00:20.402" v="1356" actId="47"/>
        <pc:sldMkLst>
          <pc:docMk/>
          <pc:sldMk cId="635598887" sldId="302"/>
        </pc:sldMkLst>
        <pc:spChg chg="add del mod">
          <ac:chgData name="达 周" userId="d3c3af45359772bc" providerId="LiveId" clId="{69033BE1-1C57-4F04-8DEA-CCA2033CFF86}" dt="2020-02-29T04:58:39.670" v="1355" actId="478"/>
          <ac:spMkLst>
            <pc:docMk/>
            <pc:sldMk cId="635598887" sldId="302"/>
            <ac:spMk id="3" creationId="{1F6EA360-46E9-4728-AB50-465F3C2FBE7A}"/>
          </ac:spMkLst>
        </pc:spChg>
      </pc:sldChg>
      <pc:sldChg chg="addSp delSp modSp add mod">
        <pc:chgData name="达 周" userId="d3c3af45359772bc" providerId="LiveId" clId="{69033BE1-1C57-4F04-8DEA-CCA2033CFF86}" dt="2020-02-29T05:03:16.724" v="1363" actId="1076"/>
        <pc:sldMkLst>
          <pc:docMk/>
          <pc:sldMk cId="2524066443" sldId="302"/>
        </pc:sldMkLst>
        <pc:spChg chg="add del mod">
          <ac:chgData name="达 周" userId="d3c3af45359772bc" providerId="LiveId" clId="{69033BE1-1C57-4F04-8DEA-CCA2033CFF86}" dt="2020-02-29T05:03:12.452" v="1361"/>
          <ac:spMkLst>
            <pc:docMk/>
            <pc:sldMk cId="2524066443" sldId="302"/>
            <ac:spMk id="6" creationId="{873F15FC-D4F4-4EA2-BE0E-C646C982BEC1}"/>
          </ac:spMkLst>
        </pc:spChg>
        <pc:picChg chg="del">
          <ac:chgData name="达 周" userId="d3c3af45359772bc" providerId="LiveId" clId="{69033BE1-1C57-4F04-8DEA-CCA2033CFF86}" dt="2020-02-29T05:02:05.050" v="1360" actId="478"/>
          <ac:picMkLst>
            <pc:docMk/>
            <pc:sldMk cId="2524066443" sldId="302"/>
            <ac:picMk id="4" creationId="{141AF9D2-9942-4550-9676-85457EAE5A3C}"/>
          </ac:picMkLst>
        </pc:picChg>
        <pc:picChg chg="add mod">
          <ac:chgData name="达 周" userId="d3c3af45359772bc" providerId="LiveId" clId="{69033BE1-1C57-4F04-8DEA-CCA2033CFF86}" dt="2020-02-29T05:03:16.724" v="1363" actId="1076"/>
          <ac:picMkLst>
            <pc:docMk/>
            <pc:sldMk cId="2524066443" sldId="302"/>
            <ac:picMk id="7" creationId="{6DCBC18B-4ABC-4D40-B0BD-8F80E99E7034}"/>
          </ac:picMkLst>
        </pc:picChg>
      </pc:sldChg>
      <pc:sldChg chg="addSp delSp modSp add mod">
        <pc:chgData name="达 周" userId="d3c3af45359772bc" providerId="LiveId" clId="{69033BE1-1C57-4F04-8DEA-CCA2033CFF86}" dt="2020-02-29T05:10:18.865" v="1661" actId="947"/>
        <pc:sldMkLst>
          <pc:docMk/>
          <pc:sldMk cId="874656939" sldId="303"/>
        </pc:sldMkLst>
        <pc:spChg chg="add mod">
          <ac:chgData name="达 周" userId="d3c3af45359772bc" providerId="LiveId" clId="{69033BE1-1C57-4F04-8DEA-CCA2033CFF86}" dt="2020-02-29T05:10:18.865" v="1661" actId="947"/>
          <ac:spMkLst>
            <pc:docMk/>
            <pc:sldMk cId="874656939" sldId="303"/>
            <ac:spMk id="4" creationId="{020050A7-41BE-4225-A927-0DE7A4D2052B}"/>
          </ac:spMkLst>
        </pc:spChg>
        <pc:picChg chg="del">
          <ac:chgData name="达 周" userId="d3c3af45359772bc" providerId="LiveId" clId="{69033BE1-1C57-4F04-8DEA-CCA2033CFF86}" dt="2020-02-29T05:04:15.553" v="1365" actId="478"/>
          <ac:picMkLst>
            <pc:docMk/>
            <pc:sldMk cId="874656939" sldId="303"/>
            <ac:picMk id="7" creationId="{6DCBC18B-4ABC-4D40-B0BD-8F80E99E7034}"/>
          </ac:picMkLst>
        </pc:picChg>
      </pc:sldChg>
      <pc:sldChg chg="addSp delSp modSp add mod">
        <pc:chgData name="达 周" userId="d3c3af45359772bc" providerId="LiveId" clId="{69033BE1-1C57-4F04-8DEA-CCA2033CFF86}" dt="2020-03-02T11:56:43.886" v="2831" actId="2"/>
        <pc:sldMkLst>
          <pc:docMk/>
          <pc:sldMk cId="677317078" sldId="304"/>
        </pc:sldMkLst>
        <pc:spChg chg="mod">
          <ac:chgData name="达 周" userId="d3c3af45359772bc" providerId="LiveId" clId="{69033BE1-1C57-4F04-8DEA-CCA2033CFF86}" dt="2020-03-02T11:56:43.886" v="2831" actId="2"/>
          <ac:spMkLst>
            <pc:docMk/>
            <pc:sldMk cId="677317078" sldId="304"/>
            <ac:spMk id="2" creationId="{3ABD9470-7CF2-4029-A68D-87D612BB471C}"/>
          </ac:spMkLst>
        </pc:spChg>
        <pc:spChg chg="del">
          <ac:chgData name="达 周" userId="d3c3af45359772bc" providerId="LiveId" clId="{69033BE1-1C57-4F04-8DEA-CCA2033CFF86}" dt="2020-02-29T05:15:10.325" v="1681" actId="478"/>
          <ac:spMkLst>
            <pc:docMk/>
            <pc:sldMk cId="677317078" sldId="304"/>
            <ac:spMk id="7" creationId="{95FCCCE8-2982-4ACD-AA78-3B8BA821F9A7}"/>
          </ac:spMkLst>
        </pc:spChg>
        <pc:spChg chg="add del mod">
          <ac:chgData name="达 周" userId="d3c3af45359772bc" providerId="LiveId" clId="{69033BE1-1C57-4F04-8DEA-CCA2033CFF86}" dt="2020-02-29T05:14:50.656" v="1678" actId="478"/>
          <ac:spMkLst>
            <pc:docMk/>
            <pc:sldMk cId="677317078" sldId="304"/>
            <ac:spMk id="8" creationId="{D08A8C06-E27F-4DDA-9156-6033B145FBF3}"/>
          </ac:spMkLst>
        </pc:spChg>
        <pc:spChg chg="add mod">
          <ac:chgData name="达 周" userId="d3c3af45359772bc" providerId="LiveId" clId="{69033BE1-1C57-4F04-8DEA-CCA2033CFF86}" dt="2020-02-29T05:58:29.336" v="2140" actId="1076"/>
          <ac:spMkLst>
            <pc:docMk/>
            <pc:sldMk cId="677317078" sldId="304"/>
            <ac:spMk id="10" creationId="{5FCDA658-1527-4106-B6A7-609C80CB5387}"/>
          </ac:spMkLst>
        </pc:spChg>
        <pc:graphicFrameChg chg="mod">
          <ac:chgData name="达 周" userId="d3c3af45359772bc" providerId="LiveId" clId="{69033BE1-1C57-4F04-8DEA-CCA2033CFF86}" dt="2020-02-29T05:59:38.125" v="2144" actId="1076"/>
          <ac:graphicFrameMkLst>
            <pc:docMk/>
            <pc:sldMk cId="677317078" sldId="304"/>
            <ac:graphicFrameMk id="5" creationId="{A574C0AA-0C72-40BB-A6DC-40F64FD77B29}"/>
          </ac:graphicFrameMkLst>
        </pc:graphicFrameChg>
        <pc:graphicFrameChg chg="mod">
          <ac:chgData name="达 周" userId="d3c3af45359772bc" providerId="LiveId" clId="{69033BE1-1C57-4F04-8DEA-CCA2033CFF86}" dt="2020-02-29T05:59:42.342" v="2146" actId="1076"/>
          <ac:graphicFrameMkLst>
            <pc:docMk/>
            <pc:sldMk cId="677317078" sldId="304"/>
            <ac:graphicFrameMk id="9" creationId="{006DCB5B-FE03-4798-BA3F-28F94E402182}"/>
          </ac:graphicFrameMkLst>
        </pc:graphicFrameChg>
        <pc:picChg chg="del">
          <ac:chgData name="达 周" userId="d3c3af45359772bc" providerId="LiveId" clId="{69033BE1-1C57-4F04-8DEA-CCA2033CFF86}" dt="2020-02-29T05:14:47.683" v="1677" actId="478"/>
          <ac:picMkLst>
            <pc:docMk/>
            <pc:sldMk cId="677317078" sldId="304"/>
            <ac:picMk id="4" creationId="{BF21FC8B-C3F7-4647-A91E-C3BAAACEC6E4}"/>
          </ac:picMkLst>
        </pc:picChg>
      </pc:sldChg>
      <pc:sldChg chg="addSp delSp modSp add mod">
        <pc:chgData name="达 周" userId="d3c3af45359772bc" providerId="LiveId" clId="{69033BE1-1C57-4F04-8DEA-CCA2033CFF86}" dt="2020-03-02T11:56:19.623" v="2825" actId="2"/>
        <pc:sldMkLst>
          <pc:docMk/>
          <pc:sldMk cId="1821305407" sldId="305"/>
        </pc:sldMkLst>
        <pc:spChg chg="add del mod">
          <ac:chgData name="达 周" userId="d3c3af45359772bc" providerId="LiveId" clId="{69033BE1-1C57-4F04-8DEA-CCA2033CFF86}" dt="2020-02-29T05:29:56.379" v="1720" actId="478"/>
          <ac:spMkLst>
            <pc:docMk/>
            <pc:sldMk cId="1821305407" sldId="305"/>
            <ac:spMk id="7" creationId="{6CE16F55-9E71-40CF-8495-0203DD7C6F5B}"/>
          </ac:spMkLst>
        </pc:spChg>
        <pc:spChg chg="add del">
          <ac:chgData name="达 周" userId="d3c3af45359772bc" providerId="LiveId" clId="{69033BE1-1C57-4F04-8DEA-CCA2033CFF86}" dt="2020-02-29T05:30:15.424" v="1723"/>
          <ac:spMkLst>
            <pc:docMk/>
            <pc:sldMk cId="1821305407" sldId="305"/>
            <ac:spMk id="8" creationId="{7E9A30E5-7095-4626-8DC2-4FF21A1E5C74}"/>
          </ac:spMkLst>
        </pc:spChg>
        <pc:spChg chg="add del mod">
          <ac:chgData name="达 周" userId="d3c3af45359772bc" providerId="LiveId" clId="{69033BE1-1C57-4F04-8DEA-CCA2033CFF86}" dt="2020-03-02T11:56:19.623" v="2825" actId="2"/>
          <ac:spMkLst>
            <pc:docMk/>
            <pc:sldMk cId="1821305407" sldId="305"/>
            <ac:spMk id="9" creationId="{74F8A5D7-98D2-4968-96BE-F53946FC3459}"/>
          </ac:spMkLst>
        </pc:spChg>
        <pc:spChg chg="add del">
          <ac:chgData name="达 周" userId="d3c3af45359772bc" providerId="LiveId" clId="{69033BE1-1C57-4F04-8DEA-CCA2033CFF86}" dt="2020-02-29T05:30:22.291" v="1726"/>
          <ac:spMkLst>
            <pc:docMk/>
            <pc:sldMk cId="1821305407" sldId="305"/>
            <ac:spMk id="10" creationId="{14165ED6-698E-498A-BC76-25EA6857BF83}"/>
          </ac:spMkLst>
        </pc:spChg>
        <pc:spChg chg="add del mod">
          <ac:chgData name="达 周" userId="d3c3af45359772bc" providerId="LiveId" clId="{69033BE1-1C57-4F04-8DEA-CCA2033CFF86}" dt="2020-02-29T05:30:36.739" v="1743"/>
          <ac:spMkLst>
            <pc:docMk/>
            <pc:sldMk cId="1821305407" sldId="305"/>
            <ac:spMk id="11" creationId="{DE51DEE1-3E0A-4535-8AD0-0091CD3F62BA}"/>
          </ac:spMkLst>
        </pc:spChg>
        <pc:graphicFrameChg chg="del">
          <ac:chgData name="达 周" userId="d3c3af45359772bc" providerId="LiveId" clId="{69033BE1-1C57-4F04-8DEA-CCA2033CFF86}" dt="2020-02-29T05:29:57.927" v="1721" actId="478"/>
          <ac:graphicFrameMkLst>
            <pc:docMk/>
            <pc:sldMk cId="1821305407" sldId="305"/>
            <ac:graphicFrameMk id="5" creationId="{A574C0AA-0C72-40BB-A6DC-40F64FD77B29}"/>
          </ac:graphicFrameMkLst>
        </pc:graphicFrameChg>
        <pc:picChg chg="del">
          <ac:chgData name="达 周" userId="d3c3af45359772bc" providerId="LiveId" clId="{69033BE1-1C57-4F04-8DEA-CCA2033CFF86}" dt="2020-02-29T05:29:53.988" v="1719" actId="478"/>
          <ac:picMkLst>
            <pc:docMk/>
            <pc:sldMk cId="1821305407" sldId="305"/>
            <ac:picMk id="4" creationId="{BF21FC8B-C3F7-4647-A91E-C3BAAACEC6E4}"/>
          </ac:picMkLst>
        </pc:picChg>
      </pc:sldChg>
      <pc:sldChg chg="addSp delSp modSp add mod">
        <pc:chgData name="达 周" userId="d3c3af45359772bc" providerId="LiveId" clId="{69033BE1-1C57-4F04-8DEA-CCA2033CFF86}" dt="2020-02-29T06:20:16.045" v="2431"/>
        <pc:sldMkLst>
          <pc:docMk/>
          <pc:sldMk cId="3578115584" sldId="306"/>
        </pc:sldMkLst>
        <pc:spChg chg="del">
          <ac:chgData name="达 周" userId="d3c3af45359772bc" providerId="LiveId" clId="{69033BE1-1C57-4F04-8DEA-CCA2033CFF86}" dt="2020-02-29T05:41:33.751" v="2106" actId="478"/>
          <ac:spMkLst>
            <pc:docMk/>
            <pc:sldMk cId="3578115584" sldId="306"/>
            <ac:spMk id="9" creationId="{74F8A5D7-98D2-4968-96BE-F53946FC3459}"/>
          </ac:spMkLst>
        </pc:spChg>
        <pc:graphicFrameChg chg="add mod">
          <ac:chgData name="达 周" userId="d3c3af45359772bc" providerId="LiveId" clId="{69033BE1-1C57-4F04-8DEA-CCA2033CFF86}" dt="2020-02-29T06:20:16.045" v="2431"/>
          <ac:graphicFrameMkLst>
            <pc:docMk/>
            <pc:sldMk cId="3578115584" sldId="306"/>
            <ac:graphicFrameMk id="7" creationId="{D8624A9A-C234-41F5-8498-A6707CB72426}"/>
          </ac:graphicFrameMkLst>
        </pc:graphicFrameChg>
        <pc:picChg chg="add mod">
          <ac:chgData name="达 周" userId="d3c3af45359772bc" providerId="LiveId" clId="{69033BE1-1C57-4F04-8DEA-CCA2033CFF86}" dt="2020-02-29T05:42:29.970" v="2108" actId="1076"/>
          <ac:picMkLst>
            <pc:docMk/>
            <pc:sldMk cId="3578115584" sldId="306"/>
            <ac:picMk id="3" creationId="{0219F201-F52E-40D5-93D0-CDE925AAFF96}"/>
          </ac:picMkLst>
        </pc:picChg>
      </pc:sldChg>
      <pc:sldChg chg="addSp modSp add mod">
        <pc:chgData name="达 周" userId="d3c3af45359772bc" providerId="LiveId" clId="{69033BE1-1C57-4F04-8DEA-CCA2033CFF86}" dt="2020-03-02T11:56:17.127" v="2823" actId="2"/>
        <pc:sldMkLst>
          <pc:docMk/>
          <pc:sldMk cId="239852014" sldId="307"/>
        </pc:sldMkLst>
        <pc:spChg chg="mod">
          <ac:chgData name="达 周" userId="d3c3af45359772bc" providerId="LiveId" clId="{69033BE1-1C57-4F04-8DEA-CCA2033CFF86}" dt="2020-03-02T11:56:17.127" v="2823" actId="2"/>
          <ac:spMkLst>
            <pc:docMk/>
            <pc:sldMk cId="239852014" sldId="307"/>
            <ac:spMk id="2" creationId="{3ABD9470-7CF2-4029-A68D-87D612BB471C}"/>
          </ac:spMkLst>
        </pc:spChg>
        <pc:spChg chg="mod">
          <ac:chgData name="达 周" userId="d3c3af45359772bc" providerId="LiveId" clId="{69033BE1-1C57-4F04-8DEA-CCA2033CFF86}" dt="2020-02-29T05:59:56.375" v="2148" actId="164"/>
          <ac:spMkLst>
            <pc:docMk/>
            <pc:sldMk cId="239852014" sldId="307"/>
            <ac:spMk id="10" creationId="{5FCDA658-1527-4106-B6A7-609C80CB5387}"/>
          </ac:spMkLst>
        </pc:spChg>
        <pc:grpChg chg="add mod">
          <ac:chgData name="达 周" userId="d3c3af45359772bc" providerId="LiveId" clId="{69033BE1-1C57-4F04-8DEA-CCA2033CFF86}" dt="2020-02-29T06:00:12.848" v="2152" actId="1076"/>
          <ac:grpSpMkLst>
            <pc:docMk/>
            <pc:sldMk cId="239852014" sldId="307"/>
            <ac:grpSpMk id="3" creationId="{15750875-C3D9-4985-8600-8A4CB84935F0}"/>
          </ac:grpSpMkLst>
        </pc:grpChg>
        <pc:graphicFrameChg chg="mod">
          <ac:chgData name="达 周" userId="d3c3af45359772bc" providerId="LiveId" clId="{69033BE1-1C57-4F04-8DEA-CCA2033CFF86}" dt="2020-02-29T05:59:56.375" v="2148" actId="164"/>
          <ac:graphicFrameMkLst>
            <pc:docMk/>
            <pc:sldMk cId="239852014" sldId="307"/>
            <ac:graphicFrameMk id="5" creationId="{A574C0AA-0C72-40BB-A6DC-40F64FD77B29}"/>
          </ac:graphicFrameMkLst>
        </pc:graphicFrameChg>
        <pc:graphicFrameChg chg="mod">
          <ac:chgData name="达 周" userId="d3c3af45359772bc" providerId="LiveId" clId="{69033BE1-1C57-4F04-8DEA-CCA2033CFF86}" dt="2020-02-29T05:59:56.375" v="2148" actId="164"/>
          <ac:graphicFrameMkLst>
            <pc:docMk/>
            <pc:sldMk cId="239852014" sldId="307"/>
            <ac:graphicFrameMk id="9" creationId="{006DCB5B-FE03-4798-BA3F-28F94E402182}"/>
          </ac:graphicFrameMkLst>
        </pc:graphicFrameChg>
        <pc:picChg chg="add mod">
          <ac:chgData name="达 周" userId="d3c3af45359772bc" providerId="LiveId" clId="{69033BE1-1C57-4F04-8DEA-CCA2033CFF86}" dt="2020-02-29T06:00:46.232" v="2156" actId="1076"/>
          <ac:picMkLst>
            <pc:docMk/>
            <pc:sldMk cId="239852014" sldId="307"/>
            <ac:picMk id="4" creationId="{2747D6B3-A787-494C-A41C-1BAF494A55A9}"/>
          </ac:picMkLst>
        </pc:picChg>
      </pc:sldChg>
      <pc:sldChg chg="addSp delSp modSp add mod">
        <pc:chgData name="达 周" userId="d3c3af45359772bc" providerId="LiveId" clId="{69033BE1-1C57-4F04-8DEA-CCA2033CFF86}" dt="2020-03-02T11:59:13.500" v="2837" actId="478"/>
        <pc:sldMkLst>
          <pc:docMk/>
          <pc:sldMk cId="331753226" sldId="308"/>
        </pc:sldMkLst>
        <pc:spChg chg="mod">
          <ac:chgData name="达 周" userId="d3c3af45359772bc" providerId="LiveId" clId="{69033BE1-1C57-4F04-8DEA-CCA2033CFF86}" dt="2020-02-29T06:15:38.518" v="2408" actId="20577"/>
          <ac:spMkLst>
            <pc:docMk/>
            <pc:sldMk cId="331753226" sldId="308"/>
            <ac:spMk id="2" creationId="{47C7FA8D-FBE7-4B38-9D41-8E2E38E9BDCB}"/>
          </ac:spMkLst>
        </pc:spChg>
        <pc:picChg chg="add del mod">
          <ac:chgData name="达 周" userId="d3c3af45359772bc" providerId="LiveId" clId="{69033BE1-1C57-4F04-8DEA-CCA2033CFF86}" dt="2020-03-02T11:59:13.500" v="2837" actId="478"/>
          <ac:picMkLst>
            <pc:docMk/>
            <pc:sldMk cId="331753226" sldId="308"/>
            <ac:picMk id="3" creationId="{A69CBEF0-C789-4920-9015-806A5F8A1859}"/>
          </ac:picMkLst>
        </pc:picChg>
        <pc:picChg chg="mod">
          <ac:chgData name="达 周" userId="d3c3af45359772bc" providerId="LiveId" clId="{69033BE1-1C57-4F04-8DEA-CCA2033CFF86}" dt="2020-02-29T06:16:22.691" v="2411" actId="1076"/>
          <ac:picMkLst>
            <pc:docMk/>
            <pc:sldMk cId="331753226" sldId="308"/>
            <ac:picMk id="4" creationId="{ADA4DA78-25EE-49D3-AA1B-8ADC2B7F64E8}"/>
          </ac:picMkLst>
        </pc:picChg>
        <pc:picChg chg="add del mod">
          <ac:chgData name="达 周" userId="d3c3af45359772bc" providerId="LiveId" clId="{69033BE1-1C57-4F04-8DEA-CCA2033CFF86}" dt="2020-03-02T11:59:11.144" v="2836" actId="478"/>
          <ac:picMkLst>
            <pc:docMk/>
            <pc:sldMk cId="331753226" sldId="308"/>
            <ac:picMk id="5" creationId="{E51E911F-1EA9-458D-A661-FD463777F9FB}"/>
          </ac:picMkLst>
        </pc:picChg>
      </pc:sldChg>
      <pc:sldChg chg="addSp delSp modSp add mod">
        <pc:chgData name="达 周" userId="d3c3af45359772bc" providerId="LiveId" clId="{69033BE1-1C57-4F04-8DEA-CCA2033CFF86}" dt="2020-02-29T06:30:24.688" v="2451" actId="1076"/>
        <pc:sldMkLst>
          <pc:docMk/>
          <pc:sldMk cId="3077456254" sldId="309"/>
        </pc:sldMkLst>
        <pc:spChg chg="del mod">
          <ac:chgData name="达 周" userId="d3c3af45359772bc" providerId="LiveId" clId="{69033BE1-1C57-4F04-8DEA-CCA2033CFF86}" dt="2020-02-29T06:29:47.852" v="2444" actId="478"/>
          <ac:spMkLst>
            <pc:docMk/>
            <pc:sldMk cId="3077456254" sldId="309"/>
            <ac:spMk id="2" creationId="{47C7FA8D-FBE7-4B38-9D41-8E2E38E9BDCB}"/>
          </ac:spMkLst>
        </pc:spChg>
        <pc:spChg chg="add del mod">
          <ac:chgData name="达 周" userId="d3c3af45359772bc" providerId="LiveId" clId="{69033BE1-1C57-4F04-8DEA-CCA2033CFF86}" dt="2020-02-29T06:29:50.008" v="2445" actId="478"/>
          <ac:spMkLst>
            <pc:docMk/>
            <pc:sldMk cId="3077456254" sldId="309"/>
            <ac:spMk id="8" creationId="{2090E320-87CF-423C-BAA9-6E84B5FBA4B5}"/>
          </ac:spMkLst>
        </pc:spChg>
        <pc:picChg chg="del">
          <ac:chgData name="达 周" userId="d3c3af45359772bc" providerId="LiveId" clId="{69033BE1-1C57-4F04-8DEA-CCA2033CFF86}" dt="2020-02-29T06:18:25.778" v="2420" actId="478"/>
          <ac:picMkLst>
            <pc:docMk/>
            <pc:sldMk cId="3077456254" sldId="309"/>
            <ac:picMk id="3" creationId="{A69CBEF0-C789-4920-9015-806A5F8A1859}"/>
          </ac:picMkLst>
        </pc:picChg>
        <pc:picChg chg="mod">
          <ac:chgData name="达 周" userId="d3c3af45359772bc" providerId="LiveId" clId="{69033BE1-1C57-4F04-8DEA-CCA2033CFF86}" dt="2020-02-29T06:30:24.688" v="2451" actId="1076"/>
          <ac:picMkLst>
            <pc:docMk/>
            <pc:sldMk cId="3077456254" sldId="309"/>
            <ac:picMk id="4" creationId="{ADA4DA78-25EE-49D3-AA1B-8ADC2B7F64E8}"/>
          </ac:picMkLst>
        </pc:picChg>
        <pc:picChg chg="add mod">
          <ac:chgData name="达 周" userId="d3c3af45359772bc" providerId="LiveId" clId="{69033BE1-1C57-4F04-8DEA-CCA2033CFF86}" dt="2020-02-29T06:19:02.922" v="2424" actId="1076"/>
          <ac:picMkLst>
            <pc:docMk/>
            <pc:sldMk cId="3077456254" sldId="309"/>
            <ac:picMk id="5" creationId="{9F408D43-40B4-4556-B7CF-2E7D4AF1D773}"/>
          </ac:picMkLst>
        </pc:picChg>
        <pc:picChg chg="add del mod">
          <ac:chgData name="达 周" userId="d3c3af45359772bc" providerId="LiveId" clId="{69033BE1-1C57-4F04-8DEA-CCA2033CFF86}" dt="2020-02-29T06:30:11.938" v="2448" actId="478"/>
          <ac:picMkLst>
            <pc:docMk/>
            <pc:sldMk cId="3077456254" sldId="309"/>
            <ac:picMk id="6" creationId="{0A71654C-9708-4B13-B2A4-5A8AF784AC95}"/>
          </ac:picMkLst>
        </pc:picChg>
      </pc:sldChg>
      <pc:sldChg chg="addSp delSp modSp add mod">
        <pc:chgData name="达 周" userId="d3c3af45359772bc" providerId="LiveId" clId="{69033BE1-1C57-4F04-8DEA-CCA2033CFF86}" dt="2020-02-29T06:30:53.116" v="2458" actId="478"/>
        <pc:sldMkLst>
          <pc:docMk/>
          <pc:sldMk cId="4232815614" sldId="310"/>
        </pc:sldMkLst>
        <pc:spChg chg="add del mod">
          <ac:chgData name="达 周" userId="d3c3af45359772bc" providerId="LiveId" clId="{69033BE1-1C57-4F04-8DEA-CCA2033CFF86}" dt="2020-02-29T06:30:53.116" v="2458" actId="478"/>
          <ac:spMkLst>
            <pc:docMk/>
            <pc:sldMk cId="4232815614" sldId="310"/>
            <ac:spMk id="3" creationId="{170DD664-06E9-4170-88D5-0FC9DF34E3AD}"/>
          </ac:spMkLst>
        </pc:spChg>
        <pc:picChg chg="del mod">
          <ac:chgData name="达 周" userId="d3c3af45359772bc" providerId="LiveId" clId="{69033BE1-1C57-4F04-8DEA-CCA2033CFF86}" dt="2020-02-29T06:30:45.168" v="2455" actId="478"/>
          <ac:picMkLst>
            <pc:docMk/>
            <pc:sldMk cId="4232815614" sldId="310"/>
            <ac:picMk id="4" creationId="{ADA4DA78-25EE-49D3-AA1B-8ADC2B7F64E8}"/>
          </ac:picMkLst>
        </pc:picChg>
        <pc:picChg chg="add del mod">
          <ac:chgData name="达 周" userId="d3c3af45359772bc" providerId="LiveId" clId="{69033BE1-1C57-4F04-8DEA-CCA2033CFF86}" dt="2020-02-29T06:30:46.429" v="2456" actId="478"/>
          <ac:picMkLst>
            <pc:docMk/>
            <pc:sldMk cId="4232815614" sldId="310"/>
            <ac:picMk id="7" creationId="{1D0D6D6D-BB26-49AD-A464-5F753E34ADCD}"/>
          </ac:picMkLst>
        </pc:picChg>
        <pc:picChg chg="add">
          <ac:chgData name="达 周" userId="d3c3af45359772bc" providerId="LiveId" clId="{69033BE1-1C57-4F04-8DEA-CCA2033CFF86}" dt="2020-02-29T06:30:47.479" v="2457"/>
          <ac:picMkLst>
            <pc:docMk/>
            <pc:sldMk cId="4232815614" sldId="310"/>
            <ac:picMk id="8" creationId="{44ECB1B7-186F-4ACC-903C-31FE8A974428}"/>
          </ac:picMkLst>
        </pc:picChg>
      </pc:sldChg>
      <pc:sldChg chg="addSp modSp add mod">
        <pc:chgData name="达 周" userId="d3c3af45359772bc" providerId="LiveId" clId="{69033BE1-1C57-4F04-8DEA-CCA2033CFF86}" dt="2020-02-29T06:40:14.775" v="2611" actId="207"/>
        <pc:sldMkLst>
          <pc:docMk/>
          <pc:sldMk cId="2065214724" sldId="311"/>
        </pc:sldMkLst>
        <pc:spChg chg="add mod">
          <ac:chgData name="达 周" userId="d3c3af45359772bc" providerId="LiveId" clId="{69033BE1-1C57-4F04-8DEA-CCA2033CFF86}" dt="2020-02-29T06:40:14.775" v="2611" actId="207"/>
          <ac:spMkLst>
            <pc:docMk/>
            <pc:sldMk cId="2065214724" sldId="311"/>
            <ac:spMk id="5" creationId="{728D7B5E-89ED-4537-BCF6-DE559DBF3B1D}"/>
          </ac:spMkLst>
        </pc:spChg>
      </pc:sldChg>
      <pc:sldChg chg="addSp delSp modSp add mod">
        <pc:chgData name="达 周" userId="d3c3af45359772bc" providerId="LiveId" clId="{69033BE1-1C57-4F04-8DEA-CCA2033CFF86}" dt="2020-03-02T10:37:41.797" v="2688" actId="1076"/>
        <pc:sldMkLst>
          <pc:docMk/>
          <pc:sldMk cId="3693987202" sldId="312"/>
        </pc:sldMkLst>
        <pc:spChg chg="mod">
          <ac:chgData name="达 周" userId="d3c3af45359772bc" providerId="LiveId" clId="{69033BE1-1C57-4F04-8DEA-CCA2033CFF86}" dt="2020-03-02T10:37:22.127" v="2684" actId="20577"/>
          <ac:spMkLst>
            <pc:docMk/>
            <pc:sldMk cId="3693987202" sldId="312"/>
            <ac:spMk id="2" creationId="{1F28D06B-0DE2-487D-98AF-2D555A3A9EF4}"/>
          </ac:spMkLst>
        </pc:spChg>
        <pc:spChg chg="del">
          <ac:chgData name="达 周" userId="d3c3af45359772bc" providerId="LiveId" clId="{69033BE1-1C57-4F04-8DEA-CCA2033CFF86}" dt="2020-03-02T10:36:30.111" v="2634"/>
          <ac:spMkLst>
            <pc:docMk/>
            <pc:sldMk cId="3693987202" sldId="312"/>
            <ac:spMk id="3" creationId="{EB8113A6-FAA3-4596-A4B3-21D6C7DABA49}"/>
          </ac:spMkLst>
        </pc:spChg>
        <pc:picChg chg="add mod">
          <ac:chgData name="达 周" userId="d3c3af45359772bc" providerId="LiveId" clId="{69033BE1-1C57-4F04-8DEA-CCA2033CFF86}" dt="2020-03-02T10:37:41.797" v="2688" actId="1076"/>
          <ac:picMkLst>
            <pc:docMk/>
            <pc:sldMk cId="3693987202" sldId="312"/>
            <ac:picMk id="4" creationId="{B50E842A-5861-4E44-9DCB-7EB10A473AD1}"/>
          </ac:picMkLst>
        </pc:picChg>
      </pc:sldChg>
      <pc:sldChg chg="addSp delSp modSp add mod">
        <pc:chgData name="达 周" userId="d3c3af45359772bc" providerId="LiveId" clId="{69033BE1-1C57-4F04-8DEA-CCA2033CFF86}" dt="2020-03-02T11:08:41.153" v="2804" actId="478"/>
        <pc:sldMkLst>
          <pc:docMk/>
          <pc:sldMk cId="1578784279" sldId="313"/>
        </pc:sldMkLst>
        <pc:spChg chg="mod">
          <ac:chgData name="达 周" userId="d3c3af45359772bc" providerId="LiveId" clId="{69033BE1-1C57-4F04-8DEA-CCA2033CFF86}" dt="2020-03-02T10:49:26.135" v="2725" actId="20577"/>
          <ac:spMkLst>
            <pc:docMk/>
            <pc:sldMk cId="1578784279" sldId="313"/>
            <ac:spMk id="2" creationId="{346E44FC-89C6-4A22-807D-AA0F41232E20}"/>
          </ac:spMkLst>
        </pc:spChg>
        <pc:spChg chg="del">
          <ac:chgData name="达 周" userId="d3c3af45359772bc" providerId="LiveId" clId="{69033BE1-1C57-4F04-8DEA-CCA2033CFF86}" dt="2020-03-02T10:55:06.922" v="2731" actId="478"/>
          <ac:spMkLst>
            <pc:docMk/>
            <pc:sldMk cId="1578784279" sldId="313"/>
            <ac:spMk id="3" creationId="{CF753798-B456-4DEC-98DE-5CE1FE8618E6}"/>
          </ac:spMkLst>
        </pc:spChg>
        <pc:graphicFrameChg chg="add del mod">
          <ac:chgData name="达 周" userId="d3c3af45359772bc" providerId="LiveId" clId="{69033BE1-1C57-4F04-8DEA-CCA2033CFF86}" dt="2020-03-02T11:08:41.153" v="2804" actId="478"/>
          <ac:graphicFrameMkLst>
            <pc:docMk/>
            <pc:sldMk cId="1578784279" sldId="313"/>
            <ac:graphicFrameMk id="4" creationId="{92CC59E5-2866-4ADE-AE94-F7F5313799BF}"/>
          </ac:graphicFrameMkLst>
        </pc:graphicFrameChg>
        <pc:picChg chg="add mod">
          <ac:chgData name="达 周" userId="d3c3af45359772bc" providerId="LiveId" clId="{69033BE1-1C57-4F04-8DEA-CCA2033CFF86}" dt="2020-03-02T10:56:44.662" v="2738" actId="1076"/>
          <ac:picMkLst>
            <pc:docMk/>
            <pc:sldMk cId="1578784279" sldId="313"/>
            <ac:picMk id="5" creationId="{2AD1EE00-7E2B-44A9-9DE9-13E1254DA65D}"/>
          </ac:picMkLst>
        </pc:picChg>
      </pc:sldChg>
      <pc:sldChg chg="delSp modSp add mod">
        <pc:chgData name="达 周" userId="d3c3af45359772bc" providerId="LiveId" clId="{69033BE1-1C57-4F04-8DEA-CCA2033CFF86}" dt="2020-03-02T11:08:53.309" v="2808" actId="478"/>
        <pc:sldMkLst>
          <pc:docMk/>
          <pc:sldMk cId="2748083609" sldId="314"/>
        </pc:sldMkLst>
        <pc:spChg chg="mod">
          <ac:chgData name="达 周" userId="d3c3af45359772bc" providerId="LiveId" clId="{69033BE1-1C57-4F04-8DEA-CCA2033CFF86}" dt="2020-03-02T10:57:47.697" v="2756" actId="20577"/>
          <ac:spMkLst>
            <pc:docMk/>
            <pc:sldMk cId="2748083609" sldId="314"/>
            <ac:spMk id="2" creationId="{346E44FC-89C6-4A22-807D-AA0F41232E20}"/>
          </ac:spMkLst>
        </pc:spChg>
        <pc:graphicFrameChg chg="del mod">
          <ac:chgData name="达 周" userId="d3c3af45359772bc" providerId="LiveId" clId="{69033BE1-1C57-4F04-8DEA-CCA2033CFF86}" dt="2020-03-02T11:08:53.309" v="2808" actId="478"/>
          <ac:graphicFrameMkLst>
            <pc:docMk/>
            <pc:sldMk cId="2748083609" sldId="314"/>
            <ac:graphicFrameMk id="4" creationId="{92CC59E5-2866-4ADE-AE94-F7F5313799BF}"/>
          </ac:graphicFrameMkLst>
        </pc:graphicFrameChg>
      </pc:sldChg>
      <pc:sldChg chg="addSp delSp modSp add mod">
        <pc:chgData name="达 周" userId="d3c3af45359772bc" providerId="LiveId" clId="{69033BE1-1C57-4F04-8DEA-CCA2033CFF86}" dt="2020-03-02T11:25:16.009" v="2817" actId="20577"/>
        <pc:sldMkLst>
          <pc:docMk/>
          <pc:sldMk cId="2029365315" sldId="315"/>
        </pc:sldMkLst>
        <pc:spChg chg="mod">
          <ac:chgData name="达 周" userId="d3c3af45359772bc" providerId="LiveId" clId="{69033BE1-1C57-4F04-8DEA-CCA2033CFF86}" dt="2020-03-02T11:25:16.009" v="2817" actId="20577"/>
          <ac:spMkLst>
            <pc:docMk/>
            <pc:sldMk cId="2029365315" sldId="315"/>
            <ac:spMk id="2" creationId="{346E44FC-89C6-4A22-807D-AA0F41232E20}"/>
          </ac:spMkLst>
        </pc:spChg>
        <pc:graphicFrameChg chg="add del mod">
          <ac:chgData name="达 周" userId="d3c3af45359772bc" providerId="LiveId" clId="{69033BE1-1C57-4F04-8DEA-CCA2033CFF86}" dt="2020-03-02T11:09:32.015" v="2814" actId="478"/>
          <ac:graphicFrameMkLst>
            <pc:docMk/>
            <pc:sldMk cId="2029365315" sldId="315"/>
            <ac:graphicFrameMk id="4" creationId="{92CC59E5-2866-4ADE-AE94-F7F5313799BF}"/>
          </ac:graphicFrameMkLst>
        </pc:graphicFrameChg>
        <pc:picChg chg="mod">
          <ac:chgData name="达 周" userId="d3c3af45359772bc" providerId="LiveId" clId="{69033BE1-1C57-4F04-8DEA-CCA2033CFF86}" dt="2020-03-02T11:03:43.801" v="2796" actId="1076"/>
          <ac:picMkLst>
            <pc:docMk/>
            <pc:sldMk cId="2029365315" sldId="315"/>
            <ac:picMk id="5" creationId="{2AD1EE00-7E2B-44A9-9DE9-13E1254DA65D}"/>
          </ac:picMkLst>
        </pc:picChg>
      </pc:sldChg>
      <pc:sldChg chg="add">
        <pc:chgData name="达 周" userId="d3c3af45359772bc" providerId="LiveId" clId="{69033BE1-1C57-4F04-8DEA-CCA2033CFF86}" dt="2020-03-02T11:08:37.909" v="2803"/>
        <pc:sldMkLst>
          <pc:docMk/>
          <pc:sldMk cId="1626100238" sldId="316"/>
        </pc:sldMkLst>
      </pc:sldChg>
      <pc:sldChg chg="add">
        <pc:chgData name="达 周" userId="d3c3af45359772bc" providerId="LiveId" clId="{69033BE1-1C57-4F04-8DEA-CCA2033CFF86}" dt="2020-03-02T11:08:50.836" v="2807"/>
        <pc:sldMkLst>
          <pc:docMk/>
          <pc:sldMk cId="872833238" sldId="317"/>
        </pc:sldMkLst>
      </pc:sldChg>
      <pc:sldChg chg="add del">
        <pc:chgData name="达 周" userId="d3c3af45359772bc" providerId="LiveId" clId="{69033BE1-1C57-4F04-8DEA-CCA2033CFF86}" dt="2020-03-02T11:08:48.287" v="2806"/>
        <pc:sldMkLst>
          <pc:docMk/>
          <pc:sldMk cId="3847671921" sldId="317"/>
        </pc:sldMkLst>
      </pc:sldChg>
      <pc:sldChg chg="modSp add mod">
        <pc:chgData name="达 周" userId="d3c3af45359772bc" providerId="LiveId" clId="{69033BE1-1C57-4F04-8DEA-CCA2033CFF86}" dt="2020-03-02T11:49:23.959" v="2821" actId="20577"/>
        <pc:sldMkLst>
          <pc:docMk/>
          <pc:sldMk cId="3465681213" sldId="318"/>
        </pc:sldMkLst>
        <pc:spChg chg="mod">
          <ac:chgData name="达 周" userId="d3c3af45359772bc" providerId="LiveId" clId="{69033BE1-1C57-4F04-8DEA-CCA2033CFF86}" dt="2020-03-02T11:49:23.959" v="2821" actId="20577"/>
          <ac:spMkLst>
            <pc:docMk/>
            <pc:sldMk cId="3465681213" sldId="318"/>
            <ac:spMk id="2" creationId="{346E44FC-89C6-4A22-807D-AA0F41232E20}"/>
          </ac:spMkLst>
        </pc:spChg>
      </pc:sldChg>
      <pc:sldChg chg="add del">
        <pc:chgData name="达 周" userId="d3c3af45359772bc" providerId="LiveId" clId="{69033BE1-1C57-4F04-8DEA-CCA2033CFF86}" dt="2020-03-02T11:09:24.734" v="2812"/>
        <pc:sldMkLst>
          <pc:docMk/>
          <pc:sldMk cId="3498749721" sldId="318"/>
        </pc:sldMkLst>
      </pc:sldChg>
      <pc:sldChg chg="addSp delSp modSp add mod">
        <pc:chgData name="达 周" userId="d3c3af45359772bc" providerId="LiveId" clId="{69033BE1-1C57-4F04-8DEA-CCA2033CFF86}" dt="2020-03-02T12:26:22.988" v="2843" actId="1076"/>
        <pc:sldMkLst>
          <pc:docMk/>
          <pc:sldMk cId="2361615146" sldId="319"/>
        </pc:sldMkLst>
        <pc:spChg chg="del">
          <ac:chgData name="达 周" userId="d3c3af45359772bc" providerId="LiveId" clId="{69033BE1-1C57-4F04-8DEA-CCA2033CFF86}" dt="2020-03-02T12:26:17.710" v="2841" actId="478"/>
          <ac:spMkLst>
            <pc:docMk/>
            <pc:sldMk cId="2361615146" sldId="319"/>
            <ac:spMk id="2" creationId="{13416B35-E459-44DE-BD08-5EEDA5BC214E}"/>
          </ac:spMkLst>
        </pc:spChg>
        <pc:spChg chg="del">
          <ac:chgData name="达 周" userId="d3c3af45359772bc" providerId="LiveId" clId="{69033BE1-1C57-4F04-8DEA-CCA2033CFF86}" dt="2020-03-02T12:26:19.603" v="2842" actId="478"/>
          <ac:spMkLst>
            <pc:docMk/>
            <pc:sldMk cId="2361615146" sldId="319"/>
            <ac:spMk id="3" creationId="{03AB6B59-B393-48A2-8B90-62EFBBE75A0C}"/>
          </ac:spMkLst>
        </pc:spChg>
        <pc:picChg chg="add mod">
          <ac:chgData name="达 周" userId="d3c3af45359772bc" providerId="LiveId" clId="{69033BE1-1C57-4F04-8DEA-CCA2033CFF86}" dt="2020-03-02T12:26:22.988" v="2843" actId="1076"/>
          <ac:picMkLst>
            <pc:docMk/>
            <pc:sldMk cId="2361615146" sldId="319"/>
            <ac:picMk id="4" creationId="{F94F5A61-BC2C-4992-A814-21EB734B201F}"/>
          </ac:picMkLst>
        </pc:picChg>
      </pc:sldChg>
      <pc:sldChg chg="modSp add mod">
        <pc:chgData name="达 周" userId="d3c3af45359772bc" providerId="LiveId" clId="{69033BE1-1C57-4F04-8DEA-CCA2033CFF86}" dt="2020-03-02T12:26:50.950" v="2886" actId="20577"/>
        <pc:sldMkLst>
          <pc:docMk/>
          <pc:sldMk cId="4121995736" sldId="320"/>
        </pc:sldMkLst>
        <pc:spChg chg="mod">
          <ac:chgData name="达 周" userId="d3c3af45359772bc" providerId="LiveId" clId="{69033BE1-1C57-4F04-8DEA-CCA2033CFF86}" dt="2020-03-02T12:26:50.950" v="2886" actId="20577"/>
          <ac:spMkLst>
            <pc:docMk/>
            <pc:sldMk cId="4121995736" sldId="320"/>
            <ac:spMk id="2" creationId="{3171F3AD-D12D-454C-92F2-04D252F9D9E8}"/>
          </ac:spMkLst>
        </pc:spChg>
      </pc:sldChg>
      <pc:sldMasterChg chg="modSp modSldLayout">
        <pc:chgData name="达 周" userId="d3c3af45359772bc" providerId="LiveId" clId="{69033BE1-1C57-4F04-8DEA-CCA2033CFF86}" dt="2020-02-27T09:17:59.954" v="33"/>
        <pc:sldMasterMkLst>
          <pc:docMk/>
          <pc:sldMasterMk cId="2103669850" sldId="2147483660"/>
        </pc:sldMasterMkLst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2" creationId="{00000000-0000-0000-0000-000000000000}"/>
          </ac:spMkLst>
        </pc:spChg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3" creationId="{00000000-0000-0000-0000-000000000000}"/>
          </ac:spMkLst>
        </pc:spChg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4" creationId="{00000000-0000-0000-0000-000000000000}"/>
          </ac:spMkLst>
        </pc:spChg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5" creationId="{00000000-0000-0000-0000-000000000000}"/>
          </ac:spMkLst>
        </pc:spChg>
        <pc:spChg chg="mod">
          <ac:chgData name="达 周" userId="d3c3af45359772bc" providerId="LiveId" clId="{69033BE1-1C57-4F04-8DEA-CCA2033CFF86}" dt="2020-02-27T09:17:59.954" v="33"/>
          <ac:spMkLst>
            <pc:docMk/>
            <pc:sldMasterMk cId="2103669850" sldId="2147483660"/>
            <ac:spMk id="6" creationId="{00000000-0000-0000-0000-000000000000}"/>
          </ac:spMkLst>
        </pc:sp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2445707650" sldId="2147483661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2445707650" sldId="2147483661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2445707650" sldId="2147483661"/>
              <ac:spMk id="3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136291624" sldId="2147483663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36291624" sldId="2147483663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36291624" sldId="2147483663"/>
              <ac:spMk id="3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3530004143" sldId="2147483664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530004143" sldId="2147483664"/>
              <ac:spMk id="3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530004143" sldId="2147483664"/>
              <ac:spMk id="4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1689830004" sldId="2147483665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3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4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5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1689830004" sldId="2147483665"/>
              <ac:spMk id="6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3226802743" sldId="2147483668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226802743" sldId="2147483668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226802743" sldId="2147483668"/>
              <ac:spMk id="3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226802743" sldId="2147483668"/>
              <ac:spMk id="4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3904091350" sldId="2147483669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904091350" sldId="2147483669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904091350" sldId="2147483669"/>
              <ac:spMk id="3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3904091350" sldId="2147483669"/>
              <ac:spMk id="4" creationId="{00000000-0000-0000-0000-000000000000}"/>
            </ac:spMkLst>
          </pc:spChg>
        </pc:sldLayoutChg>
        <pc:sldLayoutChg chg="modSp">
          <pc:chgData name="达 周" userId="d3c3af45359772bc" providerId="LiveId" clId="{69033BE1-1C57-4F04-8DEA-CCA2033CFF86}" dt="2020-02-27T09:17:59.954" v="33"/>
          <pc:sldLayoutMkLst>
            <pc:docMk/>
            <pc:sldMasterMk cId="2103669850" sldId="2147483660"/>
            <pc:sldLayoutMk cId="836915119" sldId="2147483671"/>
          </pc:sldLayoutMkLst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836915119" sldId="2147483671"/>
              <ac:spMk id="2" creationId="{00000000-0000-0000-0000-000000000000}"/>
            </ac:spMkLst>
          </pc:spChg>
          <pc:spChg chg="mod">
            <ac:chgData name="达 周" userId="d3c3af45359772bc" providerId="LiveId" clId="{69033BE1-1C57-4F04-8DEA-CCA2033CFF86}" dt="2020-02-27T09:17:59.954" v="33"/>
            <ac:spMkLst>
              <pc:docMk/>
              <pc:sldMasterMk cId="2103669850" sldId="2147483660"/>
              <pc:sldLayoutMk cId="836915119" sldId="2147483671"/>
              <ac:spMk id="3" creationId="{00000000-0000-0000-0000-000000000000}"/>
            </ac:spMkLst>
          </pc:spChg>
        </pc:sldLayoutChg>
      </pc:sldMasterChg>
    </pc:docChg>
  </pc:docChgLst>
  <pc:docChgLst>
    <pc:chgData name="达 周" userId="d3c3af45359772bc" providerId="LiveId" clId="{2E02E4DC-6942-4614-854E-43FE972A57E4}"/>
    <pc:docChg chg="undo custSel addSld delSld modSld">
      <pc:chgData name="达 周" userId="d3c3af45359772bc" providerId="LiveId" clId="{2E02E4DC-6942-4614-854E-43FE972A57E4}" dt="2022-04-13T09:06:46.529" v="5" actId="1076"/>
      <pc:docMkLst>
        <pc:docMk/>
      </pc:docMkLst>
      <pc:sldChg chg="del">
        <pc:chgData name="达 周" userId="d3c3af45359772bc" providerId="LiveId" clId="{2E02E4DC-6942-4614-854E-43FE972A57E4}" dt="2022-04-13T09:05:23.150" v="1" actId="47"/>
        <pc:sldMkLst>
          <pc:docMk/>
          <pc:sldMk cId="1265752046" sldId="265"/>
        </pc:sldMkLst>
      </pc:sldChg>
      <pc:sldChg chg="modSp add del mod">
        <pc:chgData name="达 周" userId="d3c3af45359772bc" providerId="LiveId" clId="{2E02E4DC-6942-4614-854E-43FE972A57E4}" dt="2022-04-13T09:06:46.529" v="5" actId="1076"/>
        <pc:sldMkLst>
          <pc:docMk/>
          <pc:sldMk cId="2262595845" sldId="267"/>
        </pc:sldMkLst>
        <pc:spChg chg="mod">
          <ac:chgData name="达 周" userId="d3c3af45359772bc" providerId="LiveId" clId="{2E02E4DC-6942-4614-854E-43FE972A57E4}" dt="2022-04-13T09:06:44.070" v="4" actId="1076"/>
          <ac:spMkLst>
            <pc:docMk/>
            <pc:sldMk cId="2262595845" sldId="267"/>
            <ac:spMk id="2" creationId="{EB1F01FD-80B0-4056-93CB-9A8EECB80D64}"/>
          </ac:spMkLst>
        </pc:spChg>
        <pc:picChg chg="mod">
          <ac:chgData name="达 周" userId="d3c3af45359772bc" providerId="LiveId" clId="{2E02E4DC-6942-4614-854E-43FE972A57E4}" dt="2022-04-13T09:06:46.529" v="5" actId="1076"/>
          <ac:picMkLst>
            <pc:docMk/>
            <pc:sldMk cId="2262595845" sldId="267"/>
            <ac:picMk id="4" creationId="{3F4BE757-D3B9-48B7-92F5-C0248A47CC58}"/>
          </ac:picMkLst>
        </pc:picChg>
      </pc:sldChg>
      <pc:sldChg chg="del">
        <pc:chgData name="达 周" userId="d3c3af45359772bc" providerId="LiveId" clId="{2E02E4DC-6942-4614-854E-43FE972A57E4}" dt="2022-04-13T09:04:32.151" v="0" actId="47"/>
        <pc:sldMkLst>
          <pc:docMk/>
          <pc:sldMk cId="1821305407" sldId="305"/>
        </pc:sldMkLst>
      </pc:sldChg>
    </pc:docChg>
  </pc:docChgLst>
  <pc:docChgLst>
    <pc:chgData name="达 周" userId="d3c3af45359772bc" providerId="LiveId" clId="{A01D3984-901F-4AE8-B4E3-8200C363F87C}"/>
    <pc:docChg chg="custSel addSld delSld modSld">
      <pc:chgData name="达 周" userId="d3c3af45359772bc" providerId="LiveId" clId="{A01D3984-901F-4AE8-B4E3-8200C363F87C}" dt="2020-02-08T12:40:26.700" v="369" actId="20577"/>
      <pc:docMkLst>
        <pc:docMk/>
      </pc:docMkLst>
      <pc:sldChg chg="modSp">
        <pc:chgData name="达 周" userId="d3c3af45359772bc" providerId="LiveId" clId="{A01D3984-901F-4AE8-B4E3-8200C363F87C}" dt="2020-02-08T11:39:41.792" v="59" actId="20577"/>
        <pc:sldMkLst>
          <pc:docMk/>
          <pc:sldMk cId="361446110" sldId="256"/>
        </pc:sldMkLst>
        <pc:spChg chg="mod">
          <ac:chgData name="达 周" userId="d3c3af45359772bc" providerId="LiveId" clId="{A01D3984-901F-4AE8-B4E3-8200C363F87C}" dt="2020-02-08T11:39:41.792" v="59" actId="20577"/>
          <ac:spMkLst>
            <pc:docMk/>
            <pc:sldMk cId="361446110" sldId="256"/>
            <ac:spMk id="2" creationId="{8DA5E3CA-2273-449A-98A0-13A6CBEBF971}"/>
          </ac:spMkLst>
        </pc:sp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1374586752" sldId="257"/>
        </pc:sldMkLst>
      </pc:sldChg>
      <pc:sldChg chg="addSp delSp modSp add">
        <pc:chgData name="达 周" userId="d3c3af45359772bc" providerId="LiveId" clId="{A01D3984-901F-4AE8-B4E3-8200C363F87C}" dt="2020-02-08T12:00:18.002" v="91" actId="1076"/>
        <pc:sldMkLst>
          <pc:docMk/>
          <pc:sldMk cId="4035733830" sldId="257"/>
        </pc:sldMkLst>
        <pc:spChg chg="mod">
          <ac:chgData name="达 周" userId="d3c3af45359772bc" providerId="LiveId" clId="{A01D3984-901F-4AE8-B4E3-8200C363F87C}" dt="2020-02-08T11:44:43.706" v="67"/>
          <ac:spMkLst>
            <pc:docMk/>
            <pc:sldMk cId="4035733830" sldId="257"/>
            <ac:spMk id="2" creationId="{D3E89E7A-9598-4E42-8619-FC005F678F2A}"/>
          </ac:spMkLst>
        </pc:spChg>
        <pc:spChg chg="del">
          <ac:chgData name="达 周" userId="d3c3af45359772bc" providerId="LiveId" clId="{A01D3984-901F-4AE8-B4E3-8200C363F87C}" dt="2020-02-08T11:45:35.176" v="68"/>
          <ac:spMkLst>
            <pc:docMk/>
            <pc:sldMk cId="4035733830" sldId="257"/>
            <ac:spMk id="3" creationId="{62A83F56-BB3E-4A18-B6B0-2A35ECED5056}"/>
          </ac:spMkLst>
        </pc:spChg>
        <pc:picChg chg="add mod">
          <ac:chgData name="达 周" userId="d3c3af45359772bc" providerId="LiveId" clId="{A01D3984-901F-4AE8-B4E3-8200C363F87C}" dt="2020-02-08T12:00:18.002" v="91" actId="1076"/>
          <ac:picMkLst>
            <pc:docMk/>
            <pc:sldMk cId="4035733830" sldId="257"/>
            <ac:picMk id="3" creationId="{B317C3B7-A2FE-4E8C-83AE-831904B7C552}"/>
          </ac:picMkLst>
        </pc:picChg>
        <pc:picChg chg="add mod">
          <ac:chgData name="达 周" userId="d3c3af45359772bc" providerId="LiveId" clId="{A01D3984-901F-4AE8-B4E3-8200C363F87C}" dt="2020-02-08T11:45:39.739" v="70" actId="1076"/>
          <ac:picMkLst>
            <pc:docMk/>
            <pc:sldMk cId="4035733830" sldId="257"/>
            <ac:picMk id="4" creationId="{DA3F2596-D2A3-4C03-BA3A-6BDBEC18587B}"/>
          </ac:picMkLst>
        </pc:picChg>
        <pc:picChg chg="add del mod">
          <ac:chgData name="达 周" userId="d3c3af45359772bc" providerId="LiveId" clId="{A01D3984-901F-4AE8-B4E3-8200C363F87C}" dt="2020-02-08T11:47:36.075" v="79"/>
          <ac:picMkLst>
            <pc:docMk/>
            <pc:sldMk cId="4035733830" sldId="257"/>
            <ac:picMk id="5" creationId="{73ADF754-A2A2-4D3B-936B-586E4DCB903A}"/>
          </ac:picMkLst>
        </pc:picChg>
        <pc:picChg chg="add del mod">
          <ac:chgData name="达 周" userId="d3c3af45359772bc" providerId="LiveId" clId="{A01D3984-901F-4AE8-B4E3-8200C363F87C}" dt="2020-02-08T11:59:23.594" v="88" actId="478"/>
          <ac:picMkLst>
            <pc:docMk/>
            <pc:sldMk cId="4035733830" sldId="257"/>
            <ac:picMk id="6" creationId="{4CC70EFD-265F-4F9A-835B-1D015F6D8AB0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111531222" sldId="258"/>
        </pc:sldMkLst>
      </pc:sldChg>
      <pc:sldChg chg="addSp delSp modSp add">
        <pc:chgData name="达 周" userId="d3c3af45359772bc" providerId="LiveId" clId="{A01D3984-901F-4AE8-B4E3-8200C363F87C}" dt="2020-02-08T12:00:40.245" v="94" actId="1076"/>
        <pc:sldMkLst>
          <pc:docMk/>
          <pc:sldMk cId="4240972577" sldId="258"/>
        </pc:sldMkLst>
        <pc:spChg chg="mod">
          <ac:chgData name="达 周" userId="d3c3af45359772bc" providerId="LiveId" clId="{A01D3984-901F-4AE8-B4E3-8200C363F87C}" dt="2020-02-08T11:46:05.742" v="74" actId="20577"/>
          <ac:spMkLst>
            <pc:docMk/>
            <pc:sldMk cId="4240972577" sldId="258"/>
            <ac:spMk id="2" creationId="{2EDBDDC9-5425-46E9-90D7-9FFDE4BC6F40}"/>
          </ac:spMkLst>
        </pc:spChg>
        <pc:spChg chg="del">
          <ac:chgData name="达 周" userId="d3c3af45359772bc" providerId="LiveId" clId="{A01D3984-901F-4AE8-B4E3-8200C363F87C}" dt="2020-02-08T11:46:20.345" v="75"/>
          <ac:spMkLst>
            <pc:docMk/>
            <pc:sldMk cId="4240972577" sldId="258"/>
            <ac:spMk id="3" creationId="{C664627A-9666-4C5C-BAA7-A17635099C59}"/>
          </ac:spMkLst>
        </pc:spChg>
        <pc:picChg chg="add mod">
          <ac:chgData name="达 周" userId="d3c3af45359772bc" providerId="LiveId" clId="{A01D3984-901F-4AE8-B4E3-8200C363F87C}" dt="2020-02-08T12:00:40.245" v="94" actId="1076"/>
          <ac:picMkLst>
            <pc:docMk/>
            <pc:sldMk cId="4240972577" sldId="258"/>
            <ac:picMk id="3" creationId="{61D64C5A-1AE9-4198-89A4-0948EC34332B}"/>
          </ac:picMkLst>
        </pc:picChg>
        <pc:picChg chg="add mod">
          <ac:chgData name="达 周" userId="d3c3af45359772bc" providerId="LiveId" clId="{A01D3984-901F-4AE8-B4E3-8200C363F87C}" dt="2020-02-08T11:46:22.633" v="76" actId="1076"/>
          <ac:picMkLst>
            <pc:docMk/>
            <pc:sldMk cId="4240972577" sldId="258"/>
            <ac:picMk id="4" creationId="{5BF2FEEB-2F11-4DDC-B3F8-43872CC778FF}"/>
          </ac:picMkLst>
        </pc:picChg>
        <pc:picChg chg="add del mod">
          <ac:chgData name="达 周" userId="d3c3af45359772bc" providerId="LiveId" clId="{A01D3984-901F-4AE8-B4E3-8200C363F87C}" dt="2020-02-08T11:59:25.795" v="89" actId="478"/>
          <ac:picMkLst>
            <pc:docMk/>
            <pc:sldMk cId="4240972577" sldId="258"/>
            <ac:picMk id="5" creationId="{576E8EF1-F7F7-46B7-9A33-FAC33D0DB2BF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1542243578" sldId="259"/>
        </pc:sldMkLst>
      </pc:sldChg>
      <pc:sldChg chg="addSp delSp modSp add">
        <pc:chgData name="达 周" userId="d3c3af45359772bc" providerId="LiveId" clId="{A01D3984-901F-4AE8-B4E3-8200C363F87C}" dt="2020-02-08T12:03:18.330" v="135" actId="1076"/>
        <pc:sldMkLst>
          <pc:docMk/>
          <pc:sldMk cId="3081696132" sldId="259"/>
        </pc:sldMkLst>
        <pc:spChg chg="mod">
          <ac:chgData name="达 周" userId="d3c3af45359772bc" providerId="LiveId" clId="{A01D3984-901F-4AE8-B4E3-8200C363F87C}" dt="2020-02-08T12:01:41.104" v="125" actId="20577"/>
          <ac:spMkLst>
            <pc:docMk/>
            <pc:sldMk cId="3081696132" sldId="259"/>
            <ac:spMk id="2" creationId="{8D7A555F-EE51-4AEA-9C7D-A7F7C0156073}"/>
          </ac:spMkLst>
        </pc:spChg>
        <pc:spChg chg="del">
          <ac:chgData name="达 周" userId="d3c3af45359772bc" providerId="LiveId" clId="{A01D3984-901F-4AE8-B4E3-8200C363F87C}" dt="2020-02-08T12:01:43.321" v="126"/>
          <ac:spMkLst>
            <pc:docMk/>
            <pc:sldMk cId="3081696132" sldId="259"/>
            <ac:spMk id="3" creationId="{6EEE8C23-378D-4791-AB15-57A694777A1D}"/>
          </ac:spMkLst>
        </pc:spChg>
        <pc:picChg chg="add mod">
          <ac:chgData name="达 周" userId="d3c3af45359772bc" providerId="LiveId" clId="{A01D3984-901F-4AE8-B4E3-8200C363F87C}" dt="2020-02-08T12:03:18.330" v="135" actId="1076"/>
          <ac:picMkLst>
            <pc:docMk/>
            <pc:sldMk cId="3081696132" sldId="259"/>
            <ac:picMk id="4" creationId="{7F3DB3F0-E388-4E48-8D39-93943A9D0F10}"/>
          </ac:picMkLst>
        </pc:picChg>
        <pc:picChg chg="add mod">
          <ac:chgData name="达 周" userId="d3c3af45359772bc" providerId="LiveId" clId="{A01D3984-901F-4AE8-B4E3-8200C363F87C}" dt="2020-02-08T12:03:13.869" v="133" actId="1076"/>
          <ac:picMkLst>
            <pc:docMk/>
            <pc:sldMk cId="3081696132" sldId="259"/>
            <ac:picMk id="5" creationId="{0739B951-65D0-4C40-AF58-1C2B5812BDB3}"/>
          </ac:picMkLst>
        </pc:picChg>
      </pc:sldChg>
      <pc:sldChg chg="addSp delSp modSp add">
        <pc:chgData name="达 周" userId="d3c3af45359772bc" providerId="LiveId" clId="{A01D3984-901F-4AE8-B4E3-8200C363F87C}" dt="2020-02-08T12:04:32.115" v="143" actId="14100"/>
        <pc:sldMkLst>
          <pc:docMk/>
          <pc:sldMk cId="22503482" sldId="260"/>
        </pc:sldMkLst>
        <pc:spChg chg="mod">
          <ac:chgData name="达 周" userId="d3c3af45359772bc" providerId="LiveId" clId="{A01D3984-901F-4AE8-B4E3-8200C363F87C}" dt="2020-02-08T12:03:44.968" v="138" actId="20577"/>
          <ac:spMkLst>
            <pc:docMk/>
            <pc:sldMk cId="22503482" sldId="260"/>
            <ac:spMk id="2" creationId="{EE2E8398-7B20-4C99-AEE7-D1A2E268D6EC}"/>
          </ac:spMkLst>
        </pc:spChg>
        <pc:spChg chg="del">
          <ac:chgData name="达 周" userId="d3c3af45359772bc" providerId="LiveId" clId="{A01D3984-901F-4AE8-B4E3-8200C363F87C}" dt="2020-02-08T12:04:07.443" v="139"/>
          <ac:spMkLst>
            <pc:docMk/>
            <pc:sldMk cId="22503482" sldId="260"/>
            <ac:spMk id="3" creationId="{C61374AC-C20E-484F-BD14-EE348EBD81E0}"/>
          </ac:spMkLst>
        </pc:spChg>
        <pc:picChg chg="add mod">
          <ac:chgData name="达 周" userId="d3c3af45359772bc" providerId="LiveId" clId="{A01D3984-901F-4AE8-B4E3-8200C363F87C}" dt="2020-02-08T12:04:09.616" v="140" actId="1076"/>
          <ac:picMkLst>
            <pc:docMk/>
            <pc:sldMk cId="22503482" sldId="260"/>
            <ac:picMk id="4" creationId="{8EE906A0-8920-425F-A8EB-7007E0E05093}"/>
          </ac:picMkLst>
        </pc:picChg>
        <pc:picChg chg="add mod">
          <ac:chgData name="达 周" userId="d3c3af45359772bc" providerId="LiveId" clId="{A01D3984-901F-4AE8-B4E3-8200C363F87C}" dt="2020-02-08T12:04:32.115" v="143" actId="14100"/>
          <ac:picMkLst>
            <pc:docMk/>
            <pc:sldMk cId="22503482" sldId="260"/>
            <ac:picMk id="5" creationId="{55A66D8B-1166-4A50-9102-1FD770193DF9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443953781" sldId="260"/>
        </pc:sldMkLst>
      </pc:sldChg>
      <pc:sldChg chg="addSp delSp modSp add">
        <pc:chgData name="达 周" userId="d3c3af45359772bc" providerId="LiveId" clId="{A01D3984-901F-4AE8-B4E3-8200C363F87C}" dt="2020-02-08T12:05:55.367" v="151" actId="1076"/>
        <pc:sldMkLst>
          <pc:docMk/>
          <pc:sldMk cId="3029561612" sldId="261"/>
        </pc:sldMkLst>
        <pc:spChg chg="mod">
          <ac:chgData name="达 周" userId="d3c3af45359772bc" providerId="LiveId" clId="{A01D3984-901F-4AE8-B4E3-8200C363F87C}" dt="2020-02-08T12:04:57.640" v="145"/>
          <ac:spMkLst>
            <pc:docMk/>
            <pc:sldMk cId="3029561612" sldId="261"/>
            <ac:spMk id="2" creationId="{71911A02-221B-4B9B-AE37-65429D7760D1}"/>
          </ac:spMkLst>
        </pc:spChg>
        <pc:spChg chg="del">
          <ac:chgData name="达 周" userId="d3c3af45359772bc" providerId="LiveId" clId="{A01D3984-901F-4AE8-B4E3-8200C363F87C}" dt="2020-02-08T12:05:13.077" v="146"/>
          <ac:spMkLst>
            <pc:docMk/>
            <pc:sldMk cId="3029561612" sldId="261"/>
            <ac:spMk id="3" creationId="{D0FCC9CE-1454-423A-8270-544D44944985}"/>
          </ac:spMkLst>
        </pc:spChg>
        <pc:picChg chg="add mod">
          <ac:chgData name="达 周" userId="d3c3af45359772bc" providerId="LiveId" clId="{A01D3984-901F-4AE8-B4E3-8200C363F87C}" dt="2020-02-08T12:05:16.020" v="147" actId="1076"/>
          <ac:picMkLst>
            <pc:docMk/>
            <pc:sldMk cId="3029561612" sldId="261"/>
            <ac:picMk id="4" creationId="{1143F2E9-DF2A-452F-9E2F-1CEBAAA0CCA0}"/>
          </ac:picMkLst>
        </pc:picChg>
        <pc:picChg chg="add mod">
          <ac:chgData name="达 周" userId="d3c3af45359772bc" providerId="LiveId" clId="{A01D3984-901F-4AE8-B4E3-8200C363F87C}" dt="2020-02-08T12:05:55.367" v="151" actId="1076"/>
          <ac:picMkLst>
            <pc:docMk/>
            <pc:sldMk cId="3029561612" sldId="261"/>
            <ac:picMk id="5" creationId="{7172FA4B-10FA-4795-A7E6-EFED129948D4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55649471" sldId="262"/>
        </pc:sldMkLst>
      </pc:sldChg>
      <pc:sldChg chg="addSp delSp modSp add">
        <pc:chgData name="达 周" userId="d3c3af45359772bc" providerId="LiveId" clId="{A01D3984-901F-4AE8-B4E3-8200C363F87C}" dt="2020-02-08T12:08:25.822" v="168" actId="1076"/>
        <pc:sldMkLst>
          <pc:docMk/>
          <pc:sldMk cId="3304174577" sldId="262"/>
        </pc:sldMkLst>
        <pc:spChg chg="mod">
          <ac:chgData name="达 周" userId="d3c3af45359772bc" providerId="LiveId" clId="{A01D3984-901F-4AE8-B4E3-8200C363F87C}" dt="2020-02-08T12:06:23.440" v="153"/>
          <ac:spMkLst>
            <pc:docMk/>
            <pc:sldMk cId="3304174577" sldId="262"/>
            <ac:spMk id="2" creationId="{6D3727F5-F4DF-4E23-8D66-D3577B26F744}"/>
          </ac:spMkLst>
        </pc:spChg>
        <pc:spChg chg="del">
          <ac:chgData name="达 周" userId="d3c3af45359772bc" providerId="LiveId" clId="{A01D3984-901F-4AE8-B4E3-8200C363F87C}" dt="2020-02-08T12:06:59.620" v="154" actId="478"/>
          <ac:spMkLst>
            <pc:docMk/>
            <pc:sldMk cId="3304174577" sldId="262"/>
            <ac:spMk id="3" creationId="{48CB836E-AFEF-4D92-B156-95DE153A718C}"/>
          </ac:spMkLst>
        </pc:spChg>
        <pc:picChg chg="add mod modCrop">
          <ac:chgData name="达 周" userId="d3c3af45359772bc" providerId="LiveId" clId="{A01D3984-901F-4AE8-B4E3-8200C363F87C}" dt="2020-02-08T12:07:40.379" v="162" actId="732"/>
          <ac:picMkLst>
            <pc:docMk/>
            <pc:sldMk cId="3304174577" sldId="262"/>
            <ac:picMk id="4" creationId="{20CC02C6-C1C7-49FD-AB73-1F6E70636657}"/>
          </ac:picMkLst>
        </pc:picChg>
        <pc:picChg chg="add mod">
          <ac:chgData name="达 周" userId="d3c3af45359772bc" providerId="LiveId" clId="{A01D3984-901F-4AE8-B4E3-8200C363F87C}" dt="2020-02-08T12:07:43.512" v="163" actId="1076"/>
          <ac:picMkLst>
            <pc:docMk/>
            <pc:sldMk cId="3304174577" sldId="262"/>
            <ac:picMk id="5" creationId="{8C810FCF-137F-4B60-86D4-282CED0586C0}"/>
          </ac:picMkLst>
        </pc:picChg>
        <pc:picChg chg="add mod">
          <ac:chgData name="达 周" userId="d3c3af45359772bc" providerId="LiveId" clId="{A01D3984-901F-4AE8-B4E3-8200C363F87C}" dt="2020-02-08T12:08:25.822" v="168" actId="1076"/>
          <ac:picMkLst>
            <pc:docMk/>
            <pc:sldMk cId="3304174577" sldId="262"/>
            <ac:picMk id="6" creationId="{D263AB0A-1BB5-4708-8A8D-704BEEA6165E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480724547" sldId="263"/>
        </pc:sldMkLst>
      </pc:sldChg>
      <pc:sldChg chg="addSp delSp modSp add">
        <pc:chgData name="达 周" userId="d3c3af45359772bc" providerId="LiveId" clId="{A01D3984-901F-4AE8-B4E3-8200C363F87C}" dt="2020-02-08T12:23:40.056" v="216" actId="1076"/>
        <pc:sldMkLst>
          <pc:docMk/>
          <pc:sldMk cId="1808560910" sldId="263"/>
        </pc:sldMkLst>
        <pc:spChg chg="mod">
          <ac:chgData name="达 周" userId="d3c3af45359772bc" providerId="LiveId" clId="{A01D3984-901F-4AE8-B4E3-8200C363F87C}" dt="2020-02-08T12:09:25.491" v="170"/>
          <ac:spMkLst>
            <pc:docMk/>
            <pc:sldMk cId="1808560910" sldId="263"/>
            <ac:spMk id="2" creationId="{CE1BFDC0-07E4-45B6-B28C-CD39A51A553E}"/>
          </ac:spMkLst>
        </pc:spChg>
        <pc:spChg chg="del">
          <ac:chgData name="达 周" userId="d3c3af45359772bc" providerId="LiveId" clId="{A01D3984-901F-4AE8-B4E3-8200C363F87C}" dt="2020-02-08T12:10:06.672" v="171"/>
          <ac:spMkLst>
            <pc:docMk/>
            <pc:sldMk cId="1808560910" sldId="263"/>
            <ac:spMk id="3" creationId="{6E8622C0-D0AC-4676-8824-F28A4243DCC1}"/>
          </ac:spMkLst>
        </pc:spChg>
        <pc:spChg chg="add mod">
          <ac:chgData name="达 周" userId="d3c3af45359772bc" providerId="LiveId" clId="{A01D3984-901F-4AE8-B4E3-8200C363F87C}" dt="2020-02-08T12:23:40.056" v="216" actId="1076"/>
          <ac:spMkLst>
            <pc:docMk/>
            <pc:sldMk cId="1808560910" sldId="263"/>
            <ac:spMk id="6" creationId="{C243D81E-C0FC-4E98-AC2D-C8B7019D80E0}"/>
          </ac:spMkLst>
        </pc:spChg>
        <pc:graphicFrameChg chg="add mod">
          <ac:chgData name="达 周" userId="d3c3af45359772bc" providerId="LiveId" clId="{A01D3984-901F-4AE8-B4E3-8200C363F87C}" dt="2020-02-08T12:12:38.296" v="185" actId="1076"/>
          <ac:graphicFrameMkLst>
            <pc:docMk/>
            <pc:sldMk cId="1808560910" sldId="263"/>
            <ac:graphicFrameMk id="5" creationId="{2F132F1B-C6D4-4CC3-A141-F9B6332D73D3}"/>
          </ac:graphicFrameMkLst>
        </pc:graphicFrameChg>
        <pc:picChg chg="add mod">
          <ac:chgData name="达 周" userId="d3c3af45359772bc" providerId="LiveId" clId="{A01D3984-901F-4AE8-B4E3-8200C363F87C}" dt="2020-02-08T12:13:31.967" v="192" actId="1076"/>
          <ac:picMkLst>
            <pc:docMk/>
            <pc:sldMk cId="1808560910" sldId="263"/>
            <ac:picMk id="4" creationId="{141AF9D2-9942-4550-9676-85457EAE5A3C}"/>
          </ac:picMkLst>
        </pc:picChg>
      </pc:sldChg>
      <pc:sldChg chg="addSp delSp modSp add">
        <pc:chgData name="达 周" userId="d3c3af45359772bc" providerId="LiveId" clId="{A01D3984-901F-4AE8-B4E3-8200C363F87C}" dt="2020-02-08T12:25:01.492" v="230" actId="1076"/>
        <pc:sldMkLst>
          <pc:docMk/>
          <pc:sldMk cId="2842536019" sldId="264"/>
        </pc:sldMkLst>
        <pc:spChg chg="mod">
          <ac:chgData name="达 周" userId="d3c3af45359772bc" providerId="LiveId" clId="{A01D3984-901F-4AE8-B4E3-8200C363F87C}" dt="2020-02-08T12:24:48.015" v="227"/>
          <ac:spMkLst>
            <pc:docMk/>
            <pc:sldMk cId="2842536019" sldId="264"/>
            <ac:spMk id="2" creationId="{3ABD9470-7CF2-4029-A68D-87D612BB471C}"/>
          </ac:spMkLst>
        </pc:spChg>
        <pc:spChg chg="del">
          <ac:chgData name="达 周" userId="d3c3af45359772bc" providerId="LiveId" clId="{A01D3984-901F-4AE8-B4E3-8200C363F87C}" dt="2020-02-08T12:19:52.122" v="196"/>
          <ac:spMkLst>
            <pc:docMk/>
            <pc:sldMk cId="2842536019" sldId="264"/>
            <ac:spMk id="3" creationId="{584E8503-0E8B-4E28-B6B2-BCAEE0893A55}"/>
          </ac:spMkLst>
        </pc:spChg>
        <pc:spChg chg="add mod">
          <ac:chgData name="达 周" userId="d3c3af45359772bc" providerId="LiveId" clId="{A01D3984-901F-4AE8-B4E3-8200C363F87C}" dt="2020-02-08T12:24:57.828" v="229" actId="1076"/>
          <ac:spMkLst>
            <pc:docMk/>
            <pc:sldMk cId="2842536019" sldId="264"/>
            <ac:spMk id="7" creationId="{95FCCCE8-2982-4ACD-AA78-3B8BA821F9A7}"/>
          </ac:spMkLst>
        </pc:spChg>
        <pc:spChg chg="add del">
          <ac:chgData name="达 周" userId="d3c3af45359772bc" providerId="LiveId" clId="{A01D3984-901F-4AE8-B4E3-8200C363F87C}" dt="2020-02-08T12:23:11.937" v="212" actId="478"/>
          <ac:spMkLst>
            <pc:docMk/>
            <pc:sldMk cId="2842536019" sldId="264"/>
            <ac:spMk id="8" creationId="{1CAF1DBD-1306-492E-A757-D9836C1EA8C3}"/>
          </ac:spMkLst>
        </pc:spChg>
        <pc:graphicFrameChg chg="add mod">
          <ac:chgData name="达 周" userId="d3c3af45359772bc" providerId="LiveId" clId="{A01D3984-901F-4AE8-B4E3-8200C363F87C}" dt="2020-02-08T12:22:45.018" v="206" actId="14100"/>
          <ac:graphicFrameMkLst>
            <pc:docMk/>
            <pc:sldMk cId="2842536019" sldId="264"/>
            <ac:graphicFrameMk id="5" creationId="{A574C0AA-0C72-40BB-A6DC-40F64FD77B29}"/>
          </ac:graphicFrameMkLst>
        </pc:graphicFrameChg>
        <pc:graphicFrameChg chg="add mod">
          <ac:chgData name="达 周" userId="d3c3af45359772bc" providerId="LiveId" clId="{A01D3984-901F-4AE8-B4E3-8200C363F87C}" dt="2020-02-08T12:22:51.391" v="208"/>
          <ac:graphicFrameMkLst>
            <pc:docMk/>
            <pc:sldMk cId="2842536019" sldId="264"/>
            <ac:graphicFrameMk id="6" creationId="{40CD016E-66E2-4C46-8E75-4E074AF3D96D}"/>
          </ac:graphicFrameMkLst>
        </pc:graphicFrameChg>
        <pc:graphicFrameChg chg="add mod">
          <ac:chgData name="达 周" userId="d3c3af45359772bc" providerId="LiveId" clId="{A01D3984-901F-4AE8-B4E3-8200C363F87C}" dt="2020-02-08T12:25:01.492" v="230" actId="1076"/>
          <ac:graphicFrameMkLst>
            <pc:docMk/>
            <pc:sldMk cId="2842536019" sldId="264"/>
            <ac:graphicFrameMk id="9" creationId="{006DCB5B-FE03-4798-BA3F-28F94E402182}"/>
          </ac:graphicFrameMkLst>
        </pc:graphicFrameChg>
        <pc:picChg chg="add mod">
          <ac:chgData name="达 周" userId="d3c3af45359772bc" providerId="LiveId" clId="{A01D3984-901F-4AE8-B4E3-8200C363F87C}" dt="2020-02-08T12:19:57.503" v="197" actId="1076"/>
          <ac:picMkLst>
            <pc:docMk/>
            <pc:sldMk cId="2842536019" sldId="264"/>
            <ac:picMk id="4" creationId="{BF21FC8B-C3F7-4647-A91E-C3BAAACEC6E4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845904431" sldId="264"/>
        </pc:sldMkLst>
      </pc:sldChg>
      <pc:sldChg chg="addSp delSp modSp add">
        <pc:chgData name="达 周" userId="d3c3af45359772bc" providerId="LiveId" clId="{A01D3984-901F-4AE8-B4E3-8200C363F87C}" dt="2020-02-08T12:26:17.035" v="256" actId="1076"/>
        <pc:sldMkLst>
          <pc:docMk/>
          <pc:sldMk cId="1265752046" sldId="265"/>
        </pc:sldMkLst>
        <pc:spChg chg="mod">
          <ac:chgData name="达 周" userId="d3c3af45359772bc" providerId="LiveId" clId="{A01D3984-901F-4AE8-B4E3-8200C363F87C}" dt="2020-02-08T12:26:07.509" v="253" actId="20577"/>
          <ac:spMkLst>
            <pc:docMk/>
            <pc:sldMk cId="1265752046" sldId="265"/>
            <ac:spMk id="2" creationId="{BFAAEC5A-D4CA-4232-ABB3-82F579BC9729}"/>
          </ac:spMkLst>
        </pc:spChg>
        <pc:spChg chg="del">
          <ac:chgData name="达 周" userId="d3c3af45359772bc" providerId="LiveId" clId="{A01D3984-901F-4AE8-B4E3-8200C363F87C}" dt="2020-02-08T12:25:42.024" v="232"/>
          <ac:spMkLst>
            <pc:docMk/>
            <pc:sldMk cId="1265752046" sldId="265"/>
            <ac:spMk id="3" creationId="{58541C15-06A1-4273-B16C-CC17AA0A8A8E}"/>
          </ac:spMkLst>
        </pc:spChg>
        <pc:picChg chg="add mod">
          <ac:chgData name="达 周" userId="d3c3af45359772bc" providerId="LiveId" clId="{A01D3984-901F-4AE8-B4E3-8200C363F87C}" dt="2020-02-08T12:26:17.035" v="256" actId="1076"/>
          <ac:picMkLst>
            <pc:docMk/>
            <pc:sldMk cId="1265752046" sldId="265"/>
            <ac:picMk id="4" creationId="{66FE151C-BD2E-406D-851A-7A33767B5F3E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145132579" sldId="265"/>
        </pc:sldMkLst>
      </pc:sldChg>
      <pc:sldChg chg="addSp delSp modSp add">
        <pc:chgData name="达 周" userId="d3c3af45359772bc" providerId="LiveId" clId="{A01D3984-901F-4AE8-B4E3-8200C363F87C}" dt="2020-02-08T12:29:36.890" v="266" actId="1076"/>
        <pc:sldMkLst>
          <pc:docMk/>
          <pc:sldMk cId="2394474079" sldId="266"/>
        </pc:sldMkLst>
        <pc:spChg chg="mod">
          <ac:chgData name="达 周" userId="d3c3af45359772bc" providerId="LiveId" clId="{A01D3984-901F-4AE8-B4E3-8200C363F87C}" dt="2020-02-08T12:26:31.162" v="258"/>
          <ac:spMkLst>
            <pc:docMk/>
            <pc:sldMk cId="2394474079" sldId="266"/>
            <ac:spMk id="2" creationId="{47C7FA8D-FBE7-4B38-9D41-8E2E38E9BDCB}"/>
          </ac:spMkLst>
        </pc:spChg>
        <pc:spChg chg="del">
          <ac:chgData name="达 周" userId="d3c3af45359772bc" providerId="LiveId" clId="{A01D3984-901F-4AE8-B4E3-8200C363F87C}" dt="2020-02-08T12:29:34.895" v="265"/>
          <ac:spMkLst>
            <pc:docMk/>
            <pc:sldMk cId="2394474079" sldId="266"/>
            <ac:spMk id="3" creationId="{C42D0657-8AF1-4436-8F16-8837C6B06570}"/>
          </ac:spMkLst>
        </pc:spChg>
        <pc:picChg chg="add mod">
          <ac:chgData name="达 周" userId="d3c3af45359772bc" providerId="LiveId" clId="{A01D3984-901F-4AE8-B4E3-8200C363F87C}" dt="2020-02-08T12:29:36.890" v="266" actId="1076"/>
          <ac:picMkLst>
            <pc:docMk/>
            <pc:sldMk cId="2394474079" sldId="266"/>
            <ac:picMk id="4" creationId="{ADA4DA78-25EE-49D3-AA1B-8ADC2B7F64E8}"/>
          </ac:picMkLst>
        </pc:picChg>
      </pc:sldChg>
      <pc:sldChg chg="addSp delSp modSp add">
        <pc:chgData name="达 周" userId="d3c3af45359772bc" providerId="LiveId" clId="{A01D3984-901F-4AE8-B4E3-8200C363F87C}" dt="2020-02-08T12:28:56.918" v="264" actId="1076"/>
        <pc:sldMkLst>
          <pc:docMk/>
          <pc:sldMk cId="2262595845" sldId="267"/>
        </pc:sldMkLst>
        <pc:spChg chg="mod">
          <ac:chgData name="达 周" userId="d3c3af45359772bc" providerId="LiveId" clId="{A01D3984-901F-4AE8-B4E3-8200C363F87C}" dt="2020-02-08T12:27:58" v="261" actId="20577"/>
          <ac:spMkLst>
            <pc:docMk/>
            <pc:sldMk cId="2262595845" sldId="267"/>
            <ac:spMk id="2" creationId="{EB1F01FD-80B0-4056-93CB-9A8EECB80D64}"/>
          </ac:spMkLst>
        </pc:spChg>
        <pc:spChg chg="del">
          <ac:chgData name="达 周" userId="d3c3af45359772bc" providerId="LiveId" clId="{A01D3984-901F-4AE8-B4E3-8200C363F87C}" dt="2020-02-08T12:28:50.802" v="262"/>
          <ac:spMkLst>
            <pc:docMk/>
            <pc:sldMk cId="2262595845" sldId="267"/>
            <ac:spMk id="3" creationId="{BB834A07-4D03-412F-9FF7-057CF6BC178F}"/>
          </ac:spMkLst>
        </pc:spChg>
        <pc:picChg chg="add mod">
          <ac:chgData name="达 周" userId="d3c3af45359772bc" providerId="LiveId" clId="{A01D3984-901F-4AE8-B4E3-8200C363F87C}" dt="2020-02-08T12:28:56.918" v="264" actId="1076"/>
          <ac:picMkLst>
            <pc:docMk/>
            <pc:sldMk cId="2262595845" sldId="267"/>
            <ac:picMk id="4" creationId="{3F4BE757-D3B9-48B7-92F5-C0248A47CC58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578546234" sldId="268"/>
        </pc:sldMkLst>
      </pc:sldChg>
      <pc:sldChg chg="addSp delSp modSp add">
        <pc:chgData name="达 周" userId="d3c3af45359772bc" providerId="LiveId" clId="{A01D3984-901F-4AE8-B4E3-8200C363F87C}" dt="2020-02-08T12:36:02.156" v="318" actId="1076"/>
        <pc:sldMkLst>
          <pc:docMk/>
          <pc:sldMk cId="2603094986" sldId="268"/>
        </pc:sldMkLst>
        <pc:spChg chg="mod">
          <ac:chgData name="达 周" userId="d3c3af45359772bc" providerId="LiveId" clId="{A01D3984-901F-4AE8-B4E3-8200C363F87C}" dt="2020-02-08T12:34:44.073" v="307" actId="20577"/>
          <ac:spMkLst>
            <pc:docMk/>
            <pc:sldMk cId="2603094986" sldId="268"/>
            <ac:spMk id="2" creationId="{FB9F3CF1-276D-4EDE-AAFD-E0BB5C1A2022}"/>
          </ac:spMkLst>
        </pc:spChg>
        <pc:spChg chg="del">
          <ac:chgData name="达 周" userId="d3c3af45359772bc" providerId="LiveId" clId="{A01D3984-901F-4AE8-B4E3-8200C363F87C}" dt="2020-02-08T12:35:10.218" v="308"/>
          <ac:spMkLst>
            <pc:docMk/>
            <pc:sldMk cId="2603094986" sldId="268"/>
            <ac:spMk id="3" creationId="{42E7B86E-CB2F-409E-A72D-44F595FAA35F}"/>
          </ac:spMkLst>
        </pc:spChg>
        <pc:picChg chg="add mod">
          <ac:chgData name="达 周" userId="d3c3af45359772bc" providerId="LiveId" clId="{A01D3984-901F-4AE8-B4E3-8200C363F87C}" dt="2020-02-08T12:35:18.927" v="313" actId="1076"/>
          <ac:picMkLst>
            <pc:docMk/>
            <pc:sldMk cId="2603094986" sldId="268"/>
            <ac:picMk id="4" creationId="{DCB8C068-0978-4E3B-BF36-4790584B8FF0}"/>
          </ac:picMkLst>
        </pc:picChg>
        <pc:picChg chg="add mod">
          <ac:chgData name="达 周" userId="d3c3af45359772bc" providerId="LiveId" clId="{A01D3984-901F-4AE8-B4E3-8200C363F87C}" dt="2020-02-08T12:36:02.156" v="318" actId="1076"/>
          <ac:picMkLst>
            <pc:docMk/>
            <pc:sldMk cId="2603094986" sldId="268"/>
            <ac:picMk id="5" creationId="{426763E6-0F12-479C-A47A-55D0926F5D94}"/>
          </ac:picMkLst>
        </pc:picChg>
      </pc:sldChg>
      <pc:sldChg chg="addSp modSp add">
        <pc:chgData name="达 周" userId="d3c3af45359772bc" providerId="LiveId" clId="{A01D3984-901F-4AE8-B4E3-8200C363F87C}" dt="2020-02-08T12:40:26.700" v="369" actId="20577"/>
        <pc:sldMkLst>
          <pc:docMk/>
          <pc:sldMk cId="2738215093" sldId="269"/>
        </pc:sldMkLst>
        <pc:spChg chg="mod">
          <ac:chgData name="达 周" userId="d3c3af45359772bc" providerId="LiveId" clId="{A01D3984-901F-4AE8-B4E3-8200C363F87C}" dt="2020-02-08T12:37:30.471" v="337"/>
          <ac:spMkLst>
            <pc:docMk/>
            <pc:sldMk cId="2738215093" sldId="269"/>
            <ac:spMk id="2" creationId="{A947D433-62BE-4175-8DA2-F267CB5E4D3C}"/>
          </ac:spMkLst>
        </pc:spChg>
        <pc:spChg chg="mod">
          <ac:chgData name="达 周" userId="d3c3af45359772bc" providerId="LiveId" clId="{A01D3984-901F-4AE8-B4E3-8200C363F87C}" dt="2020-02-08T12:40:26.700" v="369" actId="20577"/>
          <ac:spMkLst>
            <pc:docMk/>
            <pc:sldMk cId="2738215093" sldId="269"/>
            <ac:spMk id="3" creationId="{DADBAF10-8684-4C2F-99CD-ABB2D8970D87}"/>
          </ac:spMkLst>
        </pc:spChg>
        <pc:picChg chg="add mod">
          <ac:chgData name="达 周" userId="d3c3af45359772bc" providerId="LiveId" clId="{A01D3984-901F-4AE8-B4E3-8200C363F87C}" dt="2020-02-08T12:39:15.425" v="348" actId="1076"/>
          <ac:picMkLst>
            <pc:docMk/>
            <pc:sldMk cId="2738215093" sldId="269"/>
            <ac:picMk id="4" creationId="{7760BFAE-E762-4358-A0C7-464DDB119962}"/>
          </ac:picMkLst>
        </pc:picChg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4122476328" sldId="269"/>
        </pc:sldMkLst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253475589" sldId="270"/>
        </pc:sldMkLst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3397830263" sldId="271"/>
        </pc:sldMkLst>
      </pc:sldChg>
      <pc:sldChg chg="del">
        <pc:chgData name="达 周" userId="d3c3af45359772bc" providerId="LiveId" clId="{A01D3984-901F-4AE8-B4E3-8200C363F87C}" dt="2020-02-08T11:39:53.925" v="60" actId="47"/>
        <pc:sldMkLst>
          <pc:docMk/>
          <pc:sldMk cId="631601641" sldId="272"/>
        </pc:sldMkLst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4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4.wmf"/><Relationship Id="rId1" Type="http://schemas.openxmlformats.org/officeDocument/2006/relationships/image" Target="../media/image18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466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65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2289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72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869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0945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6611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646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5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8126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9196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3DFD1-A9C9-4767-963A-6928A46DA6D0}" type="datetimeFigureOut">
              <a:rPr lang="zh-CN" altLang="en-US" smtClean="0"/>
              <a:t>2023-4-18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425118-8422-423F-9AE5-26980BAD54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867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zhouda@xmu.edu.c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6.png"/><Relationship Id="rId5" Type="http://schemas.openxmlformats.org/officeDocument/2006/relationships/image" Target="../media/image7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.png"/><Relationship Id="rId5" Type="http://schemas.openxmlformats.org/officeDocument/2006/relationships/image" Target="../media/image8.wmf"/><Relationship Id="rId4" Type="http://schemas.openxmlformats.org/officeDocument/2006/relationships/oleObject" Target="../embeddings/oleObject2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png"/><Relationship Id="rId4" Type="http://schemas.openxmlformats.org/officeDocument/2006/relationships/image" Target="../media/image9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12.png"/><Relationship Id="rId4" Type="http://schemas.openxmlformats.org/officeDocument/2006/relationships/image" Target="../media/image11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41.png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7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7.png"/><Relationship Id="rId4" Type="http://schemas.openxmlformats.org/officeDocument/2006/relationships/image" Target="../media/image14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18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4.wmf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1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1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5E3CA-2273-449A-98A0-13A6CBEBF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Fourier Transforms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BD7AEF-F554-460B-848C-2F09F325F6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Da Zhou (</a:t>
            </a:r>
            <a:r>
              <a:rPr lang="zh-CN" altLang="en-US" dirty="0"/>
              <a:t>周 达</a:t>
            </a:r>
            <a:r>
              <a:rPr lang="en-US" altLang="zh-CN" dirty="0"/>
              <a:t>)</a:t>
            </a:r>
          </a:p>
          <a:p>
            <a:r>
              <a:rPr lang="en-US" altLang="zh-CN" dirty="0">
                <a:hlinkClick r:id="rId2"/>
              </a:rPr>
              <a:t>zhouda@xmu.edu.cn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1446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E89E7A-9598-4E42-8619-FC005F67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Forward Fourier transform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A3F2596-D2A3-4C03-BA3A-6BDBEC1858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902" y="1726246"/>
            <a:ext cx="6537616" cy="215995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317C3B7-A2FE-4E8C-83AE-831904B7C5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8131" y="692149"/>
            <a:ext cx="2135981" cy="6715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AB13EA-0BCD-4C59-B512-BE98C1173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0086" y="3886200"/>
            <a:ext cx="6251914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733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DBDDC9-5425-46E9-90D7-9FFDE4BC6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Inverse Fourier transform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5BF2FEEB-2F11-4DDC-B3F8-43872CC778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9503" y="2250440"/>
            <a:ext cx="6492993" cy="235712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1D64C5A-1AE9-4198-89A4-0948EC343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721" y="724296"/>
            <a:ext cx="2528888" cy="60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083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28D06B-0DE2-487D-98AF-2D555A3A9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transform of a unit constant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50E842A-5861-4E44-9DCB-7EB10A473A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6498" y="2016700"/>
            <a:ext cx="7025178" cy="244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987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6E44FC-89C6-4A22-807D-AA0F41232E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Fourier transform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6E44FC-89C6-4A22-807D-AA0F41232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2AD1EE00-7E2B-44A9-9DE9-13E1254DA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07120" y="177165"/>
            <a:ext cx="3393440" cy="11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784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6E44FC-89C6-4A22-807D-AA0F41232E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Fourier transform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6E44FC-89C6-4A22-807D-AA0F41232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2CC59E5-2866-4ADE-AE94-F7F531379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7678409"/>
              </p:ext>
            </p:extLst>
          </p:nvPr>
        </p:nvGraphicFramePr>
        <p:xfrm>
          <a:off x="1064895" y="2443321"/>
          <a:ext cx="9016364" cy="23174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2273040" imgH="583920" progId="Equation.DSMT4">
                  <p:embed/>
                </p:oleObj>
              </mc:Choice>
              <mc:Fallback>
                <p:oleObj name="Equation" r:id="rId4" imgW="2273040" imgH="58392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2CC59E5-2866-4ADE-AE94-F7F5313799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64895" y="2443321"/>
                        <a:ext cx="9016364" cy="23174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2AD1EE00-7E2B-44A9-9DE9-13E1254DA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8707120" y="177165"/>
            <a:ext cx="3393440" cy="11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100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6E44FC-89C6-4A22-807D-AA0F41232E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Fourier transform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6E44FC-89C6-4A22-807D-AA0F41232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2AD1EE00-7E2B-44A9-9DE9-13E1254DA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707120" y="177165"/>
            <a:ext cx="3393440" cy="11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083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6E44FC-89C6-4A22-807D-AA0F41232E2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Fourier transform of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𝑠𝑖𝑛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346E44FC-89C6-4A22-807D-AA0F41232E2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2CC59E5-2866-4ADE-AE94-F7F531379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7205980"/>
              </p:ext>
            </p:extLst>
          </p:nvPr>
        </p:nvGraphicFramePr>
        <p:xfrm>
          <a:off x="172719" y="2323789"/>
          <a:ext cx="11479899" cy="3182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4" imgW="3022560" imgH="838080" progId="Equation.DSMT4">
                  <p:embed/>
                </p:oleObj>
              </mc:Choice>
              <mc:Fallback>
                <p:oleObj name="Equation" r:id="rId4" imgW="3022560" imgH="8380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2CC59E5-2866-4ADE-AE94-F7F5313799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719" y="2323789"/>
                        <a:ext cx="11479899" cy="3182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2AD1EE00-7E2B-44A9-9DE9-13E1254DA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8707120" y="177165"/>
            <a:ext cx="3393440" cy="11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33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E44FC-89C6-4A22-807D-AA0F4123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transform of period functions</a:t>
            </a:r>
            <a:endParaRPr lang="zh-CN" altLang="en-US" dirty="0"/>
          </a:p>
        </p:txBody>
      </p:sp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2AD1EE00-7E2B-44A9-9DE9-13E1254DA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56320" y="5586233"/>
            <a:ext cx="3393440" cy="11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365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6E44FC-89C6-4A22-807D-AA0F41232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Fourier transform of period functions </a:t>
            </a:r>
            <a:endParaRPr lang="zh-CN" altLang="en-US" dirty="0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92CC59E5-2866-4ADE-AE94-F7F5313799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563" y="2393950"/>
          <a:ext cx="9939337" cy="285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Equation" r:id="rId3" imgW="3009600" imgH="863280" progId="Equation.DSMT4">
                  <p:embed/>
                </p:oleObj>
              </mc:Choice>
              <mc:Fallback>
                <p:oleObj name="Equation" r:id="rId3" imgW="3009600" imgH="86328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92CC59E5-2866-4ADE-AE94-F7F5313799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44563" y="2393950"/>
                        <a:ext cx="9939337" cy="2851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内容占位符 3">
            <a:extLst>
              <a:ext uri="{FF2B5EF4-FFF2-40B4-BE49-F238E27FC236}">
                <a16:creationId xmlns:a16="http://schemas.microsoft.com/office/drawing/2014/main" id="{2AD1EE00-7E2B-44A9-9DE9-13E1254DA6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656320" y="5586233"/>
            <a:ext cx="3393440" cy="1180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6812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BFDC0-07E4-45B6-B28C-CD39A51A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convolution theorem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41AF9D2-9942-4550-9676-85457EAE5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180" y="2240078"/>
            <a:ext cx="11675639" cy="270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5609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BFDC0-07E4-45B6-B28C-CD39A51A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convolution theorem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41AF9D2-9942-4550-9676-85457EAE5A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9604" y="2105559"/>
            <a:ext cx="11412792" cy="2646882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6163632-4ED2-4A7E-809A-627EF76492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3878812"/>
              </p:ext>
            </p:extLst>
          </p:nvPr>
        </p:nvGraphicFramePr>
        <p:xfrm>
          <a:off x="6981190" y="272288"/>
          <a:ext cx="3794760" cy="1167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8" name="Equation" r:id="rId4" imgW="1066680" imgH="304560" progId="Equation.DSMT4">
                  <p:embed/>
                </p:oleObj>
              </mc:Choice>
              <mc:Fallback>
                <p:oleObj name="Equation" r:id="rId4" imgW="1066680" imgH="304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6163632-4ED2-4A7E-809A-627EF76492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981190" y="272288"/>
                        <a:ext cx="3794760" cy="1167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41336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BFDC0-07E4-45B6-B28C-CD39A51A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convolution theorem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6163632-4ED2-4A7E-809A-627EF76492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1190" y="272288"/>
          <a:ext cx="3794760" cy="1167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1066680" imgH="304560" progId="Equation.DSMT4">
                  <p:embed/>
                </p:oleObj>
              </mc:Choice>
              <mc:Fallback>
                <p:oleObj name="Equation" r:id="rId3" imgW="1066680" imgH="304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6163632-4ED2-4A7E-809A-627EF76492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1190" y="272288"/>
                        <a:ext cx="3794760" cy="1167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6DCBC18B-4ABC-4D40-B0BD-8F80E99E70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145969" y="1964118"/>
            <a:ext cx="10123814" cy="4711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66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1BFDC0-07E4-45B6-B28C-CD39A51A5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convolution theorem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46163632-4ED2-4A7E-809A-627EF76492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81190" y="272288"/>
          <a:ext cx="3794760" cy="11676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1066680" imgH="304560" progId="Equation.DSMT4">
                  <p:embed/>
                </p:oleObj>
              </mc:Choice>
              <mc:Fallback>
                <p:oleObj name="Equation" r:id="rId3" imgW="1066680" imgH="30456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46163632-4ED2-4A7E-809A-627EF76492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81190" y="272288"/>
                        <a:ext cx="3794760" cy="11676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20050A7-41BE-4225-A927-0DE7A4D205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815320" cy="4351338"/>
              </a:xfrm>
            </p:spPr>
            <p:txBody>
              <a:bodyPr/>
              <a:lstStyle/>
              <a:p>
                <a:endParaRPr lang="en-US" altLang="zh-CN" sz="3200" dirty="0"/>
              </a:p>
              <a:p>
                <a:r>
                  <a:rPr lang="en-US" altLang="zh-CN" sz="3200" dirty="0"/>
                  <a:t>Convolution is an operation best carried out as a multiplication in the Fourier domain.</a:t>
                </a:r>
              </a:p>
              <a:p>
                <a:r>
                  <a:rPr lang="en-US" altLang="zh-CN" sz="3200" dirty="0"/>
                  <a:t>The FT of </a:t>
                </a:r>
                <a:r>
                  <a:rPr lang="en-US" altLang="zh-CN" sz="3200" i="1" dirty="0"/>
                  <a:t>f(x)g(x) </a:t>
                </a:r>
                <a:r>
                  <a:rPr lang="en-US" altLang="zh-CN" sz="3200" dirty="0"/>
                  <a:t>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d>
                      <m:dPr>
                        <m:begChr m:val="["/>
                        <m:endChr m:val="]"/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̃"/>
                            <m:ctrlP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acc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acc>
                          <m:accPr>
                            <m:chr m:val="̃"/>
                            <m:ctrlPr>
                              <a:rPr lang="en-US" altLang="zh-CN" sz="3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32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</m:acc>
                      </m:e>
                    </m:d>
                    <m:d>
                      <m:dPr>
                        <m:ctrlP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altLang="zh-CN" sz="3200" dirty="0"/>
              </a:p>
              <a:p>
                <a:r>
                  <a:rPr lang="en-US" altLang="zh-CN" sz="3200" dirty="0"/>
                  <a:t>If </a:t>
                </a:r>
                <a:r>
                  <a:rPr lang="en-US" altLang="zh-CN" sz="3200" i="1" dirty="0"/>
                  <a:t>g</a:t>
                </a:r>
                <a:r>
                  <a:rPr lang="en-US" altLang="zh-CN" sz="3200" dirty="0"/>
                  <a:t> is known and </a:t>
                </a:r>
                <a:r>
                  <a:rPr lang="en-US" altLang="zh-CN" sz="3200" i="1" dirty="0"/>
                  <a:t>f</a:t>
                </a:r>
                <a:r>
                  <a:rPr lang="en-US" altLang="zh-CN" sz="3200" i="1" baseline="-6000" dirty="0"/>
                  <a:t>*</a:t>
                </a:r>
                <a:r>
                  <a:rPr lang="en-US" altLang="zh-CN" sz="3200" i="1" dirty="0"/>
                  <a:t>g</a:t>
                </a:r>
                <a:r>
                  <a:rPr lang="en-US" altLang="zh-CN" sz="3200" dirty="0"/>
                  <a:t> is measured, then f can be obtained in principle. 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020050A7-41BE-4225-A927-0DE7A4D205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815320" cy="4351338"/>
              </a:xfrm>
              <a:blipFill>
                <a:blip r:embed="rId5"/>
                <a:stretch>
                  <a:fillRect l="-1297" r="-1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6569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D9470-7CF2-4029-A68D-87D612BB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Correlation (</a:t>
            </a:r>
            <a:r>
              <a:rPr lang="zh-CN" altLang="en-US" dirty="0"/>
              <a:t>互相关函数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F21FC8B-C3F7-4647-A91E-C3BAAACEC6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882380"/>
            <a:ext cx="10224290" cy="820180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574C0AA-0C72-40BB-A6DC-40F64FD77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3811710"/>
              </p:ext>
            </p:extLst>
          </p:nvPr>
        </p:nvGraphicFramePr>
        <p:xfrm>
          <a:off x="2063115" y="3080780"/>
          <a:ext cx="7632363" cy="27205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0" name="Equation" r:id="rId4" imgW="1854000" imgH="660240" progId="Equation.DSMT4">
                  <p:embed/>
                </p:oleObj>
              </mc:Choice>
              <mc:Fallback>
                <p:oleObj name="Equation" r:id="rId4" imgW="1854000" imgH="66024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574C0AA-0C72-40BB-A6DC-40F64FD77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063115" y="3080780"/>
                        <a:ext cx="7632363" cy="27205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0CD016E-66E2-4C46-8E75-4E074AF3D9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1928296"/>
              </p:ext>
            </p:extLst>
          </p:nvPr>
        </p:nvGraphicFramePr>
        <p:xfrm>
          <a:off x="3495675" y="2362201"/>
          <a:ext cx="685800" cy="14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6" imgW="914400" imgH="198720" progId="Equation.DSMT4">
                  <p:embed/>
                </p:oleObj>
              </mc:Choice>
              <mc:Fallback>
                <p:oleObj name="Equation" r:id="rId6" imgW="914400" imgH="198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0CD016E-66E2-4C46-8E75-4E074AF3D9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495675" y="2362201"/>
                        <a:ext cx="685800" cy="14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42536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D9470-7CF2-4029-A68D-87D612BB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Correlation (</a:t>
            </a:r>
            <a:r>
              <a:rPr lang="zh-CN" altLang="en-US" dirty="0"/>
              <a:t>互相关函数</a:t>
            </a:r>
            <a:r>
              <a:rPr lang="en-US" altLang="zh-CN" dirty="0"/>
              <a:t>)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0CD016E-66E2-4C46-8E75-4E074AF3D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5675" y="2362201"/>
          <a:ext cx="685800" cy="14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0CD016E-66E2-4C46-8E75-4E074AF3D9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5675" y="2362201"/>
                        <a:ext cx="685800" cy="14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0219F201-F52E-40D5-93D0-CDE925AAF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229" y="1606427"/>
            <a:ext cx="5264421" cy="4762745"/>
          </a:xfrm>
          <a:prstGeom prst="rect">
            <a:avLst/>
          </a:prstGeom>
        </p:spPr>
      </p:pic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8624A9A-C234-41F5-8498-A6707CB7242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117895"/>
              </p:ext>
            </p:extLst>
          </p:nvPr>
        </p:nvGraphicFramePr>
        <p:xfrm>
          <a:off x="1027113" y="3222625"/>
          <a:ext cx="3656012" cy="1281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6" imgW="1523880" imgH="533160" progId="Equation.DSMT4">
                  <p:embed/>
                </p:oleObj>
              </mc:Choice>
              <mc:Fallback>
                <p:oleObj name="Equation" r:id="rId6" imgW="1523880" imgH="53316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8624A9A-C234-41F5-8498-A6707CB724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027113" y="3222625"/>
                        <a:ext cx="3656012" cy="12811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81155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D9470-7CF2-4029-A68D-87D612BB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Wiener–Khinchin (WK) theorem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574C0AA-0C72-40BB-A6DC-40F64FD77B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9351683"/>
              </p:ext>
            </p:extLst>
          </p:nvPr>
        </p:nvGraphicFramePr>
        <p:xfrm>
          <a:off x="2126443" y="1937612"/>
          <a:ext cx="5645957" cy="11468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1625400" imgH="330120" progId="Equation.DSMT4">
                  <p:embed/>
                </p:oleObj>
              </mc:Choice>
              <mc:Fallback>
                <p:oleObj name="Equation" r:id="rId3" imgW="1625400" imgH="33012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574C0AA-0C72-40BB-A6DC-40F64FD77B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26443" y="1937612"/>
                        <a:ext cx="5645957" cy="11468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0CD016E-66E2-4C46-8E75-4E074AF3D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5675" y="2362201"/>
          <a:ext cx="685800" cy="14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914400" imgH="198720" progId="Equation.DSMT4">
                  <p:embed/>
                </p:oleObj>
              </mc:Choice>
              <mc:Fallback>
                <p:oleObj name="Equation" r:id="rId5" imgW="914400" imgH="198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0CD016E-66E2-4C46-8E75-4E074AF3D9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495675" y="2362201"/>
                        <a:ext cx="685800" cy="14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006DCB5B-FE03-4798-BA3F-28F94E4021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954654"/>
              </p:ext>
            </p:extLst>
          </p:nvPr>
        </p:nvGraphicFramePr>
        <p:xfrm>
          <a:off x="3295539" y="4499444"/>
          <a:ext cx="3359261" cy="11194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1066680" imgH="330120" progId="Equation.DSMT4">
                  <p:embed/>
                </p:oleObj>
              </mc:Choice>
              <mc:Fallback>
                <p:oleObj name="Equation" r:id="rId7" imgW="1066680" imgH="330120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006DCB5B-FE03-4798-BA3F-28F94E4021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295539" y="4499444"/>
                        <a:ext cx="3359261" cy="11194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箭头: 下 9">
            <a:extLst>
              <a:ext uri="{FF2B5EF4-FFF2-40B4-BE49-F238E27FC236}">
                <a16:creationId xmlns:a16="http://schemas.microsoft.com/office/drawing/2014/main" id="{5FCDA658-1527-4106-B6A7-609C80CB5387}"/>
              </a:ext>
            </a:extLst>
          </p:cNvPr>
          <p:cNvSpPr/>
          <p:nvPr/>
        </p:nvSpPr>
        <p:spPr>
          <a:xfrm>
            <a:off x="4693920" y="3285685"/>
            <a:ext cx="396240" cy="77831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317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BD9470-7CF2-4029-A68D-87D612BB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Wiener–Khinchin (WK) theorem</a:t>
            </a:r>
            <a:endParaRPr lang="zh-CN" altLang="en-US" dirty="0"/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40CD016E-66E2-4C46-8E75-4E074AF3D96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5675" y="2362201"/>
          <a:ext cx="685800" cy="148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40CD016E-66E2-4C46-8E75-4E074AF3D9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495675" y="2362201"/>
                        <a:ext cx="685800" cy="14882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15750875-C3D9-4985-8600-8A4CB84935F0}"/>
              </a:ext>
            </a:extLst>
          </p:cNvPr>
          <p:cNvGrpSpPr/>
          <p:nvPr/>
        </p:nvGrpSpPr>
        <p:grpSpPr>
          <a:xfrm>
            <a:off x="8788400" y="162560"/>
            <a:ext cx="3139440" cy="1893055"/>
            <a:chOff x="2126443" y="1937612"/>
            <a:chExt cx="5645957" cy="3681235"/>
          </a:xfrm>
        </p:grpSpPr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A574C0AA-0C72-40BB-A6DC-40F64FD77B29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24860963"/>
                </p:ext>
              </p:extLst>
            </p:nvPr>
          </p:nvGraphicFramePr>
          <p:xfrm>
            <a:off x="2126443" y="1937612"/>
            <a:ext cx="5645957" cy="11468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3" name="Equation" r:id="rId5" imgW="1625400" imgH="330120" progId="Equation.DSMT4">
                    <p:embed/>
                  </p:oleObj>
                </mc:Choice>
                <mc:Fallback>
                  <p:oleObj name="Equation" r:id="rId5" imgW="1625400" imgH="330120" progId="Equation.DSMT4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A574C0AA-0C72-40BB-A6DC-40F64FD77B29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126443" y="1937612"/>
                          <a:ext cx="5645957" cy="11468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对象 8">
              <a:extLst>
                <a:ext uri="{FF2B5EF4-FFF2-40B4-BE49-F238E27FC236}">
                  <a16:creationId xmlns:a16="http://schemas.microsoft.com/office/drawing/2014/main" id="{006DCB5B-FE03-4798-BA3F-28F94E402182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09725299"/>
                </p:ext>
              </p:extLst>
            </p:nvPr>
          </p:nvGraphicFramePr>
          <p:xfrm>
            <a:off x="3295539" y="4499444"/>
            <a:ext cx="3359261" cy="1119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44" name="Equation" r:id="rId7" imgW="1066680" imgH="330120" progId="Equation.DSMT4">
                    <p:embed/>
                  </p:oleObj>
                </mc:Choice>
                <mc:Fallback>
                  <p:oleObj name="Equation" r:id="rId7" imgW="1066680" imgH="330120" progId="Equation.DSMT4">
                    <p:embed/>
                    <p:pic>
                      <p:nvPicPr>
                        <p:cNvPr id="9" name="对象 8">
                          <a:extLst>
                            <a:ext uri="{FF2B5EF4-FFF2-40B4-BE49-F238E27FC236}">
                              <a16:creationId xmlns:a16="http://schemas.microsoft.com/office/drawing/2014/main" id="{006DCB5B-FE03-4798-BA3F-28F94E402182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3295539" y="4499444"/>
                          <a:ext cx="3359261" cy="111940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箭头: 下 9">
              <a:extLst>
                <a:ext uri="{FF2B5EF4-FFF2-40B4-BE49-F238E27FC236}">
                  <a16:creationId xmlns:a16="http://schemas.microsoft.com/office/drawing/2014/main" id="{5FCDA658-1527-4106-B6A7-609C80CB5387}"/>
                </a:ext>
              </a:extLst>
            </p:cNvPr>
            <p:cNvSpPr/>
            <p:nvPr/>
          </p:nvSpPr>
          <p:spPr>
            <a:xfrm>
              <a:off x="4693920" y="3285685"/>
              <a:ext cx="396240" cy="77831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2747D6B3-A787-494C-A41C-1BAF494A55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6856" y="2055615"/>
            <a:ext cx="9573374" cy="429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52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7FA8D-FBE7-4B38-9D41-8E2E38E9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Parseval’s theorem (Fourier series)</a:t>
            </a:r>
            <a:endParaRPr lang="zh-CN" altLang="en-US" dirty="0"/>
          </a:p>
        </p:txBody>
      </p:sp>
      <p:graphicFrame>
        <p:nvGraphicFramePr>
          <p:cNvPr id="6" name="Object 13">
            <a:extLst>
              <a:ext uri="{FF2B5EF4-FFF2-40B4-BE49-F238E27FC236}">
                <a16:creationId xmlns:a16="http://schemas.microsoft.com/office/drawing/2014/main" id="{D02476D3-3583-4DE9-B5DD-BD1E023A8970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6374986"/>
              </p:ext>
            </p:extLst>
          </p:nvPr>
        </p:nvGraphicFramePr>
        <p:xfrm>
          <a:off x="1816735" y="2052638"/>
          <a:ext cx="7612063" cy="356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Equation" r:id="rId3" imgW="2819160" imgH="1320480" progId="Equation.DSMT4">
                  <p:embed/>
                </p:oleObj>
              </mc:Choice>
              <mc:Fallback>
                <p:oleObj name="Equation" r:id="rId3" imgW="2819160" imgH="1320480" progId="Equation.DSMT4">
                  <p:embed/>
                  <p:pic>
                    <p:nvPicPr>
                      <p:cNvPr id="6" name="Object 13">
                        <a:extLst>
                          <a:ext uri="{FF2B5EF4-FFF2-40B4-BE49-F238E27FC236}">
                            <a16:creationId xmlns:a16="http://schemas.microsoft.com/office/drawing/2014/main" id="{D02476D3-3583-4DE9-B5DD-BD1E023A897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6735" y="2052638"/>
                        <a:ext cx="7612063" cy="3565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94474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9F3CF1-276D-4EDE-AAFD-E0BB5C1A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Parseval’s theorem (complex form of Fourier series)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DCB8C068-0978-4E3B-BF36-4790584B8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754788" y="4195968"/>
            <a:ext cx="5947947" cy="1434680"/>
          </a:xfrm>
          <a:prstGeom prst="rect">
            <a:avLst/>
          </a:prstGeom>
        </p:spPr>
      </p:pic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3BBD605B-7A47-4852-9795-D3F217698F9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623585"/>
              </p:ext>
            </p:extLst>
          </p:nvPr>
        </p:nvGraphicFramePr>
        <p:xfrm>
          <a:off x="1189355" y="2137732"/>
          <a:ext cx="8541766" cy="14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Equation" r:id="rId4" imgW="2577960" imgH="431640" progId="Equation.DSMT4">
                  <p:embed/>
                </p:oleObj>
              </mc:Choice>
              <mc:Fallback>
                <p:oleObj name="Equation" r:id="rId4" imgW="2577960" imgH="431640" progId="Equation.DSMT4">
                  <p:embed/>
                  <p:pic>
                    <p:nvPicPr>
                      <p:cNvPr id="6" name="Object 8">
                        <a:extLst>
                          <a:ext uri="{FF2B5EF4-FFF2-40B4-BE49-F238E27FC236}">
                            <a16:creationId xmlns:a16="http://schemas.microsoft.com/office/drawing/2014/main" id="{3BBD605B-7A47-4852-9795-D3F217698F9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355" y="2137732"/>
                        <a:ext cx="8541766" cy="14346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30949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C7FA8D-FBE7-4B38-9D41-8E2E38E9B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Parseval’s theorem (Fourier transform)</a:t>
            </a:r>
            <a:endParaRPr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DA4DA78-25EE-49D3-AA1B-8ADC2B7F6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6777" y="2513094"/>
            <a:ext cx="8429747" cy="2008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53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ADA4DA78-25EE-49D3-AA1B-8ADC2B7F64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7080" y="178902"/>
            <a:ext cx="4836180" cy="115205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F408D43-40B4-4556-B7CF-2E7D4AF1D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14795"/>
            <a:ext cx="7239372" cy="135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456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F408D43-40B4-4556-B7CF-2E7D4AF1D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14795"/>
            <a:ext cx="7239372" cy="135897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71654C-9708-4B13-B2A4-5A8AF784AC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7588640" cy="3270418"/>
          </a:xfrm>
          <a:prstGeom prst="rect">
            <a:avLst/>
          </a:prstGeom>
        </p:spPr>
      </p:pic>
      <p:pic>
        <p:nvPicPr>
          <p:cNvPr id="8" name="内容占位符 3">
            <a:extLst>
              <a:ext uri="{FF2B5EF4-FFF2-40B4-BE49-F238E27FC236}">
                <a16:creationId xmlns:a16="http://schemas.microsoft.com/office/drawing/2014/main" id="{44ECB1B7-186F-4ACC-903C-31FE8A9744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7080" y="178902"/>
            <a:ext cx="4836180" cy="115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815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7D433-62BE-4175-8DA2-F267CB5E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Essential of Parseval’s theorem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DBAF10-8684-4C2F-99CD-ABB2D8970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More generally, Parseval‘s identity holds in any inner-product space: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60BFAE-E762-4358-A0C7-464DDB11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386" y="2849541"/>
            <a:ext cx="5033227" cy="1498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2147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7D433-62BE-4175-8DA2-F267CB5E4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Essential of Parseval’s theorem 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DBAF10-8684-4C2F-99CD-ABB2D8970D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More generally, Parseval‘s identity holds in any inner-product space: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60BFAE-E762-4358-A0C7-464DDB1199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386" y="2849541"/>
            <a:ext cx="5033227" cy="1498441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28D7B5E-89ED-4537-BCF6-DE559DBF3B1D}"/>
              </a:ext>
            </a:extLst>
          </p:cNvPr>
          <p:cNvSpPr txBox="1"/>
          <p:nvPr/>
        </p:nvSpPr>
        <p:spPr>
          <a:xfrm>
            <a:off x="2103120" y="5303520"/>
            <a:ext cx="836168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FF0000"/>
                </a:solidFill>
              </a:rPr>
              <a:t>The Parseval’s theorem is a generalization of the Pythagorean theorem!!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6913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1F3AD-D12D-454C-92F2-04D252F9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of infinite series section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DDD4F-062F-4AC0-B147-E7CA7523B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723" y="1690688"/>
            <a:ext cx="9931400" cy="4317683"/>
          </a:xfrm>
        </p:spPr>
        <p:txBody>
          <a:bodyPr/>
          <a:lstStyle/>
          <a:p>
            <a:r>
              <a:rPr lang="en-US" altLang="zh-CN" dirty="0"/>
              <a:t>Infinite series greatly enrich the concept of function</a:t>
            </a:r>
            <a:endParaRPr lang="zh-CN" altLang="en-US" dirty="0"/>
          </a:p>
        </p:txBody>
      </p:sp>
      <p:pic>
        <p:nvPicPr>
          <p:cNvPr id="14338" name="Picture 2">
            <a:extLst>
              <a:ext uri="{FF2B5EF4-FFF2-40B4-BE49-F238E27FC236}">
                <a16:creationId xmlns:a16="http://schemas.microsoft.com/office/drawing/2014/main" id="{C67E3B02-0068-418C-A5EE-0A22DAA90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760" y="2231035"/>
            <a:ext cx="6207760" cy="457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2213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71F3AD-D12D-454C-92F2-04D252F9D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of infinite series section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8DDD4F-062F-4AC0-B147-E7CA7523B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9931400" cy="4317683"/>
          </a:xfrm>
        </p:spPr>
        <p:txBody>
          <a:bodyPr/>
          <a:lstStyle/>
          <a:p>
            <a:r>
              <a:rPr lang="en-US" altLang="zh-CN" dirty="0"/>
              <a:t>“Breaking up the whole into parts” (</a:t>
            </a:r>
            <a:r>
              <a:rPr lang="zh-CN" altLang="en-US" dirty="0"/>
              <a:t>化整为零</a:t>
            </a:r>
            <a:r>
              <a:rPr lang="en-US" altLang="zh-CN" dirty="0"/>
              <a:t>)</a:t>
            </a:r>
          </a:p>
          <a:p>
            <a:r>
              <a:rPr lang="zh-CN" altLang="en-US" dirty="0"/>
              <a:t>“</a:t>
            </a:r>
            <a:r>
              <a:rPr lang="en-US" altLang="zh-CN" dirty="0"/>
              <a:t>Feature representation</a:t>
            </a:r>
            <a:r>
              <a:rPr lang="zh-CN" altLang="en-US" dirty="0"/>
              <a:t>”（特征表示）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5362" name="Picture 2" descr="See the source image">
            <a:extLst>
              <a:ext uri="{FF2B5EF4-FFF2-40B4-BE49-F238E27FC236}">
                <a16:creationId xmlns:a16="http://schemas.microsoft.com/office/drawing/2014/main" id="{E0ED4D9B-ECA4-4A6A-B5B0-DB9674D095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3900" y="3278188"/>
            <a:ext cx="5791200" cy="3324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10" name="Picture 2" descr="See the source image">
            <a:extLst>
              <a:ext uri="{FF2B5EF4-FFF2-40B4-BE49-F238E27FC236}">
                <a16:creationId xmlns:a16="http://schemas.microsoft.com/office/drawing/2014/main" id="{73F7CB05-C830-49B3-80A9-62C5F1B0C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85" y="3278188"/>
            <a:ext cx="4629150" cy="2800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42028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96701-1849-48B4-928D-E413706C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of infinite series section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D4E9FB-5F42-412D-AF65-05D580043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07ED6E-3C01-4570-9132-B9151326DDF1}"/>
              </a:ext>
            </a:extLst>
          </p:cNvPr>
          <p:cNvSpPr/>
          <p:nvPr/>
        </p:nvSpPr>
        <p:spPr>
          <a:xfrm>
            <a:off x="1808480" y="3088640"/>
            <a:ext cx="2214880" cy="904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Infinite series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E44A34-7A91-426F-96C7-5FF1A1B561F3}"/>
              </a:ext>
            </a:extLst>
          </p:cNvPr>
          <p:cNvSpPr/>
          <p:nvPr/>
        </p:nvSpPr>
        <p:spPr>
          <a:xfrm>
            <a:off x="7223760" y="3119120"/>
            <a:ext cx="2214880" cy="904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Elementary function</a:t>
            </a:r>
            <a:endParaRPr lang="zh-CN" altLang="en-US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D007593-CA8C-49BB-88F7-23F9D8069FE3}"/>
              </a:ext>
            </a:extLst>
          </p:cNvPr>
          <p:cNvCxnSpPr/>
          <p:nvPr/>
        </p:nvCxnSpPr>
        <p:spPr>
          <a:xfrm>
            <a:off x="4023360" y="3429000"/>
            <a:ext cx="308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EFB2CE0-45C1-448A-A7FF-B7B9D3E248A7}"/>
              </a:ext>
            </a:extLst>
          </p:cNvPr>
          <p:cNvCxnSpPr/>
          <p:nvPr/>
        </p:nvCxnSpPr>
        <p:spPr>
          <a:xfrm flipH="1">
            <a:off x="4155440" y="3891280"/>
            <a:ext cx="3068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F2D8371-5EF7-47BC-A31E-7787031F3700}"/>
              </a:ext>
            </a:extLst>
          </p:cNvPr>
          <p:cNvCxnSpPr/>
          <p:nvPr/>
        </p:nvCxnSpPr>
        <p:spPr>
          <a:xfrm>
            <a:off x="2824480" y="4124960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6CDC23D-1168-450A-A213-EF4857BBF5A8}"/>
              </a:ext>
            </a:extLst>
          </p:cNvPr>
          <p:cNvSpPr txBox="1"/>
          <p:nvPr/>
        </p:nvSpPr>
        <p:spPr>
          <a:xfrm>
            <a:off x="2012563" y="4730829"/>
            <a:ext cx="1806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Convergence test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306BD0E-683B-42D1-A0B5-8F35F82F90D8}"/>
              </a:ext>
            </a:extLst>
          </p:cNvPr>
          <p:cNvSpPr txBox="1"/>
          <p:nvPr/>
        </p:nvSpPr>
        <p:spPr>
          <a:xfrm>
            <a:off x="4850176" y="2961720"/>
            <a:ext cx="1435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Sum function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8C52EC-FDCB-403E-A1B3-24F6AE000A5B}"/>
              </a:ext>
            </a:extLst>
          </p:cNvPr>
          <p:cNvSpPr txBox="1"/>
          <p:nvPr/>
        </p:nvSpPr>
        <p:spPr>
          <a:xfrm>
            <a:off x="4999255" y="394902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Expansion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03223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96701-1849-48B4-928D-E413706CE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Summary of infinite series section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D4E9FB-5F42-412D-AF65-05D580043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207ED6E-3C01-4570-9132-B9151326DDF1}"/>
              </a:ext>
            </a:extLst>
          </p:cNvPr>
          <p:cNvSpPr/>
          <p:nvPr/>
        </p:nvSpPr>
        <p:spPr>
          <a:xfrm>
            <a:off x="1808480" y="3119120"/>
            <a:ext cx="2214880" cy="904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Time </a:t>
            </a:r>
          </a:p>
          <a:p>
            <a:pPr algn="ctr"/>
            <a:r>
              <a:rPr lang="en-US" altLang="zh-CN" sz="2400" dirty="0"/>
              <a:t>domain</a:t>
            </a:r>
            <a:endParaRPr lang="zh-CN" altLang="en-US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AE44A34-7A91-426F-96C7-5FF1A1B561F3}"/>
              </a:ext>
            </a:extLst>
          </p:cNvPr>
          <p:cNvSpPr/>
          <p:nvPr/>
        </p:nvSpPr>
        <p:spPr>
          <a:xfrm>
            <a:off x="7223760" y="3119120"/>
            <a:ext cx="2214880" cy="9042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Frequency domain</a:t>
            </a:r>
            <a:endParaRPr lang="zh-CN" altLang="en-US" sz="2400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D007593-CA8C-49BB-88F7-23F9D8069FE3}"/>
              </a:ext>
            </a:extLst>
          </p:cNvPr>
          <p:cNvCxnSpPr/>
          <p:nvPr/>
        </p:nvCxnSpPr>
        <p:spPr>
          <a:xfrm>
            <a:off x="4023360" y="3429000"/>
            <a:ext cx="308864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CEFB2CE0-45C1-448A-A7FF-B7B9D3E248A7}"/>
              </a:ext>
            </a:extLst>
          </p:cNvPr>
          <p:cNvCxnSpPr/>
          <p:nvPr/>
        </p:nvCxnSpPr>
        <p:spPr>
          <a:xfrm flipH="1">
            <a:off x="4155440" y="3891280"/>
            <a:ext cx="30683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E306BD0E-683B-42D1-A0B5-8F35F82F90D8}"/>
              </a:ext>
            </a:extLst>
          </p:cNvPr>
          <p:cNvSpPr txBox="1"/>
          <p:nvPr/>
        </p:nvSpPr>
        <p:spPr>
          <a:xfrm>
            <a:off x="4635308" y="3001923"/>
            <a:ext cx="18578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Fourier Transform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38C52EC-FDCB-403E-A1B3-24F6AE000A5B}"/>
              </a:ext>
            </a:extLst>
          </p:cNvPr>
          <p:cNvSpPr txBox="1"/>
          <p:nvPr/>
        </p:nvSpPr>
        <p:spPr>
          <a:xfrm>
            <a:off x="4999255" y="3949026"/>
            <a:ext cx="1129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Inverse FT</a:t>
            </a:r>
            <a:endParaRPr lang="zh-CN" altLang="en-US" dirty="0"/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CBC2C997-1B23-4E2C-8FEE-53205D468803}"/>
              </a:ext>
            </a:extLst>
          </p:cNvPr>
          <p:cNvCxnSpPr/>
          <p:nvPr/>
        </p:nvCxnSpPr>
        <p:spPr>
          <a:xfrm>
            <a:off x="6085840" y="2453283"/>
            <a:ext cx="0" cy="548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2B53AD6-E83C-4129-99D0-2A39909ED9F1}"/>
              </a:ext>
            </a:extLst>
          </p:cNvPr>
          <p:cNvCxnSpPr>
            <a:cxnSpLocks/>
          </p:cNvCxnSpPr>
          <p:nvPr/>
        </p:nvCxnSpPr>
        <p:spPr>
          <a:xfrm flipV="1">
            <a:off x="5130800" y="2453283"/>
            <a:ext cx="0" cy="5025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4BC53830-428F-4EA1-A737-0E3C5B393D05}"/>
              </a:ext>
            </a:extLst>
          </p:cNvPr>
          <p:cNvSpPr txBox="1"/>
          <p:nvPr/>
        </p:nvSpPr>
        <p:spPr>
          <a:xfrm>
            <a:off x="4836292" y="1994476"/>
            <a:ext cx="1455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Fourier series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581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15190</TotalTime>
  <Words>218</Words>
  <Application>Microsoft Office PowerPoint</Application>
  <PresentationFormat>宽屏</PresentationFormat>
  <Paragraphs>50</Paragraphs>
  <Slides>29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7" baseType="lpstr">
      <vt:lpstr>等线</vt:lpstr>
      <vt:lpstr>等线 Light</vt:lpstr>
      <vt:lpstr>Arial</vt:lpstr>
      <vt:lpstr>Calibri</vt:lpstr>
      <vt:lpstr>Calibri Light</vt:lpstr>
      <vt:lpstr>Cambria Math</vt:lpstr>
      <vt:lpstr>Office 主题​​</vt:lpstr>
      <vt:lpstr>Equation</vt:lpstr>
      <vt:lpstr>Fourier Transforms</vt:lpstr>
      <vt:lpstr>Forward Fourier transform</vt:lpstr>
      <vt:lpstr>Inverse Fourier transform</vt:lpstr>
      <vt:lpstr>Fourier transform of a unit constant</vt:lpstr>
      <vt:lpstr>Fourier transform of e^(iw_0 x)</vt:lpstr>
      <vt:lpstr>Fourier transform of e^(iw_0 x)</vt:lpstr>
      <vt:lpstr>Fourier transform of sinw_0 x</vt:lpstr>
      <vt:lpstr>Fourier transform of sinw_0 x</vt:lpstr>
      <vt:lpstr>Fourier transform of period functions</vt:lpstr>
      <vt:lpstr>Fourier transform of period functions </vt:lpstr>
      <vt:lpstr>The convolution theorem</vt:lpstr>
      <vt:lpstr>The convolution theorem</vt:lpstr>
      <vt:lpstr>The convolution theorem</vt:lpstr>
      <vt:lpstr>The convolution theorem</vt:lpstr>
      <vt:lpstr>Correlation (互相关函数)</vt:lpstr>
      <vt:lpstr>Correlation (互相关函数)</vt:lpstr>
      <vt:lpstr>Wiener–Khinchin (WK) theorem</vt:lpstr>
      <vt:lpstr>Wiener–Khinchin (WK) theorem</vt:lpstr>
      <vt:lpstr>Parseval’s theorem (Fourier series)</vt:lpstr>
      <vt:lpstr>Parseval’s theorem (complex form of Fourier series)</vt:lpstr>
      <vt:lpstr>Parseval’s theorem (Fourier transform)</vt:lpstr>
      <vt:lpstr>PowerPoint 演示文稿</vt:lpstr>
      <vt:lpstr>PowerPoint 演示文稿</vt:lpstr>
      <vt:lpstr>Essential of Parseval’s theorem </vt:lpstr>
      <vt:lpstr>Essential of Parseval’s theorem </vt:lpstr>
      <vt:lpstr>Summary of infinite series section</vt:lpstr>
      <vt:lpstr>Summary of infinite series section</vt:lpstr>
      <vt:lpstr>Summary of infinite series section</vt:lpstr>
      <vt:lpstr>Summary of infinite series section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series (III)</dc:title>
  <dc:creator>达 周</dc:creator>
  <cp:lastModifiedBy>周 达</cp:lastModifiedBy>
  <cp:revision>33</cp:revision>
  <dcterms:created xsi:type="dcterms:W3CDTF">2020-01-22T12:05:17Z</dcterms:created>
  <dcterms:modified xsi:type="dcterms:W3CDTF">2023-04-18T08:34:18Z</dcterms:modified>
</cp:coreProperties>
</file>