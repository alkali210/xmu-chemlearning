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9" r:id="rId5"/>
    <p:sldId id="287" r:id="rId6"/>
    <p:sldId id="288" r:id="rId7"/>
    <p:sldId id="289" r:id="rId8"/>
    <p:sldId id="290" r:id="rId9"/>
    <p:sldId id="262" r:id="rId10"/>
    <p:sldId id="264" r:id="rId11"/>
    <p:sldId id="291" r:id="rId12"/>
    <p:sldId id="292" r:id="rId13"/>
    <p:sldId id="283" r:id="rId14"/>
    <p:sldId id="293" r:id="rId15"/>
    <p:sldId id="294" r:id="rId16"/>
    <p:sldId id="295" r:id="rId17"/>
    <p:sldId id="265" r:id="rId18"/>
    <p:sldId id="277" r:id="rId19"/>
    <p:sldId id="296" r:id="rId20"/>
    <p:sldId id="268" r:id="rId21"/>
    <p:sldId id="286" r:id="rId22"/>
    <p:sldId id="259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2E60"/>
    <a:srgbClr val="537EC5"/>
    <a:srgbClr val="DAE3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C4531C-03DA-479D-B095-FCEC69F2F1A7}" v="1619" dt="2019-12-19T15:16:45.7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1" autoAdjust="0"/>
    <p:restoredTop sz="95172" autoAdjust="0"/>
  </p:normalViewPr>
  <p:slideViewPr>
    <p:cSldViewPr snapToGrid="0">
      <p:cViewPr varScale="1">
        <p:scale>
          <a:sx n="34" d="100"/>
          <a:sy n="34" d="100"/>
        </p:scale>
        <p:origin x="52" y="6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8F2D7-AF18-4F64-9DE6-EA47F176F6F6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FC73C9-98E1-48B5-A1E6-B2EDF40BC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92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C73C9-98E1-48B5-A1E6-B2EDF40BC73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160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09D88-8EB5-2CA7-10E2-40C2417F7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7A73FB-94A5-305A-3B42-3E9165261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97126F-4C41-DAA2-B941-98C1C6150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2DBF94-6E68-BFF0-76EA-6ED2F9F19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C73C9-98E1-48B5-A1E6-B2EDF40BC73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797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C73C9-98E1-48B5-A1E6-B2EDF40BC73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23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0A538-4085-AB28-C74E-228221368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3B218A-B48D-F145-4BA4-B5E823238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D2DAC8-50BC-F559-0086-35A21EAC7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20D90D-842A-3441-641E-747CD8C31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C73C9-98E1-48B5-A1E6-B2EDF40BC73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891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75587-C50C-BB9E-7989-837C2C713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6B6282-58E4-54C1-752B-E9DEBCDD7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352B8A-82E5-ECBE-833F-2C0912C9A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1D8216-F9D2-73CF-1438-B17A670AF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C73C9-98E1-48B5-A1E6-B2EDF40BC73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17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50FC2-5903-FAB2-5DBD-35B4FD6BD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FCB229-D54A-8710-CCD1-AE080D44C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ED8D78-11B3-32E6-D569-0298D331B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3601EC-89C4-9E40-B7CC-0204ABAFB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C73C9-98E1-48B5-A1E6-B2EDF40BC73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439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C73C9-98E1-48B5-A1E6-B2EDF40BC73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445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8.jp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EDC7E602-5FFF-4351-A860-6671596932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238"/>
          <a:stretch/>
        </p:blipFill>
        <p:spPr>
          <a:xfrm>
            <a:off x="5355776" y="0"/>
            <a:ext cx="6836224" cy="6857997"/>
          </a:xfrm>
          <a:prstGeom prst="rect">
            <a:avLst/>
          </a:prstGeom>
          <a:effectLst>
            <a:softEdge rad="355600"/>
          </a:effec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8409B267-8323-4240-80B3-598D3B861AD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1D19A8E-CEA2-448B-80B2-F822EBF052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04"/>
          <a:stretch/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0B4B8DA4-8F3A-47AC-A9DD-EC628443585C}"/>
              </a:ext>
            </a:extLst>
          </p:cNvPr>
          <p:cNvSpPr/>
          <p:nvPr userDrawn="1"/>
        </p:nvSpPr>
        <p:spPr>
          <a:xfrm rot="17975649">
            <a:off x="7764318" y="3492461"/>
            <a:ext cx="6834393" cy="1557383"/>
          </a:xfrm>
          <a:custGeom>
            <a:avLst/>
            <a:gdLst>
              <a:gd name="connsiteX0" fmla="*/ 4887162 w 6834393"/>
              <a:gd name="connsiteY0" fmla="*/ 1105918 h 1557383"/>
              <a:gd name="connsiteX1" fmla="*/ 4092251 w 6834393"/>
              <a:gd name="connsiteY1" fmla="*/ 1557383 h 1557383"/>
              <a:gd name="connsiteX2" fmla="*/ 884506 w 6834393"/>
              <a:gd name="connsiteY2" fmla="*/ 1557383 h 1557383"/>
              <a:gd name="connsiteX3" fmla="*/ 628100 w 6834393"/>
              <a:gd name="connsiteY3" fmla="*/ 1105918 h 1557383"/>
              <a:gd name="connsiteX4" fmla="*/ 6834393 w 6834393"/>
              <a:gd name="connsiteY4" fmla="*/ 0 h 1557383"/>
              <a:gd name="connsiteX5" fmla="*/ 6039483 w 6834393"/>
              <a:gd name="connsiteY5" fmla="*/ 451465 h 1557383"/>
              <a:gd name="connsiteX6" fmla="*/ 256407 w 6834393"/>
              <a:gd name="connsiteY6" fmla="*/ 451465 h 1557383"/>
              <a:gd name="connsiteX7" fmla="*/ 0 w 6834393"/>
              <a:gd name="connsiteY7" fmla="*/ 0 h 1557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34393" h="1557383">
                <a:moveTo>
                  <a:pt x="4887162" y="1105918"/>
                </a:moveTo>
                <a:lnTo>
                  <a:pt x="4092251" y="1557383"/>
                </a:lnTo>
                <a:lnTo>
                  <a:pt x="884506" y="1557383"/>
                </a:lnTo>
                <a:lnTo>
                  <a:pt x="628100" y="1105918"/>
                </a:lnTo>
                <a:close/>
                <a:moveTo>
                  <a:pt x="6834393" y="0"/>
                </a:moveTo>
                <a:lnTo>
                  <a:pt x="6039483" y="451465"/>
                </a:lnTo>
                <a:lnTo>
                  <a:pt x="256407" y="451465"/>
                </a:lnTo>
                <a:lnTo>
                  <a:pt x="0" y="0"/>
                </a:lnTo>
                <a:close/>
              </a:path>
            </a:pathLst>
          </a:custGeom>
          <a:solidFill>
            <a:srgbClr val="142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E88FC9DD-CFF2-4230-B575-BD6E0F50F18A}"/>
              </a:ext>
            </a:extLst>
          </p:cNvPr>
          <p:cNvSpPr/>
          <p:nvPr userDrawn="1"/>
        </p:nvSpPr>
        <p:spPr>
          <a:xfrm rot="17975649">
            <a:off x="8726108" y="4052302"/>
            <a:ext cx="5546729" cy="1557384"/>
          </a:xfrm>
          <a:custGeom>
            <a:avLst/>
            <a:gdLst>
              <a:gd name="connsiteX0" fmla="*/ 3599499 w 5546729"/>
              <a:gd name="connsiteY0" fmla="*/ 1105919 h 1557384"/>
              <a:gd name="connsiteX1" fmla="*/ 2804588 w 5546729"/>
              <a:gd name="connsiteY1" fmla="*/ 1557384 h 1557384"/>
              <a:gd name="connsiteX2" fmla="*/ 884507 w 5546729"/>
              <a:gd name="connsiteY2" fmla="*/ 1557383 h 1557384"/>
              <a:gd name="connsiteX3" fmla="*/ 628100 w 5546729"/>
              <a:gd name="connsiteY3" fmla="*/ 1105919 h 1557384"/>
              <a:gd name="connsiteX4" fmla="*/ 5546729 w 5546729"/>
              <a:gd name="connsiteY4" fmla="*/ 1 h 1557384"/>
              <a:gd name="connsiteX5" fmla="*/ 4751818 w 5546729"/>
              <a:gd name="connsiteY5" fmla="*/ 451466 h 1557384"/>
              <a:gd name="connsiteX6" fmla="*/ 256407 w 5546729"/>
              <a:gd name="connsiteY6" fmla="*/ 451465 h 1557384"/>
              <a:gd name="connsiteX7" fmla="*/ 0 w 5546729"/>
              <a:gd name="connsiteY7" fmla="*/ 0 h 155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46729" h="1557384">
                <a:moveTo>
                  <a:pt x="3599499" y="1105919"/>
                </a:moveTo>
                <a:lnTo>
                  <a:pt x="2804588" y="1557384"/>
                </a:lnTo>
                <a:lnTo>
                  <a:pt x="884507" y="1557383"/>
                </a:lnTo>
                <a:lnTo>
                  <a:pt x="628100" y="1105919"/>
                </a:lnTo>
                <a:close/>
                <a:moveTo>
                  <a:pt x="5546729" y="1"/>
                </a:moveTo>
                <a:lnTo>
                  <a:pt x="4751818" y="451466"/>
                </a:lnTo>
                <a:lnTo>
                  <a:pt x="256407" y="451465"/>
                </a:lnTo>
                <a:lnTo>
                  <a:pt x="0" y="0"/>
                </a:lnTo>
                <a:close/>
              </a:path>
            </a:pathLst>
          </a:custGeom>
          <a:solidFill>
            <a:srgbClr val="537E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C46D3EB-CD17-40D3-915E-31F4A5FF9684}"/>
              </a:ext>
            </a:extLst>
          </p:cNvPr>
          <p:cNvCxnSpPr>
            <a:cxnSpLocks/>
          </p:cNvCxnSpPr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ED33A603-A192-4BC4-B8E6-DFD381D111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502" y="348744"/>
            <a:ext cx="1797615" cy="645923"/>
          </a:xfrm>
          <a:prstGeom prst="rect">
            <a:avLst/>
          </a:prstGeom>
        </p:spPr>
      </p:pic>
      <p:sp>
        <p:nvSpPr>
          <p:cNvPr id="24" name="文本占位符 25">
            <a:extLst>
              <a:ext uri="{FF2B5EF4-FFF2-40B4-BE49-F238E27FC236}">
                <a16:creationId xmlns:a16="http://schemas.microsoft.com/office/drawing/2014/main" id="{794253EA-BD7C-4CF6-AB4C-07F80C2FE6B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4800" b="1" spc="100" baseline="0">
                <a:solidFill>
                  <a:srgbClr val="142E60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5" name="文本占位符 25">
            <a:extLst>
              <a:ext uri="{FF2B5EF4-FFF2-40B4-BE49-F238E27FC236}">
                <a16:creationId xmlns:a16="http://schemas.microsoft.com/office/drawing/2014/main" id="{D800B793-DF22-4CC8-9B6B-81B228EA4985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40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6" name="文本占位符 28">
            <a:extLst>
              <a:ext uri="{FF2B5EF4-FFF2-40B4-BE49-F238E27FC236}">
                <a16:creationId xmlns:a16="http://schemas.microsoft.com/office/drawing/2014/main" id="{0186A7DD-CBAB-421A-9255-42041440296C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B300A0E-1717-439C-BC81-5C370445F7B4}"/>
              </a:ext>
            </a:extLst>
          </p:cNvPr>
          <p:cNvSpPr txBox="1"/>
          <p:nvPr userDrawn="1"/>
        </p:nvSpPr>
        <p:spPr>
          <a:xfrm>
            <a:off x="2684206" y="631777"/>
            <a:ext cx="24947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b="0" dirty="0">
                <a:solidFill>
                  <a:srgbClr val="142E60"/>
                </a:solidFill>
              </a:rPr>
              <a:t>自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强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不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息   止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于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至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善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CC481CB8-DFEF-4308-817B-E7AD40409809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688975" y="4361226"/>
            <a:ext cx="1918038" cy="3481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537EC5"/>
                </a:solidFill>
              </a:defRPr>
            </a:lvl1pPr>
            <a:lvl2pPr>
              <a:defRPr b="1">
                <a:solidFill>
                  <a:srgbClr val="537EC5"/>
                </a:solidFill>
              </a:defRPr>
            </a:lvl2pPr>
            <a:lvl3pPr>
              <a:defRPr b="1">
                <a:solidFill>
                  <a:srgbClr val="537EC5"/>
                </a:solidFill>
              </a:defRPr>
            </a:lvl3pPr>
            <a:lvl4pPr>
              <a:defRPr b="1">
                <a:solidFill>
                  <a:srgbClr val="537EC5"/>
                </a:solidFill>
              </a:defRPr>
            </a:lvl4pPr>
            <a:lvl5pPr>
              <a:defRPr b="1">
                <a:solidFill>
                  <a:srgbClr val="537EC5"/>
                </a:solidFill>
              </a:defRPr>
            </a:lvl5pPr>
          </a:lstStyle>
          <a:p>
            <a:pPr lvl="0"/>
            <a:r>
              <a:rPr lang="zh-CN" altLang="en-US" dirty="0"/>
              <a:t>答辩人 </a:t>
            </a:r>
            <a:r>
              <a:rPr lang="en-US" altLang="zh-CN" dirty="0"/>
              <a:t>| </a:t>
            </a:r>
            <a:r>
              <a:rPr lang="zh-CN" altLang="en-US" dirty="0"/>
              <a:t>小夏</a:t>
            </a:r>
          </a:p>
        </p:txBody>
      </p:sp>
      <p:sp>
        <p:nvSpPr>
          <p:cNvPr id="27" name="文本占位符 12">
            <a:extLst>
              <a:ext uri="{FF2B5EF4-FFF2-40B4-BE49-F238E27FC236}">
                <a16:creationId xmlns:a16="http://schemas.microsoft.com/office/drawing/2014/main" id="{64BD0721-6FDD-4EB4-9099-D3BD252DDA39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2765392" y="4361226"/>
            <a:ext cx="2686050" cy="3481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537EC5"/>
                </a:solidFill>
              </a:defRPr>
            </a:lvl1pPr>
            <a:lvl2pPr>
              <a:defRPr b="1">
                <a:solidFill>
                  <a:srgbClr val="537EC5"/>
                </a:solidFill>
              </a:defRPr>
            </a:lvl2pPr>
            <a:lvl3pPr>
              <a:defRPr b="1">
                <a:solidFill>
                  <a:srgbClr val="537EC5"/>
                </a:solidFill>
              </a:defRPr>
            </a:lvl3pPr>
            <a:lvl4pPr>
              <a:defRPr b="1">
                <a:solidFill>
                  <a:srgbClr val="537EC5"/>
                </a:solidFill>
              </a:defRPr>
            </a:lvl4pPr>
            <a:lvl5pPr>
              <a:defRPr b="1">
                <a:solidFill>
                  <a:srgbClr val="537EC5"/>
                </a:solidFill>
              </a:defRPr>
            </a:lvl5pPr>
          </a:lstStyle>
          <a:p>
            <a:pPr lvl="0"/>
            <a:r>
              <a:rPr lang="zh-CN" altLang="en-US" dirty="0"/>
              <a:t>指导老师 </a:t>
            </a:r>
            <a:r>
              <a:rPr lang="en-US" altLang="zh-CN" dirty="0"/>
              <a:t>| XXX</a:t>
            </a:r>
            <a:endParaRPr lang="zh-CN" altLang="en-US" dirty="0"/>
          </a:p>
        </p:txBody>
      </p:sp>
      <p:sp>
        <p:nvSpPr>
          <p:cNvPr id="29" name="文本占位符 12">
            <a:extLst>
              <a:ext uri="{FF2B5EF4-FFF2-40B4-BE49-F238E27FC236}">
                <a16:creationId xmlns:a16="http://schemas.microsoft.com/office/drawing/2014/main" id="{36A92EEA-A10B-43E6-A5A2-D453FBD1C466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67502" y="5044817"/>
            <a:ext cx="3334058" cy="3481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zh-CN" altLang="en-US" sz="1600" b="0" i="0" u="none" strike="noStrike" kern="1200" cap="none" spc="0" normalizeH="0" baseline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Microsoft YaHei"/>
                <a:cs typeface="+mn-ea"/>
              </a:defRPr>
            </a:lvl1pPr>
            <a:lvl2pPr>
              <a:defRPr b="1">
                <a:solidFill>
                  <a:srgbClr val="537EC5"/>
                </a:solidFill>
              </a:defRPr>
            </a:lvl2pPr>
            <a:lvl3pPr>
              <a:defRPr b="1">
                <a:solidFill>
                  <a:srgbClr val="537EC5"/>
                </a:solidFill>
              </a:defRPr>
            </a:lvl3pPr>
            <a:lvl4pPr>
              <a:defRPr b="1">
                <a:solidFill>
                  <a:srgbClr val="537EC5"/>
                </a:solidFill>
              </a:defRPr>
            </a:lvl4pPr>
            <a:lvl5pPr>
              <a:defRPr b="1">
                <a:solidFill>
                  <a:srgbClr val="537EC5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答辩日期 </a:t>
            </a:r>
            <a:r>
              <a:rPr lang="en-US" altLang="zh-CN" dirty="0"/>
              <a:t>| XXXX/XX/XX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7037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9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2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4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24"/>
                        </p:tgtEl>
                      </p:cBhvr>
                    </p:animEffect>
                    <p:anim calcmode="lin" valueType="num">
                      <p:cBhvr>
                        <p:cTn dur="3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3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26"/>
                        </p:tgtEl>
                      </p:cBhvr>
                    </p:animEffect>
                    <p:anim calcmode="lin" valueType="num">
                      <p:cBhvr>
                        <p:cTn dur="3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/>
      <p:bldP spid="1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pos="41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, 户外, 火, 大&#10;&#10;描述已自动生成">
            <a:extLst>
              <a:ext uri="{FF2B5EF4-FFF2-40B4-BE49-F238E27FC236}">
                <a16:creationId xmlns:a16="http://schemas.microsoft.com/office/drawing/2014/main" id="{FEE38988-7EFA-48A3-A863-7CE10CA3EF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5" b="103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A315BA04-8AB1-4700-8CAD-E8C564FA3A08}"/>
              </a:ext>
            </a:extLst>
          </p:cNvPr>
          <p:cNvGrpSpPr/>
          <p:nvPr userDrawn="1"/>
        </p:nvGrpSpPr>
        <p:grpSpPr>
          <a:xfrm>
            <a:off x="0" y="0"/>
            <a:ext cx="6374510" cy="6858000"/>
            <a:chOff x="-18162" y="0"/>
            <a:chExt cx="6374510" cy="6858000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5F23A18-D996-431A-ADA4-4E24CAAE32D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17592" t="7720" b="7451"/>
            <a:stretch/>
          </p:blipFill>
          <p:spPr>
            <a:xfrm>
              <a:off x="0" y="0"/>
              <a:ext cx="6268340" cy="6858000"/>
            </a:xfrm>
            <a:prstGeom prst="rect">
              <a:avLst/>
            </a:prstGeom>
          </p:spPr>
        </p:pic>
        <p:pic>
          <p:nvPicPr>
            <p:cNvPr id="5" name="图片 4" descr="图片包含 游戏机&#10;&#10;描述已自动生成">
              <a:extLst>
                <a:ext uri="{FF2B5EF4-FFF2-40B4-BE49-F238E27FC236}">
                  <a16:creationId xmlns:a16="http://schemas.microsoft.com/office/drawing/2014/main" id="{50AA0F43-1604-4E95-8135-1F7803BC684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biLevel thresh="75000"/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34" t="9674" b="9674"/>
            <a:stretch/>
          </p:blipFill>
          <p:spPr>
            <a:xfrm>
              <a:off x="-18162" y="0"/>
              <a:ext cx="6374510" cy="6858000"/>
            </a:xfrm>
            <a:prstGeom prst="rect">
              <a:avLst/>
            </a:prstGeom>
          </p:spPr>
        </p:pic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3D2773BB-D8AE-42E1-9B7D-77B10805AB8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35649" t="16934" b="16934"/>
          <a:stretch>
            <a:fillRect/>
          </a:stretch>
        </p:blipFill>
        <p:spPr>
          <a:xfrm>
            <a:off x="-1455423" y="1"/>
            <a:ext cx="8279258" cy="6954278"/>
          </a:xfrm>
          <a:custGeom>
            <a:avLst/>
            <a:gdLst>
              <a:gd name="connsiteX0" fmla="*/ 0 w 6677201"/>
              <a:gd name="connsiteY0" fmla="*/ 0 h 6858000"/>
              <a:gd name="connsiteX1" fmla="*/ 6677201 w 6677201"/>
              <a:gd name="connsiteY1" fmla="*/ 0 h 6858000"/>
              <a:gd name="connsiteX2" fmla="*/ 6677201 w 6677201"/>
              <a:gd name="connsiteY2" fmla="*/ 6858000 h 6858000"/>
              <a:gd name="connsiteX3" fmla="*/ 0 w 6677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201" h="6858000">
                <a:moveTo>
                  <a:pt x="0" y="0"/>
                </a:moveTo>
                <a:lnTo>
                  <a:pt x="6677201" y="0"/>
                </a:lnTo>
                <a:lnTo>
                  <a:pt x="66772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9633205-7E3D-45C9-8273-DBAA813971D2}"/>
              </a:ext>
            </a:extLst>
          </p:cNvPr>
          <p:cNvSpPr/>
          <p:nvPr userDrawn="1"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defRPr/>
            </a:pPr>
            <a:r>
              <a:rPr lang="en-US" altLang="zh-CN" sz="6600" dirty="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lang="zh-CN" altLang="en-US" sz="6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1C5280-7EE2-48E2-8E9A-B85CADA8A80C}"/>
              </a:ext>
            </a:extLst>
          </p:cNvPr>
          <p:cNvSpPr/>
          <p:nvPr userDrawn="1"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rgbClr val="537E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142E6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871782-1DBE-44BF-B80C-7749EC6AE065}"/>
              </a:ext>
            </a:extLst>
          </p:cNvPr>
          <p:cNvSpPr txBox="1"/>
          <p:nvPr userDrawn="1"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2E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目录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05162E1-0B3B-42D6-9E50-7A64DC99016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502" y="348744"/>
            <a:ext cx="1797615" cy="64592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E1FABA5-D294-480C-B28E-702E56024339}"/>
              </a:ext>
            </a:extLst>
          </p:cNvPr>
          <p:cNvSpPr txBox="1"/>
          <p:nvPr userDrawn="1"/>
        </p:nvSpPr>
        <p:spPr>
          <a:xfrm>
            <a:off x="2684206" y="631777"/>
            <a:ext cx="24947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b="0" dirty="0">
                <a:solidFill>
                  <a:srgbClr val="142E60"/>
                </a:solidFill>
              </a:rPr>
              <a:t>自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强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不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息   止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于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至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善</a:t>
            </a:r>
          </a:p>
        </p:txBody>
      </p:sp>
    </p:spTree>
    <p:extLst>
      <p:ext uri="{BB962C8B-B14F-4D97-AF65-F5344CB8AC3E}">
        <p14:creationId xmlns:p14="http://schemas.microsoft.com/office/powerpoint/2010/main" val="369050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9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4BB82DE-A21C-4E59-9DC3-093C7599DF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22"/>
          <a:stretch/>
        </p:blipFill>
        <p:spPr>
          <a:xfrm>
            <a:off x="3708400" y="0"/>
            <a:ext cx="8483600" cy="6858000"/>
          </a:xfrm>
          <a:prstGeom prst="rect">
            <a:avLst/>
          </a:prstGeom>
          <a:effectLst>
            <a:softEdge rad="355600"/>
          </a:effec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728749D-1B9C-4684-AB4B-145A39A21E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片 4" descr="图片包含 建筑, 室内, 窗户, 飞机&#10;&#10;描述已自动生成">
            <a:extLst>
              <a:ext uri="{FF2B5EF4-FFF2-40B4-BE49-F238E27FC236}">
                <a16:creationId xmlns:a16="http://schemas.microsoft.com/office/drawing/2014/main" id="{B5C6C79E-A739-4E32-941D-E1F1946BAB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4" r="7300"/>
          <a:stretch>
            <a:fillRect/>
          </a:stretch>
        </p:blipFill>
        <p:spPr>
          <a:xfrm>
            <a:off x="5349872" y="0"/>
            <a:ext cx="6842131" cy="6858000"/>
          </a:xfrm>
          <a:custGeom>
            <a:avLst/>
            <a:gdLst>
              <a:gd name="connsiteX0" fmla="*/ 3866540 w 6842131"/>
              <a:gd name="connsiteY0" fmla="*/ 0 h 6858000"/>
              <a:gd name="connsiteX1" fmla="*/ 6842131 w 6842131"/>
              <a:gd name="connsiteY1" fmla="*/ 0 h 6858000"/>
              <a:gd name="connsiteX2" fmla="*/ 6842131 w 6842131"/>
              <a:gd name="connsiteY2" fmla="*/ 2518051 h 6858000"/>
              <a:gd name="connsiteX3" fmla="*/ 4395268 w 6842131"/>
              <a:gd name="connsiteY3" fmla="*/ 6858000 h 6858000"/>
              <a:gd name="connsiteX4" fmla="*/ 0 w 684213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2131" h="6858000">
                <a:moveTo>
                  <a:pt x="3866540" y="0"/>
                </a:moveTo>
                <a:lnTo>
                  <a:pt x="6842131" y="0"/>
                </a:lnTo>
                <a:lnTo>
                  <a:pt x="6842131" y="2518051"/>
                </a:lnTo>
                <a:lnTo>
                  <a:pt x="43952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EE4D41AA-2351-4F99-A421-4C77CE207859}"/>
              </a:ext>
            </a:extLst>
          </p:cNvPr>
          <p:cNvSpPr/>
          <p:nvPr/>
        </p:nvSpPr>
        <p:spPr>
          <a:xfrm rot="1764741">
            <a:off x="6434339" y="578865"/>
            <a:ext cx="5329086" cy="8110349"/>
          </a:xfrm>
          <a:custGeom>
            <a:avLst/>
            <a:gdLst>
              <a:gd name="connsiteX0" fmla="*/ 4907596 w 5329086"/>
              <a:gd name="connsiteY0" fmla="*/ 1735493 h 8110349"/>
              <a:gd name="connsiteX1" fmla="*/ 5329086 w 5329086"/>
              <a:gd name="connsiteY1" fmla="*/ 2483140 h 8110349"/>
              <a:gd name="connsiteX2" fmla="*/ 5329086 w 5329086"/>
              <a:gd name="connsiteY2" fmla="*/ 5106050 h 8110349"/>
              <a:gd name="connsiteX3" fmla="*/ 4907597 w 5329086"/>
              <a:gd name="connsiteY3" fmla="*/ 5343666 h 8110349"/>
              <a:gd name="connsiteX4" fmla="*/ 0 w 5329086"/>
              <a:gd name="connsiteY4" fmla="*/ 237617 h 8110349"/>
              <a:gd name="connsiteX5" fmla="*/ 421490 w 5329086"/>
              <a:gd name="connsiteY5" fmla="*/ 0 h 8110349"/>
              <a:gd name="connsiteX6" fmla="*/ 421489 w 5329086"/>
              <a:gd name="connsiteY6" fmla="*/ 7872732 h 8110349"/>
              <a:gd name="connsiteX7" fmla="*/ 0 w 5329086"/>
              <a:gd name="connsiteY7" fmla="*/ 8110349 h 8110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29086" h="8110349">
                <a:moveTo>
                  <a:pt x="4907596" y="1735493"/>
                </a:moveTo>
                <a:lnTo>
                  <a:pt x="5329086" y="2483140"/>
                </a:lnTo>
                <a:lnTo>
                  <a:pt x="5329086" y="5106050"/>
                </a:lnTo>
                <a:lnTo>
                  <a:pt x="4907597" y="5343666"/>
                </a:lnTo>
                <a:close/>
                <a:moveTo>
                  <a:pt x="0" y="237617"/>
                </a:moveTo>
                <a:lnTo>
                  <a:pt x="421490" y="0"/>
                </a:lnTo>
                <a:lnTo>
                  <a:pt x="421489" y="7872732"/>
                </a:lnTo>
                <a:lnTo>
                  <a:pt x="0" y="8110349"/>
                </a:lnTo>
                <a:close/>
              </a:path>
            </a:pathLst>
          </a:custGeom>
          <a:solidFill>
            <a:srgbClr val="142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EC3D19A-B380-411E-8B1E-29DAB28965A1}"/>
              </a:ext>
            </a:extLst>
          </p:cNvPr>
          <p:cNvSpPr/>
          <p:nvPr/>
        </p:nvSpPr>
        <p:spPr>
          <a:xfrm rot="1764741">
            <a:off x="5852864" y="578866"/>
            <a:ext cx="5329086" cy="8110349"/>
          </a:xfrm>
          <a:custGeom>
            <a:avLst/>
            <a:gdLst>
              <a:gd name="connsiteX0" fmla="*/ 4907597 w 5329086"/>
              <a:gd name="connsiteY0" fmla="*/ 551447 h 8110349"/>
              <a:gd name="connsiteX1" fmla="*/ 5329086 w 5329086"/>
              <a:gd name="connsiteY1" fmla="*/ 1299093 h 8110349"/>
              <a:gd name="connsiteX2" fmla="*/ 5329086 w 5329086"/>
              <a:gd name="connsiteY2" fmla="*/ 5106050 h 8110349"/>
              <a:gd name="connsiteX3" fmla="*/ 4907596 w 5329086"/>
              <a:gd name="connsiteY3" fmla="*/ 5343667 h 8110349"/>
              <a:gd name="connsiteX4" fmla="*/ 0 w 5329086"/>
              <a:gd name="connsiteY4" fmla="*/ 237617 h 8110349"/>
              <a:gd name="connsiteX5" fmla="*/ 421489 w 5329086"/>
              <a:gd name="connsiteY5" fmla="*/ 0 h 8110349"/>
              <a:gd name="connsiteX6" fmla="*/ 421489 w 5329086"/>
              <a:gd name="connsiteY6" fmla="*/ 7872732 h 8110349"/>
              <a:gd name="connsiteX7" fmla="*/ 0 w 5329086"/>
              <a:gd name="connsiteY7" fmla="*/ 8110349 h 8110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29086" h="8110349">
                <a:moveTo>
                  <a:pt x="4907597" y="551447"/>
                </a:moveTo>
                <a:lnTo>
                  <a:pt x="5329086" y="1299093"/>
                </a:lnTo>
                <a:lnTo>
                  <a:pt x="5329086" y="5106050"/>
                </a:lnTo>
                <a:lnTo>
                  <a:pt x="4907596" y="5343667"/>
                </a:lnTo>
                <a:close/>
                <a:moveTo>
                  <a:pt x="0" y="237617"/>
                </a:moveTo>
                <a:lnTo>
                  <a:pt x="421489" y="0"/>
                </a:lnTo>
                <a:lnTo>
                  <a:pt x="421489" y="7872732"/>
                </a:lnTo>
                <a:lnTo>
                  <a:pt x="0" y="8110349"/>
                </a:lnTo>
                <a:close/>
              </a:path>
            </a:pathLst>
          </a:custGeom>
          <a:solidFill>
            <a:srgbClr val="537E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9" name="文本占位符 44">
            <a:extLst>
              <a:ext uri="{FF2B5EF4-FFF2-40B4-BE49-F238E27FC236}">
                <a16:creationId xmlns:a16="http://schemas.microsoft.com/office/drawing/2014/main" id="{28088C8E-36FF-4340-B886-8EDF94897711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rgbClr val="142E60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请输入你的节标题</a:t>
            </a:r>
          </a:p>
        </p:txBody>
      </p:sp>
      <p:sp>
        <p:nvSpPr>
          <p:cNvPr id="10" name="文本占位符 46">
            <a:extLst>
              <a:ext uri="{FF2B5EF4-FFF2-40B4-BE49-F238E27FC236}">
                <a16:creationId xmlns:a16="http://schemas.microsoft.com/office/drawing/2014/main" id="{366B861F-9465-4FEA-B1FC-B1D59FA4853D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DB7437A-F8B4-4822-BE86-E5864CF18E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502" y="348744"/>
            <a:ext cx="1797615" cy="64592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71BA2CC-9F8F-4DDF-8E57-3CF7D5EC5FD0}"/>
              </a:ext>
            </a:extLst>
          </p:cNvPr>
          <p:cNvSpPr txBox="1"/>
          <p:nvPr userDrawn="1"/>
        </p:nvSpPr>
        <p:spPr>
          <a:xfrm>
            <a:off x="2684206" y="631777"/>
            <a:ext cx="24947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b="0" dirty="0">
                <a:solidFill>
                  <a:srgbClr val="142E60"/>
                </a:solidFill>
              </a:rPr>
              <a:t>自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强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不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息   止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于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至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善</a:t>
            </a:r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B209C5BE-0F14-49B8-8477-9E3EAF8482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17230" y="2613759"/>
            <a:ext cx="1366838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zh-CN" altLang="en-US" sz="7200" b="0" i="0" u="none" strike="noStrike" kern="1200" cap="none" spc="0" normalizeH="0" baseline="0" dirty="0">
                <a:ln>
                  <a:noFill/>
                </a:ln>
                <a:pattFill prst="narHorz">
                  <a:fgClr>
                    <a:prstClr val="white">
                      <a:lumMod val="75000"/>
                    </a:prstClr>
                  </a:fgClr>
                  <a:bgClr>
                    <a:prstClr val="white"/>
                  </a:bgClr>
                </a:pattFill>
                <a:effectLst/>
                <a:uLnTx/>
                <a:uFillTx/>
                <a:latin typeface="Microsoft YaHei"/>
                <a:ea typeface="Microsoft YaHei"/>
                <a:cs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31495EBB-08C8-4ABA-AE40-3A910435C2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84363" y="2567762"/>
            <a:ext cx="1365733" cy="1238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zh-CN" altLang="en-US" sz="7200" b="1" i="0" u="none" strike="noStrike" kern="1200" cap="none" spc="0" normalizeH="0" baseline="0" dirty="0">
                <a:ln>
                  <a:noFill/>
                </a:ln>
                <a:solidFill>
                  <a:srgbClr val="537EC5"/>
                </a:solidFill>
                <a:effectLst/>
                <a:uLnTx/>
                <a:uFillTx/>
                <a:latin typeface="Microsoft YaHei"/>
                <a:ea typeface="Microsoft YaHei"/>
                <a:cs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00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3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10"/>
                        </p:tgtEl>
                      </p:cBhvr>
                    </p:animEffect>
                    <p:anim calcmode="lin" valueType="num">
                      <p:cBhvr>
                        <p:cTn dur="3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2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25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窗户, 椅子, 房间&#10;&#10;描述已自动生成">
            <a:extLst>
              <a:ext uri="{FF2B5EF4-FFF2-40B4-BE49-F238E27FC236}">
                <a16:creationId xmlns:a16="http://schemas.microsoft.com/office/drawing/2014/main" id="{0401D86C-A956-435B-9ACC-03EC43F744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68" b="12568"/>
          <a:stretch/>
        </p:blipFill>
        <p:spPr>
          <a:xfrm>
            <a:off x="-22169" y="0"/>
            <a:ext cx="12214169" cy="6858000"/>
          </a:xfrm>
          <a:prstGeom prst="rect">
            <a:avLst/>
          </a:prstGeom>
        </p:spPr>
      </p:pic>
      <p:sp>
        <p:nvSpPr>
          <p:cNvPr id="4" name="MH_Others_2">
            <a:extLst>
              <a:ext uri="{FF2B5EF4-FFF2-40B4-BE49-F238E27FC236}">
                <a16:creationId xmlns:a16="http://schemas.microsoft.com/office/drawing/2014/main" id="{97F4DAD9-CBC7-44CC-BAA7-31B237CA95C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3875419" y="344963"/>
            <a:ext cx="6131155" cy="469206"/>
          </a:xfrm>
          <a:prstGeom prst="rect">
            <a:avLst/>
          </a:prstGeom>
          <a:solidFill>
            <a:srgbClr val="173D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Others_2">
            <a:extLst>
              <a:ext uri="{FF2B5EF4-FFF2-40B4-BE49-F238E27FC236}">
                <a16:creationId xmlns:a16="http://schemas.microsoft.com/office/drawing/2014/main" id="{393441AE-1A79-4A8D-ACD9-0D56BEBCAFD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-1" y="388471"/>
            <a:ext cx="1158241" cy="425698"/>
          </a:xfrm>
          <a:prstGeom prst="rect">
            <a:avLst/>
          </a:prstGeom>
          <a:solidFill>
            <a:srgbClr val="579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占位符 3">
            <a:extLst>
              <a:ext uri="{FF2B5EF4-FFF2-40B4-BE49-F238E27FC236}">
                <a16:creationId xmlns:a16="http://schemas.microsoft.com/office/drawing/2014/main" id="{667B29A8-A585-4602-9418-DAC6374703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9119" y="411327"/>
            <a:ext cx="2646300" cy="4256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化学平衡简要介绍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2C6BC5-C559-4C43-A294-F9562C0C75C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02684" y="169084"/>
            <a:ext cx="1426149" cy="5124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FAE70F8-53D4-45B4-8F35-FDE65F4115AA}"/>
              </a:ext>
            </a:extLst>
          </p:cNvPr>
          <p:cNvSpPr txBox="1"/>
          <p:nvPr userDrawn="1"/>
        </p:nvSpPr>
        <p:spPr>
          <a:xfrm>
            <a:off x="10402685" y="752937"/>
            <a:ext cx="15788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b="0" dirty="0">
                <a:solidFill>
                  <a:srgbClr val="142E60"/>
                </a:solidFill>
              </a:rPr>
              <a:t>自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强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不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息   止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于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至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善</a:t>
            </a:r>
          </a:p>
        </p:txBody>
      </p:sp>
    </p:spTree>
    <p:extLst>
      <p:ext uri="{BB962C8B-B14F-4D97-AF65-F5344CB8AC3E}">
        <p14:creationId xmlns:p14="http://schemas.microsoft.com/office/powerpoint/2010/main" val="98580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成员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图片包含 室内, 窗户, 椅子, 房间&#10;&#10;描述已自动生成">
            <a:extLst>
              <a:ext uri="{FF2B5EF4-FFF2-40B4-BE49-F238E27FC236}">
                <a16:creationId xmlns:a16="http://schemas.microsoft.com/office/drawing/2014/main" id="{C991A807-CC2A-4CBA-8FA2-CDFA8C0A0D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68" b="12568"/>
          <a:stretch/>
        </p:blipFill>
        <p:spPr>
          <a:xfrm>
            <a:off x="0" y="0"/>
            <a:ext cx="12214169" cy="6858000"/>
          </a:xfrm>
          <a:prstGeom prst="rect">
            <a:avLst/>
          </a:prstGeom>
        </p:spPr>
      </p:pic>
      <p:sp>
        <p:nvSpPr>
          <p:cNvPr id="4" name="图片占位符 47">
            <a:extLst>
              <a:ext uri="{FF2B5EF4-FFF2-40B4-BE49-F238E27FC236}">
                <a16:creationId xmlns:a16="http://schemas.microsoft.com/office/drawing/2014/main" id="{1DC1F34F-C523-4785-A47A-5A0A683B673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12251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2000"/>
            </a:lvl1pPr>
          </a:lstStyle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2827C0-9869-4DC4-917A-7FB6B7EE6225}"/>
              </a:ext>
            </a:extLst>
          </p:cNvPr>
          <p:cNvSpPr txBox="1"/>
          <p:nvPr userDrawn="1"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algn="ctr"/>
            <a:r>
              <a:rPr lang="en-US" altLang="zh-CN" sz="66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66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文本占位符 26">
            <a:extLst>
              <a:ext uri="{FF2B5EF4-FFF2-40B4-BE49-F238E27FC236}">
                <a16:creationId xmlns:a16="http://schemas.microsoft.com/office/drawing/2014/main" id="{6FFFEBA3-665A-40D6-B685-986ABF73AC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04640" y="1593828"/>
            <a:ext cx="3982720" cy="584775"/>
          </a:xfrm>
          <a:prstGeom prst="rect">
            <a:avLst/>
          </a:prstGeo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rgbClr val="142E60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14" name="文本占位符 28">
            <a:extLst>
              <a:ext uri="{FF2B5EF4-FFF2-40B4-BE49-F238E27FC236}">
                <a16:creationId xmlns:a16="http://schemas.microsoft.com/office/drawing/2014/main" id="{A4CD6E83-F9C1-40EB-8EB1-3880A1A939B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2883" y="2372170"/>
            <a:ext cx="10826234" cy="425698"/>
          </a:xfrm>
          <a:prstGeom prst="rect">
            <a:avLst/>
          </a:prstGeom>
        </p:spPr>
        <p:txBody>
          <a:bodyPr wrap="square" lIns="9000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15" name="文本占位符 11">
            <a:extLst>
              <a:ext uri="{FF2B5EF4-FFF2-40B4-BE49-F238E27FC236}">
                <a16:creationId xmlns:a16="http://schemas.microsoft.com/office/drawing/2014/main" id="{1DCD34E3-24AA-4F01-852B-4D7460D409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2705" y="5819371"/>
            <a:ext cx="2712258" cy="40011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zh-CN" altLang="en-US" dirty="0"/>
              <a:t>成员信息</a:t>
            </a:r>
          </a:p>
        </p:txBody>
      </p:sp>
      <p:sp>
        <p:nvSpPr>
          <p:cNvPr id="16" name="文本占位符 11">
            <a:extLst>
              <a:ext uri="{FF2B5EF4-FFF2-40B4-BE49-F238E27FC236}">
                <a16:creationId xmlns:a16="http://schemas.microsoft.com/office/drawing/2014/main" id="{13832AE8-4106-480A-9923-39C732DF594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2783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7" name="文本占位符 11">
            <a:extLst>
              <a:ext uri="{FF2B5EF4-FFF2-40B4-BE49-F238E27FC236}">
                <a16:creationId xmlns:a16="http://schemas.microsoft.com/office/drawing/2014/main" id="{E2EF824B-FB5E-4E59-B111-4A9E30F7C3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01400" y="5819370"/>
            <a:ext cx="2712258" cy="4014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zh-CN" altLang="en-US" dirty="0"/>
              <a:t>成员信息</a:t>
            </a:r>
          </a:p>
        </p:txBody>
      </p:sp>
      <p:sp>
        <p:nvSpPr>
          <p:cNvPr id="18" name="文本占位符 11">
            <a:extLst>
              <a:ext uri="{FF2B5EF4-FFF2-40B4-BE49-F238E27FC236}">
                <a16:creationId xmlns:a16="http://schemas.microsoft.com/office/drawing/2014/main" id="{2C4750A9-4096-490D-A8FA-1AF9C34BE73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01478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9" name="文本占位符 11">
            <a:extLst>
              <a:ext uri="{FF2B5EF4-FFF2-40B4-BE49-F238E27FC236}">
                <a16:creationId xmlns:a16="http://schemas.microsoft.com/office/drawing/2014/main" id="{3C0DDD58-26CF-40D4-AA23-039EB1EA987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19265" y="5819370"/>
            <a:ext cx="2712258" cy="4014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zh-CN" altLang="en-US" dirty="0"/>
              <a:t>成员信息</a:t>
            </a:r>
          </a:p>
        </p:txBody>
      </p:sp>
      <p:sp>
        <p:nvSpPr>
          <p:cNvPr id="20" name="文本占位符 11">
            <a:extLst>
              <a:ext uri="{FF2B5EF4-FFF2-40B4-BE49-F238E27FC236}">
                <a16:creationId xmlns:a16="http://schemas.microsoft.com/office/drawing/2014/main" id="{D78F3CD5-3CC8-4776-91F8-30C3968A63C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19343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1" name="文本占位符 11">
            <a:extLst>
              <a:ext uri="{FF2B5EF4-FFF2-40B4-BE49-F238E27FC236}">
                <a16:creationId xmlns:a16="http://schemas.microsoft.com/office/drawing/2014/main" id="{2B7B38B1-5952-420C-9EE0-13EF48BBD1C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45213" y="5819370"/>
            <a:ext cx="2693323" cy="40011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zh-CN" altLang="en-US" dirty="0"/>
              <a:t>成员信息</a:t>
            </a:r>
          </a:p>
        </p:txBody>
      </p:sp>
      <p:sp>
        <p:nvSpPr>
          <p:cNvPr id="22" name="文本占位符 11">
            <a:extLst>
              <a:ext uri="{FF2B5EF4-FFF2-40B4-BE49-F238E27FC236}">
                <a16:creationId xmlns:a16="http://schemas.microsoft.com/office/drawing/2014/main" id="{42CED4EC-D4E9-466D-B702-D5F1E837F5D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45291" y="5327589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3" name="图片占位符 54">
            <a:extLst>
              <a:ext uri="{FF2B5EF4-FFF2-40B4-BE49-F238E27FC236}">
                <a16:creationId xmlns:a16="http://schemas.microsoft.com/office/drawing/2014/main" id="{563A1B4E-890B-44EE-9A2C-93A57FF3377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301400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2000"/>
            </a:lvl1pPr>
          </a:lstStyle>
          <a:p>
            <a:endParaRPr lang="zh-CN" altLang="en-US" dirty="0"/>
          </a:p>
        </p:txBody>
      </p:sp>
      <p:sp>
        <p:nvSpPr>
          <p:cNvPr id="24" name="图片占位符 55">
            <a:extLst>
              <a:ext uri="{FF2B5EF4-FFF2-40B4-BE49-F238E27FC236}">
                <a16:creationId xmlns:a16="http://schemas.microsoft.com/office/drawing/2014/main" id="{5763DB78-0EE4-4032-AE92-2ABBE00FB61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09719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2000"/>
            </a:lvl1pPr>
          </a:lstStyle>
          <a:p>
            <a:endParaRPr lang="zh-CN" altLang="en-US" dirty="0"/>
          </a:p>
        </p:txBody>
      </p:sp>
      <p:sp>
        <p:nvSpPr>
          <p:cNvPr id="25" name="图片占位符 56">
            <a:extLst>
              <a:ext uri="{FF2B5EF4-FFF2-40B4-BE49-F238E27FC236}">
                <a16:creationId xmlns:a16="http://schemas.microsoft.com/office/drawing/2014/main" id="{A069F2C6-7EF3-4F07-B440-70BDF895E6FF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26121" y="3062204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2000"/>
            </a:lvl1pPr>
          </a:lstStyle>
          <a:p>
            <a:endParaRPr lang="zh-CN" altLang="en-US" dirty="0"/>
          </a:p>
        </p:txBody>
      </p:sp>
      <p:sp>
        <p:nvSpPr>
          <p:cNvPr id="34" name="MH_Others_2">
            <a:extLst>
              <a:ext uri="{FF2B5EF4-FFF2-40B4-BE49-F238E27FC236}">
                <a16:creationId xmlns:a16="http://schemas.microsoft.com/office/drawing/2014/main" id="{537D6FB1-6DD0-4016-8525-BDF7BBD7543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3875419" y="344963"/>
            <a:ext cx="6131155" cy="469206"/>
          </a:xfrm>
          <a:prstGeom prst="rect">
            <a:avLst/>
          </a:prstGeom>
          <a:solidFill>
            <a:srgbClr val="173D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MH_Others_2">
            <a:extLst>
              <a:ext uri="{FF2B5EF4-FFF2-40B4-BE49-F238E27FC236}">
                <a16:creationId xmlns:a16="http://schemas.microsoft.com/office/drawing/2014/main" id="{5A607ECD-C60A-4E86-9522-AD9CFC8446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-1" y="388471"/>
            <a:ext cx="1158241" cy="425698"/>
          </a:xfrm>
          <a:prstGeom prst="rect">
            <a:avLst/>
          </a:prstGeom>
          <a:solidFill>
            <a:srgbClr val="579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文本占位符 3">
            <a:extLst>
              <a:ext uri="{FF2B5EF4-FFF2-40B4-BE49-F238E27FC236}">
                <a16:creationId xmlns:a16="http://schemas.microsoft.com/office/drawing/2014/main" id="{6F068524-6B68-4436-8C8C-885DB4F346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9119" y="411327"/>
            <a:ext cx="2590115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主标题</a:t>
            </a:r>
          </a:p>
        </p:txBody>
      </p:sp>
      <p:sp>
        <p:nvSpPr>
          <p:cNvPr id="37" name="文本占位符 5">
            <a:extLst>
              <a:ext uri="{FF2B5EF4-FFF2-40B4-BE49-F238E27FC236}">
                <a16:creationId xmlns:a16="http://schemas.microsoft.com/office/drawing/2014/main" id="{6716848B-DB30-4340-86CC-E43C84BBDA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29119" y="883603"/>
            <a:ext cx="2575420" cy="3251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5793C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副标题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741E34C-858B-4FE3-B962-2DA883CB61E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02684" y="169084"/>
            <a:ext cx="1426149" cy="512447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BBBCE20D-D46B-4E45-8B2D-52EAB816684C}"/>
              </a:ext>
            </a:extLst>
          </p:cNvPr>
          <p:cNvSpPr txBox="1"/>
          <p:nvPr userDrawn="1"/>
        </p:nvSpPr>
        <p:spPr>
          <a:xfrm>
            <a:off x="10402685" y="752937"/>
            <a:ext cx="15788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b="0" dirty="0">
                <a:solidFill>
                  <a:srgbClr val="142E60"/>
                </a:solidFill>
              </a:rPr>
              <a:t>自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强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不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息   止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于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至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善</a:t>
            </a:r>
          </a:p>
        </p:txBody>
      </p:sp>
    </p:spTree>
    <p:extLst>
      <p:ext uri="{BB962C8B-B14F-4D97-AF65-F5344CB8AC3E}">
        <p14:creationId xmlns:p14="http://schemas.microsoft.com/office/powerpoint/2010/main" val="280359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3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800"/>
                            </p:stCondLst>
                            <p:childTnLst>
                              <p:par>
                                <p:cTn id="46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9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100"/>
                            </p:stCondLst>
                            <p:childTnLst>
                              <p:par>
                                <p:cTn id="58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2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3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400"/>
                            </p:stCondLst>
                            <p:childTnLst>
                              <p:par>
                                <p:cTn id="70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6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700"/>
                            </p:stCondLst>
                            <p:childTnLst>
                              <p:par>
                                <p:cTn id="82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8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9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13"/>
                        </p:tgtEl>
                      </p:cBhvr>
                    </p:animEffect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/>
      <p:bldP spid="24" grpId="0"/>
      <p:bldP spid="25" grpId="0"/>
      <p:bldP spid="34" grpId="0" animBg="1"/>
      <p:bldP spid="35" grpId="0" animBg="1"/>
      <p:bldP spid="3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窗户, 椅子, 房间&#10;&#10;描述已自动生成">
            <a:extLst>
              <a:ext uri="{FF2B5EF4-FFF2-40B4-BE49-F238E27FC236}">
                <a16:creationId xmlns:a16="http://schemas.microsoft.com/office/drawing/2014/main" id="{DB1E1CD3-98F1-49C1-A5D7-471E28DCB4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68" b="12568"/>
          <a:stretch/>
        </p:blipFill>
        <p:spPr>
          <a:xfrm>
            <a:off x="0" y="0"/>
            <a:ext cx="12214169" cy="685800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345AE834-398A-4FAD-A889-FDC8BD95793E}"/>
              </a:ext>
            </a:extLst>
          </p:cNvPr>
          <p:cNvGrpSpPr/>
          <p:nvPr userDrawn="1"/>
        </p:nvGrpSpPr>
        <p:grpSpPr>
          <a:xfrm>
            <a:off x="658590" y="5398355"/>
            <a:ext cx="4489470" cy="576042"/>
            <a:chOff x="658590" y="5105036"/>
            <a:chExt cx="4489470" cy="576042"/>
          </a:xfrm>
          <a:solidFill>
            <a:srgbClr val="537EC5"/>
          </a:solidFill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C526399B-0F78-4C60-BBF8-6A911508667C}"/>
                </a:ext>
              </a:extLst>
            </p:cNvPr>
            <p:cNvCxnSpPr>
              <a:cxnSpLocks/>
            </p:cNvCxnSpPr>
            <p:nvPr/>
          </p:nvCxnSpPr>
          <p:spPr>
            <a:xfrm>
              <a:off x="928590" y="5645078"/>
              <a:ext cx="4219467" cy="0"/>
            </a:xfrm>
            <a:prstGeom prst="line">
              <a:avLst/>
            </a:prstGeom>
            <a:grpFill/>
            <a:ln w="12700">
              <a:solidFill>
                <a:srgbClr val="142E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E222084-1B96-4183-AEA4-B8CA936C8ABA}"/>
                </a:ext>
              </a:extLst>
            </p:cNvPr>
            <p:cNvSpPr/>
            <p:nvPr/>
          </p:nvSpPr>
          <p:spPr>
            <a:xfrm>
              <a:off x="658590" y="5609078"/>
              <a:ext cx="540000" cy="72000"/>
            </a:xfrm>
            <a:prstGeom prst="rect">
              <a:avLst/>
            </a:prstGeom>
            <a:grpFill/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+mn-ea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FBCCF09-2B70-4A91-B0CE-FE10369CD0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48059" y="5105036"/>
              <a:ext cx="1" cy="540042"/>
            </a:xfrm>
            <a:prstGeom prst="line">
              <a:avLst/>
            </a:prstGeom>
            <a:grpFill/>
            <a:ln w="12700">
              <a:solidFill>
                <a:srgbClr val="142E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98E96D3-400B-429F-B126-B59F7849D182}"/>
              </a:ext>
            </a:extLst>
          </p:cNvPr>
          <p:cNvGrpSpPr/>
          <p:nvPr userDrawn="1"/>
        </p:nvGrpSpPr>
        <p:grpSpPr>
          <a:xfrm>
            <a:off x="7659358" y="4096272"/>
            <a:ext cx="3859542" cy="72000"/>
            <a:chOff x="7659358" y="3860735"/>
            <a:chExt cx="3859542" cy="72000"/>
          </a:xfrm>
          <a:solidFill>
            <a:srgbClr val="537EC5"/>
          </a:solidFill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397EC01F-DECD-45D4-A652-1A7DA7A1DB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59358" y="3896735"/>
              <a:ext cx="3589542" cy="0"/>
            </a:xfrm>
            <a:prstGeom prst="line">
              <a:avLst/>
            </a:prstGeom>
            <a:grpFill/>
            <a:ln w="12700">
              <a:solidFill>
                <a:srgbClr val="142E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4D191D0-D034-4431-804B-203AA03275B4}"/>
                </a:ext>
              </a:extLst>
            </p:cNvPr>
            <p:cNvSpPr/>
            <p:nvPr/>
          </p:nvSpPr>
          <p:spPr>
            <a:xfrm flipH="1">
              <a:off x="10978900" y="3860735"/>
              <a:ext cx="540000" cy="72000"/>
            </a:xfrm>
            <a:prstGeom prst="rect">
              <a:avLst/>
            </a:prstGeom>
            <a:grpFill/>
            <a:ln w="0" cap="flat" cmpd="sng" algn="ctr">
              <a:solidFill>
                <a:srgbClr val="537EC5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+mn-ea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ADBEA03-BAAA-4065-B602-E83C5EF7C5A2}"/>
              </a:ext>
            </a:extLst>
          </p:cNvPr>
          <p:cNvGrpSpPr/>
          <p:nvPr userDrawn="1"/>
        </p:nvGrpSpPr>
        <p:grpSpPr>
          <a:xfrm>
            <a:off x="658590" y="1850594"/>
            <a:ext cx="4489468" cy="561055"/>
            <a:chOff x="658590" y="1557275"/>
            <a:chExt cx="4489468" cy="561055"/>
          </a:xfrm>
          <a:solidFill>
            <a:srgbClr val="537EC5"/>
          </a:solidFill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8E322E3B-C34B-4E14-9256-970B5A9E4A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8590" y="1593275"/>
              <a:ext cx="4219467" cy="0"/>
            </a:xfrm>
            <a:prstGeom prst="line">
              <a:avLst/>
            </a:prstGeom>
            <a:grpFill/>
            <a:ln w="12700">
              <a:solidFill>
                <a:srgbClr val="142E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80B6DED-56C1-44BC-99C7-9B6D939A1EC4}"/>
                </a:ext>
              </a:extLst>
            </p:cNvPr>
            <p:cNvSpPr/>
            <p:nvPr/>
          </p:nvSpPr>
          <p:spPr>
            <a:xfrm flipV="1">
              <a:off x="658590" y="1557275"/>
              <a:ext cx="540000" cy="72000"/>
            </a:xfrm>
            <a:prstGeom prst="rect">
              <a:avLst/>
            </a:prstGeom>
            <a:grpFill/>
            <a:ln w="0" cap="flat" cmpd="sng" algn="ctr">
              <a:solidFill>
                <a:srgbClr val="537EC5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+mn-ea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43AFDAC-2AA7-48CC-A392-A530A5AF44B5}"/>
                </a:ext>
              </a:extLst>
            </p:cNvPr>
            <p:cNvCxnSpPr>
              <a:cxnSpLocks/>
              <a:stCxn id="38" idx="4"/>
            </p:cNvCxnSpPr>
            <p:nvPr/>
          </p:nvCxnSpPr>
          <p:spPr>
            <a:xfrm flipV="1">
              <a:off x="5148058" y="1593275"/>
              <a:ext cx="0" cy="525055"/>
            </a:xfrm>
            <a:prstGeom prst="line">
              <a:avLst/>
            </a:prstGeom>
            <a:grpFill/>
            <a:ln w="12700">
              <a:solidFill>
                <a:srgbClr val="142E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6A908D78-F088-44F4-8B8A-79538D10A986}"/>
              </a:ext>
            </a:extLst>
          </p:cNvPr>
          <p:cNvSpPr/>
          <p:nvPr/>
        </p:nvSpPr>
        <p:spPr>
          <a:xfrm>
            <a:off x="6198968" y="2086173"/>
            <a:ext cx="1457557" cy="1056524"/>
          </a:xfrm>
          <a:custGeom>
            <a:avLst/>
            <a:gdLst>
              <a:gd name="connsiteX0" fmla="*/ 0 w 1706900"/>
              <a:gd name="connsiteY0" fmla="*/ 0 h 1237263"/>
              <a:gd name="connsiteX1" fmla="*/ 100119 w 1706900"/>
              <a:gd name="connsiteY1" fmla="*/ 5056 h 1237263"/>
              <a:gd name="connsiteX2" fmla="*/ 1669345 w 1706900"/>
              <a:gd name="connsiteY2" fmla="*/ 945608 h 1237263"/>
              <a:gd name="connsiteX3" fmla="*/ 1706900 w 1706900"/>
              <a:gd name="connsiteY3" fmla="*/ 1007425 h 1237263"/>
              <a:gd name="connsiteX4" fmla="*/ 1607514 w 1706900"/>
              <a:gd name="connsiteY4" fmla="*/ 1237263 h 1237263"/>
              <a:gd name="connsiteX5" fmla="*/ 1378393 w 1706900"/>
              <a:gd name="connsiteY5" fmla="*/ 1210690 h 1237263"/>
              <a:gd name="connsiteX6" fmla="*/ 1348697 w 1706900"/>
              <a:gd name="connsiteY6" fmla="*/ 1161809 h 1237263"/>
              <a:gd name="connsiteX7" fmla="*/ 60582 w 1706900"/>
              <a:gd name="connsiteY7" fmla="*/ 389747 h 1237263"/>
              <a:gd name="connsiteX8" fmla="*/ 57365 w 1706900"/>
              <a:gd name="connsiteY8" fmla="*/ 389585 h 1237263"/>
              <a:gd name="connsiteX9" fmla="*/ 173430 w 1706900"/>
              <a:gd name="connsiteY9" fmla="*/ 233391 h 1237263"/>
              <a:gd name="connsiteX10" fmla="*/ 0 w 1706900"/>
              <a:gd name="connsiteY10" fmla="*/ 0 h 1237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06900" h="1237263">
                <a:moveTo>
                  <a:pt x="0" y="0"/>
                </a:moveTo>
                <a:lnTo>
                  <a:pt x="100119" y="5056"/>
                </a:lnTo>
                <a:cubicBezTo>
                  <a:pt x="753205" y="71380"/>
                  <a:pt x="1320224" y="428841"/>
                  <a:pt x="1669345" y="945608"/>
                </a:cubicBezTo>
                <a:lnTo>
                  <a:pt x="1706900" y="1007425"/>
                </a:lnTo>
                <a:lnTo>
                  <a:pt x="1607514" y="1237263"/>
                </a:lnTo>
                <a:lnTo>
                  <a:pt x="1378393" y="1210690"/>
                </a:lnTo>
                <a:lnTo>
                  <a:pt x="1348697" y="1161809"/>
                </a:lnTo>
                <a:cubicBezTo>
                  <a:pt x="1062117" y="737616"/>
                  <a:pt x="596675" y="444190"/>
                  <a:pt x="60582" y="389747"/>
                </a:cubicBezTo>
                <a:lnTo>
                  <a:pt x="57365" y="389585"/>
                </a:lnTo>
                <a:lnTo>
                  <a:pt x="173430" y="233391"/>
                </a:lnTo>
                <a:lnTo>
                  <a:pt x="0" y="0"/>
                </a:lnTo>
                <a:close/>
              </a:path>
            </a:pathLst>
          </a:custGeom>
          <a:solidFill>
            <a:srgbClr val="142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A97073AE-0F07-4530-BA4C-4E9A37DA4D8F}"/>
              </a:ext>
            </a:extLst>
          </p:cNvPr>
          <p:cNvSpPr/>
          <p:nvPr/>
        </p:nvSpPr>
        <p:spPr>
          <a:xfrm>
            <a:off x="4538167" y="2087927"/>
            <a:ext cx="1566937" cy="1010877"/>
          </a:xfrm>
          <a:custGeom>
            <a:avLst/>
            <a:gdLst>
              <a:gd name="connsiteX0" fmla="*/ 1663087 w 1834991"/>
              <a:gd name="connsiteY0" fmla="*/ 0 h 1183807"/>
              <a:gd name="connsiteX1" fmla="*/ 1834991 w 1834991"/>
              <a:gd name="connsiteY1" fmla="*/ 231337 h 1183807"/>
              <a:gd name="connsiteX2" fmla="*/ 1721754 w 1834991"/>
              <a:gd name="connsiteY2" fmla="*/ 383725 h 1183807"/>
              <a:gd name="connsiteX3" fmla="*/ 1643165 w 1834991"/>
              <a:gd name="connsiteY3" fmla="*/ 387693 h 1183807"/>
              <a:gd name="connsiteX4" fmla="*/ 355050 w 1834991"/>
              <a:gd name="connsiteY4" fmla="*/ 1159755 h 1183807"/>
              <a:gd name="connsiteX5" fmla="*/ 340438 w 1834991"/>
              <a:gd name="connsiteY5" fmla="*/ 1183807 h 1183807"/>
              <a:gd name="connsiteX6" fmla="*/ 248570 w 1834991"/>
              <a:gd name="connsiteY6" fmla="*/ 971353 h 1183807"/>
              <a:gd name="connsiteX7" fmla="*/ 0 w 1834991"/>
              <a:gd name="connsiteY7" fmla="*/ 1000182 h 1183807"/>
              <a:gd name="connsiteX8" fmla="*/ 34402 w 1834991"/>
              <a:gd name="connsiteY8" fmla="*/ 943554 h 1183807"/>
              <a:gd name="connsiteX9" fmla="*/ 1603628 w 1834991"/>
              <a:gd name="connsiteY9" fmla="*/ 3002 h 1183807"/>
              <a:gd name="connsiteX10" fmla="*/ 1663087 w 1834991"/>
              <a:gd name="connsiteY10" fmla="*/ 0 h 1183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34991" h="1183807">
                <a:moveTo>
                  <a:pt x="1663087" y="0"/>
                </a:moveTo>
                <a:lnTo>
                  <a:pt x="1834991" y="231337"/>
                </a:lnTo>
                <a:lnTo>
                  <a:pt x="1721754" y="383725"/>
                </a:lnTo>
                <a:lnTo>
                  <a:pt x="1643165" y="387693"/>
                </a:lnTo>
                <a:cubicBezTo>
                  <a:pt x="1107073" y="442136"/>
                  <a:pt x="641630" y="735562"/>
                  <a:pt x="355050" y="1159755"/>
                </a:cubicBezTo>
                <a:lnTo>
                  <a:pt x="340438" y="1183807"/>
                </a:lnTo>
                <a:lnTo>
                  <a:pt x="248570" y="971353"/>
                </a:lnTo>
                <a:lnTo>
                  <a:pt x="0" y="1000182"/>
                </a:lnTo>
                <a:lnTo>
                  <a:pt x="34402" y="943554"/>
                </a:lnTo>
                <a:cubicBezTo>
                  <a:pt x="383524" y="426787"/>
                  <a:pt x="950542" y="69326"/>
                  <a:pt x="1603628" y="3002"/>
                </a:cubicBezTo>
                <a:lnTo>
                  <a:pt x="16630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771C004E-0E6B-4BE8-93BF-C4041E7F72D8}"/>
              </a:ext>
            </a:extLst>
          </p:cNvPr>
          <p:cNvSpPr/>
          <p:nvPr/>
        </p:nvSpPr>
        <p:spPr>
          <a:xfrm>
            <a:off x="4224679" y="3098804"/>
            <a:ext cx="513804" cy="1613976"/>
          </a:xfrm>
          <a:custGeom>
            <a:avLst/>
            <a:gdLst>
              <a:gd name="connsiteX0" fmla="*/ 441143 w 601700"/>
              <a:gd name="connsiteY0" fmla="*/ 0 h 1890077"/>
              <a:gd name="connsiteX1" fmla="*/ 536850 w 601700"/>
              <a:gd name="connsiteY1" fmla="*/ 221330 h 1890077"/>
              <a:gd name="connsiteX2" fmla="*/ 525932 w 601700"/>
              <a:gd name="connsiteY2" fmla="*/ 243993 h 1890077"/>
              <a:gd name="connsiteX3" fmla="*/ 386688 w 601700"/>
              <a:gd name="connsiteY3" fmla="*/ 933693 h 1890077"/>
              <a:gd name="connsiteX4" fmla="*/ 600546 w 601700"/>
              <a:gd name="connsiteY4" fmla="*/ 1778281 h 1890077"/>
              <a:gd name="connsiteX5" fmla="*/ 601700 w 601700"/>
              <a:gd name="connsiteY5" fmla="*/ 1780180 h 1890077"/>
              <a:gd name="connsiteX6" fmla="*/ 288806 w 601700"/>
              <a:gd name="connsiteY6" fmla="*/ 1743891 h 1890077"/>
              <a:gd name="connsiteX7" fmla="*/ 225593 w 601700"/>
              <a:gd name="connsiteY7" fmla="*/ 1890077 h 1890077"/>
              <a:gd name="connsiteX8" fmla="*/ 169632 w 601700"/>
              <a:gd name="connsiteY8" fmla="*/ 1773909 h 1890077"/>
              <a:gd name="connsiteX9" fmla="*/ 0 w 601700"/>
              <a:gd name="connsiteY9" fmla="*/ 933693 h 1890077"/>
              <a:gd name="connsiteX10" fmla="*/ 169632 w 601700"/>
              <a:gd name="connsiteY10" fmla="*/ 93477 h 1890077"/>
              <a:gd name="connsiteX11" fmla="*/ 201260 w 601700"/>
              <a:gd name="connsiteY11" fmla="*/ 27822 h 1890077"/>
              <a:gd name="connsiteX12" fmla="*/ 441143 w 601700"/>
              <a:gd name="connsiteY12" fmla="*/ 0 h 189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1700" h="1890077">
                <a:moveTo>
                  <a:pt x="441143" y="0"/>
                </a:moveTo>
                <a:lnTo>
                  <a:pt x="536850" y="221330"/>
                </a:lnTo>
                <a:lnTo>
                  <a:pt x="525932" y="243993"/>
                </a:lnTo>
                <a:cubicBezTo>
                  <a:pt x="436270" y="455979"/>
                  <a:pt x="386688" y="689046"/>
                  <a:pt x="386688" y="933693"/>
                </a:cubicBezTo>
                <a:cubicBezTo>
                  <a:pt x="386688" y="1239502"/>
                  <a:pt x="464159" y="1527217"/>
                  <a:pt x="600546" y="1778281"/>
                </a:cubicBezTo>
                <a:lnTo>
                  <a:pt x="601700" y="1780180"/>
                </a:lnTo>
                <a:lnTo>
                  <a:pt x="288806" y="1743891"/>
                </a:lnTo>
                <a:lnTo>
                  <a:pt x="225593" y="1890077"/>
                </a:lnTo>
                <a:lnTo>
                  <a:pt x="169632" y="1773909"/>
                </a:lnTo>
                <a:cubicBezTo>
                  <a:pt x="60402" y="1515661"/>
                  <a:pt x="0" y="1231731"/>
                  <a:pt x="0" y="933693"/>
                </a:cubicBezTo>
                <a:cubicBezTo>
                  <a:pt x="0" y="635656"/>
                  <a:pt x="60402" y="351726"/>
                  <a:pt x="169632" y="93477"/>
                </a:cubicBezTo>
                <a:lnTo>
                  <a:pt x="201260" y="27822"/>
                </a:lnTo>
                <a:lnTo>
                  <a:pt x="441143" y="0"/>
                </a:lnTo>
                <a:close/>
              </a:path>
            </a:pathLst>
          </a:custGeom>
          <a:solidFill>
            <a:srgbClr val="142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4CC64E65-8CBF-4707-83F4-CD751A234317}"/>
              </a:ext>
            </a:extLst>
          </p:cNvPr>
          <p:cNvSpPr/>
          <p:nvPr/>
        </p:nvSpPr>
        <p:spPr>
          <a:xfrm>
            <a:off x="7453518" y="3164248"/>
            <a:ext cx="485738" cy="1677136"/>
          </a:xfrm>
          <a:custGeom>
            <a:avLst/>
            <a:gdLst>
              <a:gd name="connsiteX0" fmla="*/ 375224 w 568833"/>
              <a:gd name="connsiteY0" fmla="*/ 0 h 1964042"/>
              <a:gd name="connsiteX1" fmla="*/ 399201 w 568833"/>
              <a:gd name="connsiteY1" fmla="*/ 49773 h 1964042"/>
              <a:gd name="connsiteX2" fmla="*/ 568833 w 568833"/>
              <a:gd name="connsiteY2" fmla="*/ 889989 h 1964042"/>
              <a:gd name="connsiteX3" fmla="*/ 308304 w 568833"/>
              <a:gd name="connsiteY3" fmla="*/ 1918896 h 1964042"/>
              <a:gd name="connsiteX4" fmla="*/ 292489 w 568833"/>
              <a:gd name="connsiteY4" fmla="*/ 1944929 h 1964042"/>
              <a:gd name="connsiteX5" fmla="*/ 127690 w 568833"/>
              <a:gd name="connsiteY5" fmla="*/ 1964042 h 1964042"/>
              <a:gd name="connsiteX6" fmla="*/ 0 w 568833"/>
              <a:gd name="connsiteY6" fmla="*/ 1668747 h 1964042"/>
              <a:gd name="connsiteX7" fmla="*/ 42901 w 568833"/>
              <a:gd name="connsiteY7" fmla="*/ 1579689 h 1964042"/>
              <a:gd name="connsiteX8" fmla="*/ 182145 w 568833"/>
              <a:gd name="connsiteY8" fmla="*/ 889989 h 1964042"/>
              <a:gd name="connsiteX9" fmla="*/ 42901 w 568833"/>
              <a:gd name="connsiteY9" fmla="*/ 200289 h 1964042"/>
              <a:gd name="connsiteX10" fmla="*/ 39004 w 568833"/>
              <a:gd name="connsiteY10" fmla="*/ 192198 h 1964042"/>
              <a:gd name="connsiteX11" fmla="*/ 280027 w 568833"/>
              <a:gd name="connsiteY11" fmla="*/ 220152 h 1964042"/>
              <a:gd name="connsiteX12" fmla="*/ 375224 w 568833"/>
              <a:gd name="connsiteY12" fmla="*/ 0 h 1964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8833" h="1964042">
                <a:moveTo>
                  <a:pt x="375224" y="0"/>
                </a:moveTo>
                <a:lnTo>
                  <a:pt x="399201" y="49773"/>
                </a:lnTo>
                <a:cubicBezTo>
                  <a:pt x="508431" y="308022"/>
                  <a:pt x="568833" y="591952"/>
                  <a:pt x="568833" y="889989"/>
                </a:cubicBezTo>
                <a:cubicBezTo>
                  <a:pt x="568833" y="1262536"/>
                  <a:pt x="474455" y="1613040"/>
                  <a:pt x="308304" y="1918896"/>
                </a:cubicBezTo>
                <a:lnTo>
                  <a:pt x="292489" y="1944929"/>
                </a:lnTo>
                <a:lnTo>
                  <a:pt x="127690" y="1964042"/>
                </a:lnTo>
                <a:lnTo>
                  <a:pt x="0" y="1668747"/>
                </a:lnTo>
                <a:lnTo>
                  <a:pt x="42901" y="1579689"/>
                </a:lnTo>
                <a:cubicBezTo>
                  <a:pt x="132564" y="1367703"/>
                  <a:pt x="182145" y="1134636"/>
                  <a:pt x="182145" y="889989"/>
                </a:cubicBezTo>
                <a:cubicBezTo>
                  <a:pt x="182145" y="645342"/>
                  <a:pt x="132564" y="412275"/>
                  <a:pt x="42901" y="200289"/>
                </a:cubicBezTo>
                <a:lnTo>
                  <a:pt x="39004" y="192198"/>
                </a:lnTo>
                <a:lnTo>
                  <a:pt x="280027" y="220152"/>
                </a:lnTo>
                <a:lnTo>
                  <a:pt x="37522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416D2811-E648-4A70-9286-44E7BB7F4BE9}"/>
              </a:ext>
            </a:extLst>
          </p:cNvPr>
          <p:cNvSpPr/>
          <p:nvPr/>
        </p:nvSpPr>
        <p:spPr>
          <a:xfrm>
            <a:off x="6086896" y="4796008"/>
            <a:ext cx="1476226" cy="968857"/>
          </a:xfrm>
          <a:custGeom>
            <a:avLst/>
            <a:gdLst>
              <a:gd name="connsiteX0" fmla="*/ 1457333 w 1728762"/>
              <a:gd name="connsiteY0" fmla="*/ 0 h 1134598"/>
              <a:gd name="connsiteX1" fmla="*/ 1586421 w 1728762"/>
              <a:gd name="connsiteY1" fmla="*/ 298528 h 1134598"/>
              <a:gd name="connsiteX2" fmla="*/ 1728762 w 1728762"/>
              <a:gd name="connsiteY2" fmla="*/ 282020 h 1134598"/>
              <a:gd name="connsiteX3" fmla="*/ 1676325 w 1728762"/>
              <a:gd name="connsiteY3" fmla="*/ 352142 h 1134598"/>
              <a:gd name="connsiteX4" fmla="*/ 231363 w 1728762"/>
              <a:gd name="connsiteY4" fmla="*/ 1126519 h 1134598"/>
              <a:gd name="connsiteX5" fmla="*/ 71377 w 1728762"/>
              <a:gd name="connsiteY5" fmla="*/ 1134598 h 1134598"/>
              <a:gd name="connsiteX6" fmla="*/ 0 w 1728762"/>
              <a:gd name="connsiteY6" fmla="*/ 1038544 h 1134598"/>
              <a:gd name="connsiteX7" fmla="*/ 224152 w 1728762"/>
              <a:gd name="connsiteY7" fmla="*/ 736895 h 1134598"/>
              <a:gd name="connsiteX8" fmla="*/ 367759 w 1728762"/>
              <a:gd name="connsiteY8" fmla="*/ 714977 h 1134598"/>
              <a:gd name="connsiteX9" fmla="*/ 1377938 w 1728762"/>
              <a:gd name="connsiteY9" fmla="*/ 106172 h 1134598"/>
              <a:gd name="connsiteX10" fmla="*/ 1457333 w 1728762"/>
              <a:gd name="connsiteY10" fmla="*/ 0 h 1134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28762" h="1134598">
                <a:moveTo>
                  <a:pt x="1457333" y="0"/>
                </a:moveTo>
                <a:lnTo>
                  <a:pt x="1586421" y="298528"/>
                </a:lnTo>
                <a:lnTo>
                  <a:pt x="1728762" y="282020"/>
                </a:lnTo>
                <a:lnTo>
                  <a:pt x="1676325" y="352142"/>
                </a:lnTo>
                <a:cubicBezTo>
                  <a:pt x="1324401" y="778576"/>
                  <a:pt x="811884" y="1067565"/>
                  <a:pt x="231363" y="1126519"/>
                </a:cubicBezTo>
                <a:lnTo>
                  <a:pt x="71377" y="1134598"/>
                </a:lnTo>
                <a:lnTo>
                  <a:pt x="0" y="1038544"/>
                </a:lnTo>
                <a:lnTo>
                  <a:pt x="224152" y="736895"/>
                </a:lnTo>
                <a:lnTo>
                  <a:pt x="367759" y="714977"/>
                </a:lnTo>
                <a:cubicBezTo>
                  <a:pt x="771469" y="632367"/>
                  <a:pt x="1125168" y="412460"/>
                  <a:pt x="1377938" y="106172"/>
                </a:cubicBezTo>
                <a:lnTo>
                  <a:pt x="1457333" y="0"/>
                </a:lnTo>
                <a:close/>
              </a:path>
            </a:pathLst>
          </a:custGeom>
          <a:solidFill>
            <a:srgbClr val="142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DD4D83E1-33C0-44EE-BAF9-1CE353A23951}"/>
              </a:ext>
            </a:extLst>
          </p:cNvPr>
          <p:cNvSpPr/>
          <p:nvPr/>
        </p:nvSpPr>
        <p:spPr>
          <a:xfrm>
            <a:off x="4565751" y="4825616"/>
            <a:ext cx="1464138" cy="931183"/>
          </a:xfrm>
          <a:custGeom>
            <a:avLst/>
            <a:gdLst>
              <a:gd name="connsiteX0" fmla="*/ 63929 w 1714606"/>
              <a:gd name="connsiteY0" fmla="*/ 0 h 1090480"/>
              <a:gd name="connsiteX1" fmla="*/ 400470 w 1714606"/>
              <a:gd name="connsiteY1" fmla="*/ 39031 h 1090480"/>
              <a:gd name="connsiteX2" fmla="*/ 424749 w 1714606"/>
              <a:gd name="connsiteY2" fmla="*/ 71499 h 1090480"/>
              <a:gd name="connsiteX3" fmla="*/ 1610861 w 1714606"/>
              <a:gd name="connsiteY3" fmla="*/ 707155 h 1090480"/>
              <a:gd name="connsiteX4" fmla="*/ 1714606 w 1714606"/>
              <a:gd name="connsiteY4" fmla="*/ 712394 h 1090480"/>
              <a:gd name="connsiteX5" fmla="*/ 1498013 w 1714606"/>
              <a:gd name="connsiteY5" fmla="*/ 1003871 h 1090480"/>
              <a:gd name="connsiteX6" fmla="*/ 1562371 w 1714606"/>
              <a:gd name="connsiteY6" fmla="*/ 1090480 h 1090480"/>
              <a:gd name="connsiteX7" fmla="*/ 1356997 w 1714606"/>
              <a:gd name="connsiteY7" fmla="*/ 1059136 h 1090480"/>
              <a:gd name="connsiteX8" fmla="*/ 2098 w 1714606"/>
              <a:gd name="connsiteY8" fmla="*/ 151294 h 1090480"/>
              <a:gd name="connsiteX9" fmla="*/ 0 w 1714606"/>
              <a:gd name="connsiteY9" fmla="*/ 147841 h 1090480"/>
              <a:gd name="connsiteX10" fmla="*/ 63929 w 1714606"/>
              <a:gd name="connsiteY10" fmla="*/ 0 h 109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14606" h="1090480">
                <a:moveTo>
                  <a:pt x="63929" y="0"/>
                </a:moveTo>
                <a:lnTo>
                  <a:pt x="400470" y="39031"/>
                </a:lnTo>
                <a:lnTo>
                  <a:pt x="424749" y="71499"/>
                </a:lnTo>
                <a:cubicBezTo>
                  <a:pt x="713630" y="421542"/>
                  <a:pt x="1134334" y="658761"/>
                  <a:pt x="1610861" y="707155"/>
                </a:cubicBezTo>
                <a:lnTo>
                  <a:pt x="1714606" y="712394"/>
                </a:lnTo>
                <a:lnTo>
                  <a:pt x="1498013" y="1003871"/>
                </a:lnTo>
                <a:lnTo>
                  <a:pt x="1562371" y="1090480"/>
                </a:lnTo>
                <a:lnTo>
                  <a:pt x="1356997" y="1059136"/>
                </a:lnTo>
                <a:cubicBezTo>
                  <a:pt x="794924" y="944120"/>
                  <a:pt x="312428" y="610643"/>
                  <a:pt x="2098" y="151294"/>
                </a:cubicBezTo>
                <a:lnTo>
                  <a:pt x="0" y="147841"/>
                </a:lnTo>
                <a:lnTo>
                  <a:pt x="6392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CAC5271-6DE6-4662-89CD-EBE00178EA91}"/>
              </a:ext>
            </a:extLst>
          </p:cNvPr>
          <p:cNvPicPr>
            <a:picLocks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8880" y="2458400"/>
            <a:ext cx="2934237" cy="2934237"/>
          </a:xfrm>
          <a:custGeom>
            <a:avLst/>
            <a:gdLst>
              <a:gd name="connsiteX0" fmla="*/ 1026607 w 2053214"/>
              <a:gd name="connsiteY0" fmla="*/ 0 h 2053210"/>
              <a:gd name="connsiteX1" fmla="*/ 2053214 w 2053214"/>
              <a:gd name="connsiteY1" fmla="*/ 1026605 h 2053210"/>
              <a:gd name="connsiteX2" fmla="*/ 1026607 w 2053214"/>
              <a:gd name="connsiteY2" fmla="*/ 2053210 h 2053210"/>
              <a:gd name="connsiteX3" fmla="*/ 0 w 2053214"/>
              <a:gd name="connsiteY3" fmla="*/ 1026605 h 2053210"/>
              <a:gd name="connsiteX4" fmla="*/ 1026607 w 2053214"/>
              <a:gd name="connsiteY4" fmla="*/ 0 h 205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3214" h="2053210">
                <a:moveTo>
                  <a:pt x="1026607" y="0"/>
                </a:moveTo>
                <a:cubicBezTo>
                  <a:pt x="1593586" y="0"/>
                  <a:pt x="2053214" y="459627"/>
                  <a:pt x="2053214" y="1026605"/>
                </a:cubicBezTo>
                <a:cubicBezTo>
                  <a:pt x="2053214" y="1593583"/>
                  <a:pt x="1593586" y="2053210"/>
                  <a:pt x="1026607" y="2053210"/>
                </a:cubicBezTo>
                <a:cubicBezTo>
                  <a:pt x="459628" y="2053210"/>
                  <a:pt x="0" y="1593583"/>
                  <a:pt x="0" y="1026605"/>
                </a:cubicBezTo>
                <a:cubicBezTo>
                  <a:pt x="0" y="459627"/>
                  <a:pt x="459628" y="0"/>
                  <a:pt x="1026607" y="0"/>
                </a:cubicBezTo>
                <a:close/>
              </a:path>
            </a:pathLst>
          </a:custGeom>
        </p:spPr>
      </p:pic>
      <p:sp>
        <p:nvSpPr>
          <p:cNvPr id="30" name="椭圆 29">
            <a:extLst>
              <a:ext uri="{FF2B5EF4-FFF2-40B4-BE49-F238E27FC236}">
                <a16:creationId xmlns:a16="http://schemas.microsoft.com/office/drawing/2014/main" id="{93C9697F-B48C-4D78-80B2-E8D81B15FC4D}"/>
              </a:ext>
            </a:extLst>
          </p:cNvPr>
          <p:cNvSpPr/>
          <p:nvPr/>
        </p:nvSpPr>
        <p:spPr>
          <a:xfrm flipH="1">
            <a:off x="7866207" y="4075922"/>
            <a:ext cx="115509" cy="115509"/>
          </a:xfrm>
          <a:prstGeom prst="ellipse">
            <a:avLst/>
          </a:prstGeom>
          <a:solidFill>
            <a:srgbClr val="142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ea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5A0B033C-7703-49CE-8C13-E03F09BE270D}"/>
              </a:ext>
            </a:extLst>
          </p:cNvPr>
          <p:cNvSpPr/>
          <p:nvPr/>
        </p:nvSpPr>
        <p:spPr>
          <a:xfrm>
            <a:off x="5090303" y="5420566"/>
            <a:ext cx="115509" cy="115509"/>
          </a:xfrm>
          <a:prstGeom prst="ellipse">
            <a:avLst/>
          </a:prstGeom>
          <a:solidFill>
            <a:srgbClr val="142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ea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AAC94BD0-C079-48AC-AEBD-340AB1C0AA10}"/>
              </a:ext>
            </a:extLst>
          </p:cNvPr>
          <p:cNvSpPr/>
          <p:nvPr/>
        </p:nvSpPr>
        <p:spPr>
          <a:xfrm>
            <a:off x="5090303" y="2296140"/>
            <a:ext cx="115509" cy="115509"/>
          </a:xfrm>
          <a:prstGeom prst="ellipse">
            <a:avLst/>
          </a:prstGeom>
          <a:solidFill>
            <a:srgbClr val="142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ea"/>
            </a:endParaRPr>
          </a:p>
        </p:txBody>
      </p:sp>
      <p:sp>
        <p:nvSpPr>
          <p:cNvPr id="44" name="文本占位符 43">
            <a:extLst>
              <a:ext uri="{FF2B5EF4-FFF2-40B4-BE49-F238E27FC236}">
                <a16:creationId xmlns:a16="http://schemas.microsoft.com/office/drawing/2014/main" id="{A2926136-E3F5-4092-9200-B45799849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550" y="2579319"/>
            <a:ext cx="3173413" cy="1192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请在这里输入您的阐述</a:t>
            </a:r>
          </a:p>
        </p:txBody>
      </p:sp>
      <p:sp>
        <p:nvSpPr>
          <p:cNvPr id="45" name="文本占位符 43">
            <a:extLst>
              <a:ext uri="{FF2B5EF4-FFF2-40B4-BE49-F238E27FC236}">
                <a16:creationId xmlns:a16="http://schemas.microsoft.com/office/drawing/2014/main" id="{DBF77E6B-FDBC-42CC-BD1D-4D1A5B758D2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405" y="4638517"/>
            <a:ext cx="3173413" cy="1192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请在这里输入您的阐述</a:t>
            </a:r>
          </a:p>
        </p:txBody>
      </p:sp>
      <p:sp>
        <p:nvSpPr>
          <p:cNvPr id="46" name="文本占位符 43">
            <a:extLst>
              <a:ext uri="{FF2B5EF4-FFF2-40B4-BE49-F238E27FC236}">
                <a16:creationId xmlns:a16="http://schemas.microsoft.com/office/drawing/2014/main" id="{2FC3BA1F-7EEF-4D31-8B64-97089EF17F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61289" y="2843481"/>
            <a:ext cx="3173413" cy="119221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请在这里输入您的阐述</a:t>
            </a:r>
          </a:p>
        </p:txBody>
      </p:sp>
      <p:sp>
        <p:nvSpPr>
          <p:cNvPr id="50" name="文本占位符 49">
            <a:extLst>
              <a:ext uri="{FF2B5EF4-FFF2-40B4-BE49-F238E27FC236}">
                <a16:creationId xmlns:a16="http://schemas.microsoft.com/office/drawing/2014/main" id="{55CE21E2-F179-4971-A49D-ABBD011F7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2104192"/>
            <a:ext cx="3173413" cy="354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537EC5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请在这里输入你的小标题</a:t>
            </a:r>
          </a:p>
        </p:txBody>
      </p:sp>
      <p:sp>
        <p:nvSpPr>
          <p:cNvPr id="51" name="文本占位符 49">
            <a:extLst>
              <a:ext uri="{FF2B5EF4-FFF2-40B4-BE49-F238E27FC236}">
                <a16:creationId xmlns:a16="http://schemas.microsoft.com/office/drawing/2014/main" id="{6499300B-3A78-4850-A292-7D158A2E70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3404" y="4172079"/>
            <a:ext cx="3173413" cy="354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537EC5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请在这里输入你的小标题</a:t>
            </a:r>
          </a:p>
        </p:txBody>
      </p:sp>
      <p:sp>
        <p:nvSpPr>
          <p:cNvPr id="52" name="文本占位符 49">
            <a:extLst>
              <a:ext uri="{FF2B5EF4-FFF2-40B4-BE49-F238E27FC236}">
                <a16:creationId xmlns:a16="http://schemas.microsoft.com/office/drawing/2014/main" id="{D39B9981-6492-4444-BA72-13E8D0492D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48640" y="2370882"/>
            <a:ext cx="3173413" cy="35484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rgbClr val="537EC5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请在这里输入你的小标题</a:t>
            </a:r>
          </a:p>
        </p:txBody>
      </p:sp>
      <p:sp>
        <p:nvSpPr>
          <p:cNvPr id="53" name="MH_Others_2">
            <a:extLst>
              <a:ext uri="{FF2B5EF4-FFF2-40B4-BE49-F238E27FC236}">
                <a16:creationId xmlns:a16="http://schemas.microsoft.com/office/drawing/2014/main" id="{99134485-8114-4251-950A-BB9A570D3B4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875419" y="344963"/>
            <a:ext cx="6131155" cy="469206"/>
          </a:xfrm>
          <a:prstGeom prst="rect">
            <a:avLst/>
          </a:prstGeom>
          <a:solidFill>
            <a:srgbClr val="173D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4" name="MH_Others_2">
            <a:extLst>
              <a:ext uri="{FF2B5EF4-FFF2-40B4-BE49-F238E27FC236}">
                <a16:creationId xmlns:a16="http://schemas.microsoft.com/office/drawing/2014/main" id="{AA588568-EDE7-4522-A335-347F1BA6012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1" y="388471"/>
            <a:ext cx="1158241" cy="425698"/>
          </a:xfrm>
          <a:prstGeom prst="rect">
            <a:avLst/>
          </a:prstGeom>
          <a:solidFill>
            <a:srgbClr val="579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5" name="文本占位符 3">
            <a:extLst>
              <a:ext uri="{FF2B5EF4-FFF2-40B4-BE49-F238E27FC236}">
                <a16:creationId xmlns:a16="http://schemas.microsoft.com/office/drawing/2014/main" id="{AE83D851-8D14-4B25-B47D-594037C811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9119" y="411327"/>
            <a:ext cx="2590115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主标题</a:t>
            </a:r>
          </a:p>
        </p:txBody>
      </p:sp>
      <p:sp>
        <p:nvSpPr>
          <p:cNvPr id="56" name="文本占位符 5">
            <a:extLst>
              <a:ext uri="{FF2B5EF4-FFF2-40B4-BE49-F238E27FC236}">
                <a16:creationId xmlns:a16="http://schemas.microsoft.com/office/drawing/2014/main" id="{94600261-4961-4B7E-9737-A003B15332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29119" y="883603"/>
            <a:ext cx="2575420" cy="3251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5793C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副标题</a:t>
            </a: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0DF548ED-7F0D-49EF-96D2-D747CD1E21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02684" y="169084"/>
            <a:ext cx="1426149" cy="512447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FF28CB59-F72E-45E6-8FAD-F11ADE80C431}"/>
              </a:ext>
            </a:extLst>
          </p:cNvPr>
          <p:cNvSpPr txBox="1"/>
          <p:nvPr/>
        </p:nvSpPr>
        <p:spPr>
          <a:xfrm>
            <a:off x="10402685" y="752937"/>
            <a:ext cx="15788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b="0" dirty="0">
                <a:solidFill>
                  <a:srgbClr val="142E60"/>
                </a:solidFill>
              </a:rPr>
              <a:t>自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强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不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息   止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于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至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善</a:t>
            </a:r>
          </a:p>
        </p:txBody>
      </p:sp>
    </p:spTree>
    <p:extLst>
      <p:ext uri="{BB962C8B-B14F-4D97-AF65-F5344CB8AC3E}">
        <p14:creationId xmlns:p14="http://schemas.microsoft.com/office/powerpoint/2010/main" val="309910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3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7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8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2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4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7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3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6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9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3" grpId="0" animBg="1"/>
      <p:bldP spid="38" grpId="0" animBg="1"/>
      <p:bldP spid="4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样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窗户, 椅子, 房间&#10;&#10;描述已自动生成">
            <a:extLst>
              <a:ext uri="{FF2B5EF4-FFF2-40B4-BE49-F238E27FC236}">
                <a16:creationId xmlns:a16="http://schemas.microsoft.com/office/drawing/2014/main" id="{0401D86C-A956-435B-9ACC-03EC43F744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68" b="12568"/>
          <a:stretch/>
        </p:blipFill>
        <p:spPr>
          <a:xfrm>
            <a:off x="0" y="0"/>
            <a:ext cx="12214169" cy="6858000"/>
          </a:xfrm>
          <a:prstGeom prst="rect">
            <a:avLst/>
          </a:prstGeom>
        </p:spPr>
      </p:pic>
      <p:sp>
        <p:nvSpPr>
          <p:cNvPr id="4" name="MH_Others_2">
            <a:extLst>
              <a:ext uri="{FF2B5EF4-FFF2-40B4-BE49-F238E27FC236}">
                <a16:creationId xmlns:a16="http://schemas.microsoft.com/office/drawing/2014/main" id="{97F4DAD9-CBC7-44CC-BAA7-31B237CA95C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3875419" y="344963"/>
            <a:ext cx="6131155" cy="469206"/>
          </a:xfrm>
          <a:prstGeom prst="rect">
            <a:avLst/>
          </a:prstGeom>
          <a:solidFill>
            <a:srgbClr val="173D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Others_2">
            <a:extLst>
              <a:ext uri="{FF2B5EF4-FFF2-40B4-BE49-F238E27FC236}">
                <a16:creationId xmlns:a16="http://schemas.microsoft.com/office/drawing/2014/main" id="{393441AE-1A79-4A8D-ACD9-0D56BEBCAFD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-1" y="388471"/>
            <a:ext cx="1158241" cy="425698"/>
          </a:xfrm>
          <a:prstGeom prst="rect">
            <a:avLst/>
          </a:prstGeom>
          <a:solidFill>
            <a:srgbClr val="579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占位符 3">
            <a:extLst>
              <a:ext uri="{FF2B5EF4-FFF2-40B4-BE49-F238E27FC236}">
                <a16:creationId xmlns:a16="http://schemas.microsoft.com/office/drawing/2014/main" id="{667B29A8-A585-4602-9418-DAC6374703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9119" y="411327"/>
            <a:ext cx="2590115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主标题</a:t>
            </a:r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E447CE49-CD0B-49F0-A972-A4D2A140F8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29119" y="883603"/>
            <a:ext cx="2575420" cy="3251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5793C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副标题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2C6BC5-C559-4C43-A294-F9562C0C75C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02684" y="169084"/>
            <a:ext cx="1426149" cy="5124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FAE70F8-53D4-45B4-8F35-FDE65F4115AA}"/>
              </a:ext>
            </a:extLst>
          </p:cNvPr>
          <p:cNvSpPr txBox="1"/>
          <p:nvPr userDrawn="1"/>
        </p:nvSpPr>
        <p:spPr>
          <a:xfrm>
            <a:off x="10402685" y="752937"/>
            <a:ext cx="15788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b="0" dirty="0">
                <a:solidFill>
                  <a:srgbClr val="142E60"/>
                </a:solidFill>
              </a:rPr>
              <a:t>自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强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不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息   止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于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至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善</a:t>
            </a: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B3DACE75-CEEF-4C21-8D99-5A447F046804}"/>
              </a:ext>
            </a:extLst>
          </p:cNvPr>
          <p:cNvSpPr/>
          <p:nvPr userDrawn="1"/>
        </p:nvSpPr>
        <p:spPr>
          <a:xfrm>
            <a:off x="5162118" y="2649383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A5628641-68B5-4EC6-9F9C-4B5B0F9C97FC}"/>
              </a:ext>
            </a:extLst>
          </p:cNvPr>
          <p:cNvSpPr/>
          <p:nvPr userDrawn="1"/>
        </p:nvSpPr>
        <p:spPr>
          <a:xfrm>
            <a:off x="8397680" y="2649383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0E0537DD-D7F1-41E1-B4E7-AD1554F2B6C5}"/>
              </a:ext>
            </a:extLst>
          </p:cNvPr>
          <p:cNvSpPr/>
          <p:nvPr userDrawn="1"/>
        </p:nvSpPr>
        <p:spPr>
          <a:xfrm>
            <a:off x="5162118" y="4532866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194077D3-7CC4-40F4-8E6C-9715C5E74FF6}"/>
              </a:ext>
            </a:extLst>
          </p:cNvPr>
          <p:cNvSpPr/>
          <p:nvPr userDrawn="1"/>
        </p:nvSpPr>
        <p:spPr>
          <a:xfrm>
            <a:off x="8397680" y="4532866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占位符 37">
            <a:extLst>
              <a:ext uri="{FF2B5EF4-FFF2-40B4-BE49-F238E27FC236}">
                <a16:creationId xmlns:a16="http://schemas.microsoft.com/office/drawing/2014/main" id="{15DCDE62-4EC9-4080-B3A6-64AB599C4A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5650" y="1452563"/>
            <a:ext cx="10858500" cy="868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小标题微软雅黑字号</a:t>
            </a:r>
            <a:r>
              <a:rPr lang="en-US" altLang="zh-CN" dirty="0"/>
              <a:t>20</a:t>
            </a:r>
            <a:r>
              <a:rPr lang="zh-CN" altLang="en-US" dirty="0"/>
              <a:t>加粗居中，正文微软雅黑字号</a:t>
            </a:r>
            <a:r>
              <a:rPr lang="en-US" altLang="zh-CN" dirty="0"/>
              <a:t>18</a:t>
            </a:r>
          </a:p>
          <a:p>
            <a:pPr lvl="0"/>
            <a:r>
              <a:rPr lang="zh-CN" altLang="en-US" dirty="0"/>
              <a:t>在图片上右键选择</a:t>
            </a:r>
            <a:r>
              <a:rPr lang="en-US" altLang="zh-CN" dirty="0"/>
              <a:t>“</a:t>
            </a:r>
            <a:r>
              <a:rPr lang="zh-CN" altLang="en-US" dirty="0"/>
              <a:t>更改图片</a:t>
            </a:r>
            <a:r>
              <a:rPr lang="en-US" altLang="zh-CN" dirty="0"/>
              <a:t>”</a:t>
            </a:r>
            <a:r>
              <a:rPr lang="zh-CN" altLang="en-US" dirty="0"/>
              <a:t>即可替换图片</a:t>
            </a:r>
          </a:p>
        </p:txBody>
      </p: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97027313-26E8-4C8A-86F4-5533B070BA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7763" y="2649383"/>
            <a:ext cx="2383440" cy="3937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1" name="文本占位符 39">
            <a:extLst>
              <a:ext uri="{FF2B5EF4-FFF2-40B4-BE49-F238E27FC236}">
                <a16:creationId xmlns:a16="http://schemas.microsoft.com/office/drawing/2014/main" id="{4C0086E9-7103-42F7-A589-139E7AE03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14854" y="2649383"/>
            <a:ext cx="2383440" cy="3937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2" name="文本占位符 39">
            <a:extLst>
              <a:ext uri="{FF2B5EF4-FFF2-40B4-BE49-F238E27FC236}">
                <a16:creationId xmlns:a16="http://schemas.microsoft.com/office/drawing/2014/main" id="{CC490229-3201-4D30-BD39-5A652E964D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0980" y="4515507"/>
            <a:ext cx="2383440" cy="3937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3" name="文本占位符 39">
            <a:extLst>
              <a:ext uri="{FF2B5EF4-FFF2-40B4-BE49-F238E27FC236}">
                <a16:creationId xmlns:a16="http://schemas.microsoft.com/office/drawing/2014/main" id="{48EA1FE4-D2FD-45F5-A9FE-7D6FEE0CDD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28071" y="4515507"/>
            <a:ext cx="2383440" cy="3937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4" name="文本占位符 39">
            <a:extLst>
              <a:ext uri="{FF2B5EF4-FFF2-40B4-BE49-F238E27FC236}">
                <a16:creationId xmlns:a16="http://schemas.microsoft.com/office/drawing/2014/main" id="{6B8368C1-011C-4BBE-9A29-590B308D4BD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9588" y="3231715"/>
            <a:ext cx="2539790" cy="112162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</a:lstStyle>
          <a:p>
            <a:pPr lvl="0"/>
            <a:r>
              <a:rPr lang="zh-CN" altLang="en-US" dirty="0"/>
              <a:t>请输入你的内容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请输入你的内容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请输入你的内容</a:t>
            </a:r>
          </a:p>
          <a:p>
            <a:pPr lvl="0"/>
            <a:endParaRPr lang="zh-CN" altLang="en-US" dirty="0"/>
          </a:p>
        </p:txBody>
      </p:sp>
      <p:sp>
        <p:nvSpPr>
          <p:cNvPr id="45" name="文本占位符 39">
            <a:extLst>
              <a:ext uri="{FF2B5EF4-FFF2-40B4-BE49-F238E27FC236}">
                <a16:creationId xmlns:a16="http://schemas.microsoft.com/office/drawing/2014/main" id="{A4376B32-B53C-40B0-B4A1-1D90D52002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69588" y="5135671"/>
            <a:ext cx="2539790" cy="109633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</a:lstStyle>
          <a:p>
            <a:pPr lvl="0"/>
            <a:r>
              <a:rPr lang="zh-CN" altLang="en-US" dirty="0"/>
              <a:t>请输入你的内容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请输入你的内容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请输入你的内容</a:t>
            </a:r>
          </a:p>
          <a:p>
            <a:pPr lvl="0"/>
            <a:endParaRPr lang="zh-CN" altLang="en-US" dirty="0"/>
          </a:p>
        </p:txBody>
      </p:sp>
      <p:sp>
        <p:nvSpPr>
          <p:cNvPr id="46" name="文本占位符 39">
            <a:extLst>
              <a:ext uri="{FF2B5EF4-FFF2-40B4-BE49-F238E27FC236}">
                <a16:creationId xmlns:a16="http://schemas.microsoft.com/office/drawing/2014/main" id="{D4DE7C82-9684-40B7-AE8C-B542D93043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05150" y="3231715"/>
            <a:ext cx="2539790" cy="112162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</a:lstStyle>
          <a:p>
            <a:pPr lvl="0"/>
            <a:r>
              <a:rPr lang="zh-CN" altLang="en-US" dirty="0"/>
              <a:t>请输入你的内容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请输入你的内容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请输入你的内容</a:t>
            </a:r>
          </a:p>
          <a:p>
            <a:pPr lvl="0"/>
            <a:endParaRPr lang="zh-CN" altLang="en-US" dirty="0"/>
          </a:p>
        </p:txBody>
      </p:sp>
      <p:sp>
        <p:nvSpPr>
          <p:cNvPr id="47" name="文本占位符 39">
            <a:extLst>
              <a:ext uri="{FF2B5EF4-FFF2-40B4-BE49-F238E27FC236}">
                <a16:creationId xmlns:a16="http://schemas.microsoft.com/office/drawing/2014/main" id="{0888496B-1A16-4328-995E-9A95C86D52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05150" y="5135671"/>
            <a:ext cx="2539790" cy="109633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</a:lstStyle>
          <a:p>
            <a:pPr lvl="0"/>
            <a:r>
              <a:rPr lang="zh-CN" altLang="en-US" dirty="0"/>
              <a:t>请输入你的内容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请输入你的内容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请输入你的内容</a:t>
            </a:r>
          </a:p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147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窗户, 椅子, 房间&#10;&#10;描述已自动生成">
            <a:extLst>
              <a:ext uri="{FF2B5EF4-FFF2-40B4-BE49-F238E27FC236}">
                <a16:creationId xmlns:a16="http://schemas.microsoft.com/office/drawing/2014/main" id="{0401D86C-A956-435B-9ACC-03EC43F744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68" b="12568"/>
          <a:stretch/>
        </p:blipFill>
        <p:spPr>
          <a:xfrm>
            <a:off x="0" y="0"/>
            <a:ext cx="12214169" cy="6858000"/>
          </a:xfrm>
          <a:prstGeom prst="rect">
            <a:avLst/>
          </a:prstGeom>
        </p:spPr>
      </p:pic>
      <p:sp>
        <p:nvSpPr>
          <p:cNvPr id="4" name="MH_Others_2">
            <a:extLst>
              <a:ext uri="{FF2B5EF4-FFF2-40B4-BE49-F238E27FC236}">
                <a16:creationId xmlns:a16="http://schemas.microsoft.com/office/drawing/2014/main" id="{97F4DAD9-CBC7-44CC-BAA7-31B237CA95C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3875419" y="344963"/>
            <a:ext cx="6131155" cy="469206"/>
          </a:xfrm>
          <a:prstGeom prst="rect">
            <a:avLst/>
          </a:prstGeom>
          <a:solidFill>
            <a:srgbClr val="173D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Others_2">
            <a:extLst>
              <a:ext uri="{FF2B5EF4-FFF2-40B4-BE49-F238E27FC236}">
                <a16:creationId xmlns:a16="http://schemas.microsoft.com/office/drawing/2014/main" id="{393441AE-1A79-4A8D-ACD9-0D56BEBCAFD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-1" y="388471"/>
            <a:ext cx="1158241" cy="425698"/>
          </a:xfrm>
          <a:prstGeom prst="rect">
            <a:avLst/>
          </a:prstGeom>
          <a:solidFill>
            <a:srgbClr val="579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占位符 3">
            <a:extLst>
              <a:ext uri="{FF2B5EF4-FFF2-40B4-BE49-F238E27FC236}">
                <a16:creationId xmlns:a16="http://schemas.microsoft.com/office/drawing/2014/main" id="{667B29A8-A585-4602-9418-DAC6374703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9119" y="411327"/>
            <a:ext cx="2590115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参考文献</a:t>
            </a:r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E447CE49-CD0B-49F0-A972-A4D2A140F8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29119" y="883603"/>
            <a:ext cx="2575420" cy="3251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5793C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Relevant Reference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2C6BC5-C559-4C43-A294-F9562C0C75C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02684" y="169084"/>
            <a:ext cx="1426149" cy="5124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FAE70F8-53D4-45B4-8F35-FDE65F4115AA}"/>
              </a:ext>
            </a:extLst>
          </p:cNvPr>
          <p:cNvSpPr txBox="1"/>
          <p:nvPr userDrawn="1"/>
        </p:nvSpPr>
        <p:spPr>
          <a:xfrm>
            <a:off x="10402685" y="752937"/>
            <a:ext cx="15788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b="0" dirty="0">
                <a:solidFill>
                  <a:srgbClr val="142E60"/>
                </a:solidFill>
              </a:rPr>
              <a:t>自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强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不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息   止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于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至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善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063FA36-B666-4080-82F5-F21C9DC4BC90}"/>
              </a:ext>
            </a:extLst>
          </p:cNvPr>
          <p:cNvGrpSpPr/>
          <p:nvPr userDrawn="1"/>
        </p:nvGrpSpPr>
        <p:grpSpPr>
          <a:xfrm>
            <a:off x="660400" y="1866723"/>
            <a:ext cx="9591040" cy="437912"/>
            <a:chOff x="660400" y="1866723"/>
            <a:chExt cx="9591040" cy="437912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F12D557-BC6A-4A53-A2EE-3F4F78D9062F}"/>
                </a:ext>
              </a:extLst>
            </p:cNvPr>
            <p:cNvSpPr txBox="1"/>
            <p:nvPr/>
          </p:nvSpPr>
          <p:spPr>
            <a:xfrm>
              <a:off x="660400" y="1866723"/>
              <a:ext cx="7310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b="1" kern="100" dirty="0">
                  <a:solidFill>
                    <a:srgbClr val="142E60"/>
                  </a:solidFill>
                  <a:latin typeface="+mn-ea"/>
                </a:rPr>
                <a:t>［</a:t>
              </a:r>
              <a:r>
                <a:rPr lang="en-US" altLang="zh-CN" b="1" kern="100" dirty="0">
                  <a:solidFill>
                    <a:srgbClr val="142E60"/>
                  </a:solidFill>
                  <a:latin typeface="+mn-ea"/>
                </a:rPr>
                <a:t>1</a:t>
              </a:r>
              <a:r>
                <a:rPr lang="zh-CN" altLang="zh-CN" b="1" kern="100" dirty="0">
                  <a:solidFill>
                    <a:srgbClr val="142E60"/>
                  </a:solidFill>
                  <a:latin typeface="+mn-ea"/>
                </a:rPr>
                <a:t>］</a:t>
              </a:r>
              <a:endParaRPr lang="zh-CN" altLang="zh-CN" kern="100" dirty="0">
                <a:latin typeface="+mn-ea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5EBBC2F-5ECC-4F6A-B017-28E841066DF8}"/>
                </a:ext>
              </a:extLst>
            </p:cNvPr>
            <p:cNvCxnSpPr/>
            <p:nvPr/>
          </p:nvCxnSpPr>
          <p:spPr>
            <a:xfrm>
              <a:off x="914400" y="2304635"/>
              <a:ext cx="933704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BAA1CAA-2C8F-452E-933C-9677DCCB3A87}"/>
              </a:ext>
            </a:extLst>
          </p:cNvPr>
          <p:cNvGrpSpPr/>
          <p:nvPr userDrawn="1"/>
        </p:nvGrpSpPr>
        <p:grpSpPr>
          <a:xfrm>
            <a:off x="660400" y="2472632"/>
            <a:ext cx="9591040" cy="436010"/>
            <a:chOff x="660400" y="2472632"/>
            <a:chExt cx="9591040" cy="43601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AFDF3EB-8091-408C-872E-B12A58B07363}"/>
                </a:ext>
              </a:extLst>
            </p:cNvPr>
            <p:cNvSpPr txBox="1"/>
            <p:nvPr/>
          </p:nvSpPr>
          <p:spPr>
            <a:xfrm>
              <a:off x="660400" y="2472632"/>
              <a:ext cx="7310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［</a:t>
              </a:r>
              <a:r>
                <a:rPr lang="en-US" altLang="zh-CN" b="1" kern="100" dirty="0">
                  <a:solidFill>
                    <a:srgbClr val="142E60"/>
                  </a:solidFill>
                  <a:latin typeface="+mn-ea"/>
                </a:rPr>
                <a:t>2</a:t>
              </a:r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］</a:t>
              </a:r>
              <a:endParaRPr lang="en-US" altLang="zh-CN" kern="100" dirty="0">
                <a:latin typeface="+mn-ea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D3D044E-ACF4-4777-8C83-DA198DB22B76}"/>
                </a:ext>
              </a:extLst>
            </p:cNvPr>
            <p:cNvCxnSpPr/>
            <p:nvPr/>
          </p:nvCxnSpPr>
          <p:spPr>
            <a:xfrm>
              <a:off x="914400" y="2908642"/>
              <a:ext cx="933704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DDF6543-3D52-444C-81A0-C29529F99768}"/>
              </a:ext>
            </a:extLst>
          </p:cNvPr>
          <p:cNvGrpSpPr/>
          <p:nvPr userDrawn="1"/>
        </p:nvGrpSpPr>
        <p:grpSpPr>
          <a:xfrm>
            <a:off x="660399" y="3078541"/>
            <a:ext cx="9591041" cy="434108"/>
            <a:chOff x="660399" y="3078541"/>
            <a:chExt cx="9591041" cy="434108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5B15949-4D41-4154-A6B7-E4CC3B9F5611}"/>
                </a:ext>
              </a:extLst>
            </p:cNvPr>
            <p:cNvSpPr txBox="1"/>
            <p:nvPr/>
          </p:nvSpPr>
          <p:spPr>
            <a:xfrm>
              <a:off x="660399" y="3078541"/>
              <a:ext cx="7310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［</a:t>
              </a:r>
              <a:r>
                <a:rPr lang="en-US" altLang="zh-CN" b="1" kern="100" dirty="0">
                  <a:solidFill>
                    <a:srgbClr val="142E60"/>
                  </a:solidFill>
                  <a:latin typeface="+mn-ea"/>
                </a:rPr>
                <a:t>3</a:t>
              </a:r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］</a:t>
              </a:r>
              <a:endParaRPr lang="en-US" altLang="zh-CN" kern="100" dirty="0">
                <a:latin typeface="+mn-ea"/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A1F6E2CE-2FA3-4B49-A007-21C9AA21E0E1}"/>
                </a:ext>
              </a:extLst>
            </p:cNvPr>
            <p:cNvCxnSpPr/>
            <p:nvPr/>
          </p:nvCxnSpPr>
          <p:spPr>
            <a:xfrm>
              <a:off x="914400" y="3512649"/>
              <a:ext cx="933704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FC38FF2-A5E0-4501-976C-2A355E7DA0BF}"/>
              </a:ext>
            </a:extLst>
          </p:cNvPr>
          <p:cNvGrpSpPr/>
          <p:nvPr userDrawn="1"/>
        </p:nvGrpSpPr>
        <p:grpSpPr>
          <a:xfrm>
            <a:off x="660400" y="3684450"/>
            <a:ext cx="9591040" cy="432206"/>
            <a:chOff x="660400" y="3684450"/>
            <a:chExt cx="9591040" cy="432206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DD3BE0E-2930-48CB-9A93-B94EDB593137}"/>
                </a:ext>
              </a:extLst>
            </p:cNvPr>
            <p:cNvSpPr txBox="1"/>
            <p:nvPr/>
          </p:nvSpPr>
          <p:spPr>
            <a:xfrm>
              <a:off x="660400" y="3684450"/>
              <a:ext cx="7310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［</a:t>
              </a:r>
              <a:r>
                <a:rPr lang="en-US" altLang="zh-CN" b="1" kern="100" dirty="0">
                  <a:solidFill>
                    <a:srgbClr val="142E60"/>
                  </a:solidFill>
                  <a:latin typeface="+mn-ea"/>
                </a:rPr>
                <a:t>4</a:t>
              </a:r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］</a:t>
              </a:r>
              <a:endParaRPr lang="en-US" altLang="zh-CN" kern="100" dirty="0">
                <a:latin typeface="+mn-ea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9AC68FAA-D460-4940-B118-F14445D07AD7}"/>
                </a:ext>
              </a:extLst>
            </p:cNvPr>
            <p:cNvCxnSpPr/>
            <p:nvPr/>
          </p:nvCxnSpPr>
          <p:spPr>
            <a:xfrm>
              <a:off x="914400" y="4116656"/>
              <a:ext cx="933704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1D9F818-4AC7-4F0C-BE3D-4FC1B223AA76}"/>
              </a:ext>
            </a:extLst>
          </p:cNvPr>
          <p:cNvGrpSpPr/>
          <p:nvPr userDrawn="1"/>
        </p:nvGrpSpPr>
        <p:grpSpPr>
          <a:xfrm>
            <a:off x="660400" y="4290359"/>
            <a:ext cx="9591040" cy="430304"/>
            <a:chOff x="660400" y="4290359"/>
            <a:chExt cx="9591040" cy="430304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3E93B02-BAD9-4E5C-81C1-8179211D66D5}"/>
                </a:ext>
              </a:extLst>
            </p:cNvPr>
            <p:cNvSpPr txBox="1"/>
            <p:nvPr/>
          </p:nvSpPr>
          <p:spPr>
            <a:xfrm>
              <a:off x="660400" y="4290359"/>
              <a:ext cx="7310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［</a:t>
              </a:r>
              <a:r>
                <a:rPr lang="en-US" altLang="zh-CN" b="1" kern="100" dirty="0">
                  <a:solidFill>
                    <a:srgbClr val="142E60"/>
                  </a:solidFill>
                  <a:latin typeface="+mn-ea"/>
                </a:rPr>
                <a:t>5</a:t>
              </a:r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］</a:t>
              </a:r>
              <a:endParaRPr lang="en-US" altLang="zh-CN" kern="100" dirty="0">
                <a:latin typeface="+mn-ea"/>
              </a:endParaRP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DAFAED7E-6CF2-4F97-BA32-DF083170FC34}"/>
                </a:ext>
              </a:extLst>
            </p:cNvPr>
            <p:cNvCxnSpPr/>
            <p:nvPr/>
          </p:nvCxnSpPr>
          <p:spPr>
            <a:xfrm>
              <a:off x="914400" y="4720663"/>
              <a:ext cx="933704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A41C81A-EEAD-4241-BCBE-350C5B414D01}"/>
              </a:ext>
            </a:extLst>
          </p:cNvPr>
          <p:cNvGrpSpPr/>
          <p:nvPr userDrawn="1"/>
        </p:nvGrpSpPr>
        <p:grpSpPr>
          <a:xfrm>
            <a:off x="660399" y="4896270"/>
            <a:ext cx="9591041" cy="458908"/>
            <a:chOff x="660399" y="4896270"/>
            <a:chExt cx="9591041" cy="458908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31E88A4-F4C8-4DFF-8CED-B4CA58E8EC38}"/>
                </a:ext>
              </a:extLst>
            </p:cNvPr>
            <p:cNvSpPr txBox="1"/>
            <p:nvPr/>
          </p:nvSpPr>
          <p:spPr>
            <a:xfrm>
              <a:off x="660399" y="4896270"/>
              <a:ext cx="731079" cy="458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［</a:t>
              </a:r>
              <a:r>
                <a:rPr lang="en-US" altLang="zh-CN" b="1" kern="100" dirty="0">
                  <a:solidFill>
                    <a:srgbClr val="142E60"/>
                  </a:solidFill>
                  <a:latin typeface="+mn-ea"/>
                </a:rPr>
                <a:t>6</a:t>
              </a:r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］</a:t>
              </a:r>
              <a:endParaRPr lang="en-US" altLang="zh-CN" kern="100" dirty="0">
                <a:latin typeface="+mn-ea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B4F5C875-FAF4-4ECC-8DA3-D4E608A88239}"/>
                </a:ext>
              </a:extLst>
            </p:cNvPr>
            <p:cNvCxnSpPr/>
            <p:nvPr/>
          </p:nvCxnSpPr>
          <p:spPr>
            <a:xfrm>
              <a:off x="914400" y="5324669"/>
              <a:ext cx="933704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占位符 27">
            <a:extLst>
              <a:ext uri="{FF2B5EF4-FFF2-40B4-BE49-F238E27FC236}">
                <a16:creationId xmlns:a16="http://schemas.microsoft.com/office/drawing/2014/main" id="{93976210-6EBC-4E08-9FC8-6333CBA89A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91603" y="1898449"/>
            <a:ext cx="8859837" cy="314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zh-CN" altLang="en-US" dirty="0"/>
              <a:t>请在这里输入你的参考文献</a:t>
            </a:r>
          </a:p>
        </p:txBody>
      </p:sp>
      <p:sp>
        <p:nvSpPr>
          <p:cNvPr id="32" name="文本占位符 27">
            <a:extLst>
              <a:ext uri="{FF2B5EF4-FFF2-40B4-BE49-F238E27FC236}">
                <a16:creationId xmlns:a16="http://schemas.microsoft.com/office/drawing/2014/main" id="{6FCCEECD-DF07-4508-A955-4361FEBAD9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91478" y="2499956"/>
            <a:ext cx="8859837" cy="314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zh-CN" altLang="en-US" dirty="0"/>
              <a:t>请在这里输入你的参考文献</a:t>
            </a:r>
          </a:p>
        </p:txBody>
      </p:sp>
      <p:sp>
        <p:nvSpPr>
          <p:cNvPr id="33" name="文本占位符 27">
            <a:extLst>
              <a:ext uri="{FF2B5EF4-FFF2-40B4-BE49-F238E27FC236}">
                <a16:creationId xmlns:a16="http://schemas.microsoft.com/office/drawing/2014/main" id="{08D8CDD2-84C4-406A-9FB9-2A4BDDB4A8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1353" y="3101463"/>
            <a:ext cx="8859837" cy="314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zh-CN" altLang="en-US" dirty="0"/>
              <a:t>请在这里输入你的参考文献</a:t>
            </a:r>
          </a:p>
        </p:txBody>
      </p:sp>
      <p:sp>
        <p:nvSpPr>
          <p:cNvPr id="34" name="文本占位符 27">
            <a:extLst>
              <a:ext uri="{FF2B5EF4-FFF2-40B4-BE49-F238E27FC236}">
                <a16:creationId xmlns:a16="http://schemas.microsoft.com/office/drawing/2014/main" id="{E5119B11-64A4-4514-BD5A-B72273C1E2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91228" y="3702970"/>
            <a:ext cx="8859837" cy="314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zh-CN" altLang="en-US" dirty="0"/>
              <a:t>请在这里输入你的参考文献</a:t>
            </a:r>
          </a:p>
        </p:txBody>
      </p:sp>
      <p:sp>
        <p:nvSpPr>
          <p:cNvPr id="35" name="文本占位符 27">
            <a:extLst>
              <a:ext uri="{FF2B5EF4-FFF2-40B4-BE49-F238E27FC236}">
                <a16:creationId xmlns:a16="http://schemas.microsoft.com/office/drawing/2014/main" id="{AFD2A6AA-18B2-497A-B34C-C0B24759B3F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91103" y="4304477"/>
            <a:ext cx="8859837" cy="314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zh-CN" altLang="en-US" dirty="0"/>
              <a:t>请在这里输入你的参考文献</a:t>
            </a:r>
          </a:p>
        </p:txBody>
      </p:sp>
      <p:sp>
        <p:nvSpPr>
          <p:cNvPr id="36" name="文本占位符 27">
            <a:extLst>
              <a:ext uri="{FF2B5EF4-FFF2-40B4-BE49-F238E27FC236}">
                <a16:creationId xmlns:a16="http://schemas.microsoft.com/office/drawing/2014/main" id="{8636F7AE-AE4E-45D7-9AE2-EA44AAE927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90978" y="4954317"/>
            <a:ext cx="8859837" cy="314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zh-CN" altLang="en-US" dirty="0"/>
              <a:t>请在这里输入你的参考文献</a:t>
            </a:r>
          </a:p>
        </p:txBody>
      </p:sp>
    </p:spTree>
    <p:extLst>
      <p:ext uri="{BB962C8B-B14F-4D97-AF65-F5344CB8AC3E}">
        <p14:creationId xmlns:p14="http://schemas.microsoft.com/office/powerpoint/2010/main" val="170358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5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4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65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9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15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4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65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9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15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5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4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65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5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25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25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25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25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25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25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937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  <p:sldLayoutId id="2147483652" r:id="rId5"/>
    <p:sldLayoutId id="2147483654" r:id="rId6"/>
    <p:sldLayoutId id="2147483655" r:id="rId7"/>
    <p:sldLayoutId id="2147483653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7417F543-3A65-478C-80E3-46CBB688AF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8974" y="2310270"/>
            <a:ext cx="5798382" cy="878840"/>
          </a:xfrm>
        </p:spPr>
        <p:txBody>
          <a:bodyPr/>
          <a:lstStyle/>
          <a:p>
            <a:r>
              <a:rPr lang="zh-CN" altLang="en-US" sz="4400" dirty="0">
                <a:cs typeface="+mn-ea"/>
              </a:rPr>
              <a:t>串联反应器停留时间分布的测定</a:t>
            </a:r>
          </a:p>
          <a:p>
            <a:endParaRPr lang="zh-CN" altLang="en-US" dirty="0"/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74BB5903-FE2E-42BF-B5EC-30499D40C3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8974" y="1636686"/>
            <a:ext cx="5798382" cy="878840"/>
          </a:xfrm>
        </p:spPr>
        <p:txBody>
          <a:bodyPr/>
          <a:lstStyle/>
          <a:p>
            <a:r>
              <a:rPr lang="zh-CN" altLang="en-US" dirty="0"/>
              <a:t>化工基础实验七</a:t>
            </a:r>
          </a:p>
          <a:p>
            <a:endParaRPr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DBFB91F5-07A0-4AB8-B668-89C269D648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502" y="3641672"/>
            <a:ext cx="6637537" cy="276999"/>
          </a:xfrm>
        </p:spPr>
        <p:txBody>
          <a:bodyPr/>
          <a:lstStyle/>
          <a:p>
            <a:pPr algn="just"/>
            <a:r>
              <a:rPr lang="en-US" altLang="zh-CN" dirty="0">
                <a:cs typeface="+mn-ea"/>
              </a:rPr>
              <a:t>Basic Experiments in Chemical Engineering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711102-13AA-4D7B-AF11-830DC2EFF2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8974" y="4361226"/>
            <a:ext cx="2686049" cy="348133"/>
          </a:xfrm>
        </p:spPr>
        <p:txBody>
          <a:bodyPr/>
          <a:lstStyle/>
          <a:p>
            <a:r>
              <a:rPr lang="en-US" altLang="zh-CN" dirty="0">
                <a:latin typeface="Arial"/>
                <a:cs typeface="+mn-ea"/>
              </a:rPr>
              <a:t>A3</a:t>
            </a:r>
            <a:r>
              <a:rPr lang="zh-CN" altLang="en-US" dirty="0">
                <a:latin typeface="Arial"/>
                <a:cs typeface="+mn-ea"/>
              </a:rPr>
              <a:t> </a:t>
            </a:r>
            <a:r>
              <a:rPr lang="en-US" altLang="zh-CN" dirty="0">
                <a:latin typeface="Arial"/>
                <a:cs typeface="+mn-ea"/>
              </a:rPr>
              <a:t>| </a:t>
            </a:r>
            <a:r>
              <a:rPr lang="zh-CN" altLang="en-US" dirty="0">
                <a:latin typeface="Arial"/>
                <a:cs typeface="+mn-ea"/>
              </a:rPr>
              <a:t>陈丽娇 张智翔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166360E-6B04-407E-8363-4BB0E7FEDC0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36512" y="4371233"/>
            <a:ext cx="3539084" cy="338126"/>
          </a:xfrm>
        </p:spPr>
        <p:txBody>
          <a:bodyPr/>
          <a:lstStyle/>
          <a:p>
            <a:r>
              <a:rPr lang="zh-CN" altLang="zh-CN" dirty="0"/>
              <a:t>指导老师</a:t>
            </a:r>
            <a:r>
              <a:rPr lang="en-US" altLang="zh-CN" dirty="0"/>
              <a:t> | </a:t>
            </a:r>
            <a:r>
              <a:rPr lang="zh-CN" altLang="en-US" dirty="0"/>
              <a:t>肖宗源</a:t>
            </a:r>
            <a:r>
              <a:rPr lang="en-US" altLang="zh-CN" dirty="0"/>
              <a:t>/</a:t>
            </a:r>
            <a:r>
              <a:rPr lang="zh-CN" altLang="en-US" dirty="0"/>
              <a:t>洪文晶 陈学云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71FF38A-3907-4FF6-A0CB-7D344F1F90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zh-CN" altLang="zh-CN" dirty="0"/>
              <a:t>日期</a:t>
            </a:r>
            <a:r>
              <a:rPr lang="en-US" altLang="zh-CN" dirty="0"/>
              <a:t> | 2024/12/03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955954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8">
            <a:extLst>
              <a:ext uri="{FF2B5EF4-FFF2-40B4-BE49-F238E27FC236}">
                <a16:creationId xmlns:a16="http://schemas.microsoft.com/office/drawing/2014/main" id="{98953939-BE8A-43F0-8F70-F4796645682D}"/>
              </a:ext>
            </a:extLst>
          </p:cNvPr>
          <p:cNvGrpSpPr/>
          <p:nvPr/>
        </p:nvGrpSpPr>
        <p:grpSpPr>
          <a:xfrm>
            <a:off x="6237602" y="1758101"/>
            <a:ext cx="495959" cy="495959"/>
            <a:chOff x="6932134" y="1758101"/>
            <a:chExt cx="495959" cy="495959"/>
          </a:xfrm>
        </p:grpSpPr>
        <p:sp>
          <p:nvSpPr>
            <p:cNvPr id="57" name="íṥļîḓê">
              <a:extLst>
                <a:ext uri="{FF2B5EF4-FFF2-40B4-BE49-F238E27FC236}">
                  <a16:creationId xmlns:a16="http://schemas.microsoft.com/office/drawing/2014/main" id="{2CCE1E94-CE6A-4C9C-889A-E4DDCA6EB568}"/>
                </a:ext>
              </a:extLst>
            </p:cNvPr>
            <p:cNvSpPr/>
            <p:nvPr/>
          </p:nvSpPr>
          <p:spPr>
            <a:xfrm>
              <a:off x="6932134" y="1758101"/>
              <a:ext cx="495959" cy="49595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58" name="íṥlíḓê">
              <a:extLst>
                <a:ext uri="{FF2B5EF4-FFF2-40B4-BE49-F238E27FC236}">
                  <a16:creationId xmlns:a16="http://schemas.microsoft.com/office/drawing/2014/main" id="{96CFE4E9-367B-43FB-A401-10400D285F30}"/>
                </a:ext>
              </a:extLst>
            </p:cNvPr>
            <p:cNvSpPr/>
            <p:nvPr/>
          </p:nvSpPr>
          <p:spPr>
            <a:xfrm>
              <a:off x="6977987" y="1803954"/>
              <a:ext cx="404253" cy="4042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59" name="ïśļiḑé">
              <a:extLst>
                <a:ext uri="{FF2B5EF4-FFF2-40B4-BE49-F238E27FC236}">
                  <a16:creationId xmlns:a16="http://schemas.microsoft.com/office/drawing/2014/main" id="{4C9094CE-E8A4-4113-BF97-1B04917299A3}"/>
                </a:ext>
              </a:extLst>
            </p:cNvPr>
            <p:cNvSpPr/>
            <p:nvPr/>
          </p:nvSpPr>
          <p:spPr>
            <a:xfrm>
              <a:off x="7090908" y="1881762"/>
              <a:ext cx="178407" cy="248637"/>
            </a:xfrm>
            <a:custGeom>
              <a:avLst/>
              <a:gdLst>
                <a:gd name="T0" fmla="*/ 2988 w 2988"/>
                <a:gd name="T1" fmla="*/ 865 h 4170"/>
                <a:gd name="T2" fmla="*/ 2988 w 2988"/>
                <a:gd name="T3" fmla="*/ 0 h 4170"/>
                <a:gd name="T4" fmla="*/ 2123 w 2988"/>
                <a:gd name="T5" fmla="*/ 0 h 4170"/>
                <a:gd name="T6" fmla="*/ 2123 w 2988"/>
                <a:gd name="T7" fmla="*/ 253 h 4170"/>
                <a:gd name="T8" fmla="*/ 1347 w 2988"/>
                <a:gd name="T9" fmla="*/ 253 h 4170"/>
                <a:gd name="T10" fmla="*/ 1347 w 2988"/>
                <a:gd name="T11" fmla="*/ 1952 h 4170"/>
                <a:gd name="T12" fmla="*/ 1134 w 2988"/>
                <a:gd name="T13" fmla="*/ 1952 h 4170"/>
                <a:gd name="T14" fmla="*/ 1134 w 2988"/>
                <a:gd name="T15" fmla="*/ 1486 h 4170"/>
                <a:gd name="T16" fmla="*/ 0 w 2988"/>
                <a:gd name="T17" fmla="*/ 1486 h 4170"/>
                <a:gd name="T18" fmla="*/ 0 w 2988"/>
                <a:gd name="T19" fmla="*/ 2621 h 4170"/>
                <a:gd name="T20" fmla="*/ 1134 w 2988"/>
                <a:gd name="T21" fmla="*/ 2621 h 4170"/>
                <a:gd name="T22" fmla="*/ 1134 w 2988"/>
                <a:gd name="T23" fmla="*/ 2155 h 4170"/>
                <a:gd name="T24" fmla="*/ 1347 w 2988"/>
                <a:gd name="T25" fmla="*/ 2155 h 4170"/>
                <a:gd name="T26" fmla="*/ 1347 w 2988"/>
                <a:gd name="T27" fmla="*/ 3854 h 4170"/>
                <a:gd name="T28" fmla="*/ 2123 w 2988"/>
                <a:gd name="T29" fmla="*/ 3854 h 4170"/>
                <a:gd name="T30" fmla="*/ 2123 w 2988"/>
                <a:gd name="T31" fmla="*/ 4170 h 4170"/>
                <a:gd name="T32" fmla="*/ 2988 w 2988"/>
                <a:gd name="T33" fmla="*/ 4170 h 4170"/>
                <a:gd name="T34" fmla="*/ 2988 w 2988"/>
                <a:gd name="T35" fmla="*/ 3305 h 4170"/>
                <a:gd name="T36" fmla="*/ 2123 w 2988"/>
                <a:gd name="T37" fmla="*/ 3305 h 4170"/>
                <a:gd name="T38" fmla="*/ 2123 w 2988"/>
                <a:gd name="T39" fmla="*/ 3651 h 4170"/>
                <a:gd name="T40" fmla="*/ 1551 w 2988"/>
                <a:gd name="T41" fmla="*/ 3651 h 4170"/>
                <a:gd name="T42" fmla="*/ 1551 w 2988"/>
                <a:gd name="T43" fmla="*/ 2155 h 4170"/>
                <a:gd name="T44" fmla="*/ 2123 w 2988"/>
                <a:gd name="T45" fmla="*/ 2155 h 4170"/>
                <a:gd name="T46" fmla="*/ 2123 w 2988"/>
                <a:gd name="T47" fmla="*/ 2486 h 4170"/>
                <a:gd name="T48" fmla="*/ 2988 w 2988"/>
                <a:gd name="T49" fmla="*/ 2486 h 4170"/>
                <a:gd name="T50" fmla="*/ 2988 w 2988"/>
                <a:gd name="T51" fmla="*/ 1621 h 4170"/>
                <a:gd name="T52" fmla="*/ 2123 w 2988"/>
                <a:gd name="T53" fmla="*/ 1621 h 4170"/>
                <a:gd name="T54" fmla="*/ 2123 w 2988"/>
                <a:gd name="T55" fmla="*/ 1952 h 4170"/>
                <a:gd name="T56" fmla="*/ 1551 w 2988"/>
                <a:gd name="T57" fmla="*/ 1952 h 4170"/>
                <a:gd name="T58" fmla="*/ 1551 w 2988"/>
                <a:gd name="T59" fmla="*/ 456 h 4170"/>
                <a:gd name="T60" fmla="*/ 2123 w 2988"/>
                <a:gd name="T61" fmla="*/ 456 h 4170"/>
                <a:gd name="T62" fmla="*/ 2123 w 2988"/>
                <a:gd name="T63" fmla="*/ 865 h 4170"/>
                <a:gd name="T64" fmla="*/ 2988 w 2988"/>
                <a:gd name="T65" fmla="*/ 865 h 4170"/>
                <a:gd name="T66" fmla="*/ 2785 w 2988"/>
                <a:gd name="T67" fmla="*/ 203 h 4170"/>
                <a:gd name="T68" fmla="*/ 2785 w 2988"/>
                <a:gd name="T69" fmla="*/ 661 h 4170"/>
                <a:gd name="T70" fmla="*/ 2327 w 2988"/>
                <a:gd name="T71" fmla="*/ 661 h 4170"/>
                <a:gd name="T72" fmla="*/ 2327 w 2988"/>
                <a:gd name="T73" fmla="*/ 203 h 4170"/>
                <a:gd name="T74" fmla="*/ 2785 w 2988"/>
                <a:gd name="T75" fmla="*/ 203 h 4170"/>
                <a:gd name="T76" fmla="*/ 2785 w 2988"/>
                <a:gd name="T77" fmla="*/ 1825 h 4170"/>
                <a:gd name="T78" fmla="*/ 2785 w 2988"/>
                <a:gd name="T79" fmla="*/ 2283 h 4170"/>
                <a:gd name="T80" fmla="*/ 2327 w 2988"/>
                <a:gd name="T81" fmla="*/ 2283 h 4170"/>
                <a:gd name="T82" fmla="*/ 2327 w 2988"/>
                <a:gd name="T83" fmla="*/ 1825 h 4170"/>
                <a:gd name="T84" fmla="*/ 2785 w 2988"/>
                <a:gd name="T85" fmla="*/ 1825 h 4170"/>
                <a:gd name="T86" fmla="*/ 2785 w 2988"/>
                <a:gd name="T87" fmla="*/ 3508 h 4170"/>
                <a:gd name="T88" fmla="*/ 2785 w 2988"/>
                <a:gd name="T89" fmla="*/ 3967 h 4170"/>
                <a:gd name="T90" fmla="*/ 2327 w 2988"/>
                <a:gd name="T91" fmla="*/ 3967 h 4170"/>
                <a:gd name="T92" fmla="*/ 2327 w 2988"/>
                <a:gd name="T93" fmla="*/ 3508 h 4170"/>
                <a:gd name="T94" fmla="*/ 2785 w 2988"/>
                <a:gd name="T95" fmla="*/ 3508 h 4170"/>
                <a:gd name="T96" fmla="*/ 203 w 2988"/>
                <a:gd name="T97" fmla="*/ 2418 h 4170"/>
                <a:gd name="T98" fmla="*/ 203 w 2988"/>
                <a:gd name="T99" fmla="*/ 1690 h 4170"/>
                <a:gd name="T100" fmla="*/ 931 w 2988"/>
                <a:gd name="T101" fmla="*/ 1690 h 4170"/>
                <a:gd name="T102" fmla="*/ 931 w 2988"/>
                <a:gd name="T103" fmla="*/ 2418 h 4170"/>
                <a:gd name="T104" fmla="*/ 203 w 2988"/>
                <a:gd name="T105" fmla="*/ 2418 h 4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988" h="4170">
                  <a:moveTo>
                    <a:pt x="2988" y="865"/>
                  </a:moveTo>
                  <a:lnTo>
                    <a:pt x="2988" y="0"/>
                  </a:lnTo>
                  <a:lnTo>
                    <a:pt x="2123" y="0"/>
                  </a:lnTo>
                  <a:lnTo>
                    <a:pt x="2123" y="253"/>
                  </a:lnTo>
                  <a:lnTo>
                    <a:pt x="1347" y="253"/>
                  </a:lnTo>
                  <a:lnTo>
                    <a:pt x="1347" y="1952"/>
                  </a:lnTo>
                  <a:lnTo>
                    <a:pt x="1134" y="1952"/>
                  </a:lnTo>
                  <a:lnTo>
                    <a:pt x="1134" y="1486"/>
                  </a:lnTo>
                  <a:lnTo>
                    <a:pt x="0" y="1486"/>
                  </a:lnTo>
                  <a:lnTo>
                    <a:pt x="0" y="2621"/>
                  </a:lnTo>
                  <a:lnTo>
                    <a:pt x="1134" y="2621"/>
                  </a:lnTo>
                  <a:lnTo>
                    <a:pt x="1134" y="2155"/>
                  </a:lnTo>
                  <a:lnTo>
                    <a:pt x="1347" y="2155"/>
                  </a:lnTo>
                  <a:lnTo>
                    <a:pt x="1347" y="3854"/>
                  </a:lnTo>
                  <a:lnTo>
                    <a:pt x="2123" y="3854"/>
                  </a:lnTo>
                  <a:lnTo>
                    <a:pt x="2123" y="4170"/>
                  </a:lnTo>
                  <a:lnTo>
                    <a:pt x="2988" y="4170"/>
                  </a:lnTo>
                  <a:lnTo>
                    <a:pt x="2988" y="3305"/>
                  </a:lnTo>
                  <a:lnTo>
                    <a:pt x="2123" y="3305"/>
                  </a:lnTo>
                  <a:lnTo>
                    <a:pt x="2123" y="3651"/>
                  </a:lnTo>
                  <a:lnTo>
                    <a:pt x="1551" y="3651"/>
                  </a:lnTo>
                  <a:lnTo>
                    <a:pt x="1551" y="2155"/>
                  </a:lnTo>
                  <a:lnTo>
                    <a:pt x="2123" y="2155"/>
                  </a:lnTo>
                  <a:lnTo>
                    <a:pt x="2123" y="2486"/>
                  </a:lnTo>
                  <a:lnTo>
                    <a:pt x="2988" y="2486"/>
                  </a:lnTo>
                  <a:lnTo>
                    <a:pt x="2988" y="1621"/>
                  </a:lnTo>
                  <a:lnTo>
                    <a:pt x="2123" y="1621"/>
                  </a:lnTo>
                  <a:lnTo>
                    <a:pt x="2123" y="1952"/>
                  </a:lnTo>
                  <a:lnTo>
                    <a:pt x="1551" y="1952"/>
                  </a:lnTo>
                  <a:lnTo>
                    <a:pt x="1551" y="456"/>
                  </a:lnTo>
                  <a:lnTo>
                    <a:pt x="2123" y="456"/>
                  </a:lnTo>
                  <a:lnTo>
                    <a:pt x="2123" y="865"/>
                  </a:lnTo>
                  <a:cubicBezTo>
                    <a:pt x="2123" y="865"/>
                    <a:pt x="2988" y="865"/>
                    <a:pt x="2988" y="865"/>
                  </a:cubicBezTo>
                  <a:close/>
                  <a:moveTo>
                    <a:pt x="2785" y="203"/>
                  </a:moveTo>
                  <a:lnTo>
                    <a:pt x="2785" y="661"/>
                  </a:lnTo>
                  <a:lnTo>
                    <a:pt x="2327" y="661"/>
                  </a:lnTo>
                  <a:lnTo>
                    <a:pt x="2327" y="203"/>
                  </a:lnTo>
                  <a:lnTo>
                    <a:pt x="2785" y="203"/>
                  </a:lnTo>
                  <a:close/>
                  <a:moveTo>
                    <a:pt x="2785" y="1825"/>
                  </a:moveTo>
                  <a:lnTo>
                    <a:pt x="2785" y="2283"/>
                  </a:lnTo>
                  <a:lnTo>
                    <a:pt x="2327" y="2283"/>
                  </a:lnTo>
                  <a:lnTo>
                    <a:pt x="2327" y="1825"/>
                  </a:lnTo>
                  <a:lnTo>
                    <a:pt x="2785" y="1825"/>
                  </a:lnTo>
                  <a:close/>
                  <a:moveTo>
                    <a:pt x="2785" y="3508"/>
                  </a:moveTo>
                  <a:lnTo>
                    <a:pt x="2785" y="3967"/>
                  </a:lnTo>
                  <a:lnTo>
                    <a:pt x="2327" y="3967"/>
                  </a:lnTo>
                  <a:lnTo>
                    <a:pt x="2327" y="3508"/>
                  </a:lnTo>
                  <a:lnTo>
                    <a:pt x="2785" y="3508"/>
                  </a:lnTo>
                  <a:close/>
                  <a:moveTo>
                    <a:pt x="203" y="2418"/>
                  </a:moveTo>
                  <a:lnTo>
                    <a:pt x="203" y="1690"/>
                  </a:lnTo>
                  <a:lnTo>
                    <a:pt x="931" y="1690"/>
                  </a:lnTo>
                  <a:lnTo>
                    <a:pt x="931" y="2418"/>
                  </a:lnTo>
                  <a:lnTo>
                    <a:pt x="203" y="2418"/>
                  </a:ln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</p:grpSp>
      <p:grpSp>
        <p:nvGrpSpPr>
          <p:cNvPr id="60" name="Group 12">
            <a:extLst>
              <a:ext uri="{FF2B5EF4-FFF2-40B4-BE49-F238E27FC236}">
                <a16:creationId xmlns:a16="http://schemas.microsoft.com/office/drawing/2014/main" id="{BF59F1FD-6677-467E-B2DB-477845D0EDEA}"/>
              </a:ext>
            </a:extLst>
          </p:cNvPr>
          <p:cNvGrpSpPr/>
          <p:nvPr/>
        </p:nvGrpSpPr>
        <p:grpSpPr>
          <a:xfrm>
            <a:off x="6418415" y="2706714"/>
            <a:ext cx="495959" cy="495959"/>
            <a:chOff x="7112947" y="2706714"/>
            <a:chExt cx="495959" cy="495959"/>
          </a:xfrm>
        </p:grpSpPr>
        <p:sp>
          <p:nvSpPr>
            <p:cNvPr id="61" name="íṥļîḓê">
              <a:extLst>
                <a:ext uri="{FF2B5EF4-FFF2-40B4-BE49-F238E27FC236}">
                  <a16:creationId xmlns:a16="http://schemas.microsoft.com/office/drawing/2014/main" id="{723ADF38-2654-4F80-9D23-4804894B68EC}"/>
                </a:ext>
              </a:extLst>
            </p:cNvPr>
            <p:cNvSpPr/>
            <p:nvPr/>
          </p:nvSpPr>
          <p:spPr>
            <a:xfrm>
              <a:off x="7112947" y="2706714"/>
              <a:ext cx="495959" cy="49595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62" name="íṥlíḓê">
              <a:extLst>
                <a:ext uri="{FF2B5EF4-FFF2-40B4-BE49-F238E27FC236}">
                  <a16:creationId xmlns:a16="http://schemas.microsoft.com/office/drawing/2014/main" id="{2CA9C6D9-C0AD-459C-8D2B-8B25872E5A69}"/>
                </a:ext>
              </a:extLst>
            </p:cNvPr>
            <p:cNvSpPr/>
            <p:nvPr/>
          </p:nvSpPr>
          <p:spPr>
            <a:xfrm>
              <a:off x="7158800" y="2752567"/>
              <a:ext cx="404253" cy="4042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63" name="ïśļiḑé">
              <a:extLst>
                <a:ext uri="{FF2B5EF4-FFF2-40B4-BE49-F238E27FC236}">
                  <a16:creationId xmlns:a16="http://schemas.microsoft.com/office/drawing/2014/main" id="{CD07F18D-B675-492E-A1AA-5CE4FA131ACE}"/>
                </a:ext>
              </a:extLst>
            </p:cNvPr>
            <p:cNvSpPr/>
            <p:nvPr/>
          </p:nvSpPr>
          <p:spPr>
            <a:xfrm>
              <a:off x="7248037" y="2838718"/>
              <a:ext cx="248637" cy="231950"/>
            </a:xfrm>
            <a:custGeom>
              <a:avLst/>
              <a:gdLst>
                <a:gd name="connsiteX0" fmla="*/ 458082 w 607556"/>
                <a:gd name="connsiteY0" fmla="*/ 325653 h 566782"/>
                <a:gd name="connsiteX1" fmla="*/ 374600 w 607556"/>
                <a:gd name="connsiteY1" fmla="*/ 409022 h 566782"/>
                <a:gd name="connsiteX2" fmla="*/ 458082 w 607556"/>
                <a:gd name="connsiteY2" fmla="*/ 492390 h 566782"/>
                <a:gd name="connsiteX3" fmla="*/ 541563 w 607556"/>
                <a:gd name="connsiteY3" fmla="*/ 409022 h 566782"/>
                <a:gd name="connsiteX4" fmla="*/ 458082 w 607556"/>
                <a:gd name="connsiteY4" fmla="*/ 325653 h 566782"/>
                <a:gd name="connsiteX5" fmla="*/ 163038 w 607556"/>
                <a:gd name="connsiteY5" fmla="*/ 232584 h 566782"/>
                <a:gd name="connsiteX6" fmla="*/ 349408 w 607556"/>
                <a:gd name="connsiteY6" fmla="*/ 232584 h 566782"/>
                <a:gd name="connsiteX7" fmla="*/ 372726 w 607556"/>
                <a:gd name="connsiteY7" fmla="*/ 255871 h 566782"/>
                <a:gd name="connsiteX8" fmla="*/ 349408 w 607556"/>
                <a:gd name="connsiteY8" fmla="*/ 279157 h 566782"/>
                <a:gd name="connsiteX9" fmla="*/ 163038 w 607556"/>
                <a:gd name="connsiteY9" fmla="*/ 279157 h 566782"/>
                <a:gd name="connsiteX10" fmla="*/ 139719 w 607556"/>
                <a:gd name="connsiteY10" fmla="*/ 255871 h 566782"/>
                <a:gd name="connsiteX11" fmla="*/ 163038 w 607556"/>
                <a:gd name="connsiteY11" fmla="*/ 232584 h 566782"/>
                <a:gd name="connsiteX12" fmla="*/ 395968 w 607556"/>
                <a:gd name="connsiteY12" fmla="*/ 93076 h 566782"/>
                <a:gd name="connsiteX13" fmla="*/ 419299 w 607556"/>
                <a:gd name="connsiteY13" fmla="*/ 116283 h 566782"/>
                <a:gd name="connsiteX14" fmla="*/ 419299 w 607556"/>
                <a:gd name="connsiteY14" fmla="*/ 116372 h 566782"/>
                <a:gd name="connsiteX15" fmla="*/ 395968 w 607556"/>
                <a:gd name="connsiteY15" fmla="*/ 139579 h 566782"/>
                <a:gd name="connsiteX16" fmla="*/ 372726 w 607556"/>
                <a:gd name="connsiteY16" fmla="*/ 116372 h 566782"/>
                <a:gd name="connsiteX17" fmla="*/ 395968 w 607556"/>
                <a:gd name="connsiteY17" fmla="*/ 93076 h 566782"/>
                <a:gd name="connsiteX18" fmla="*/ 302787 w 607556"/>
                <a:gd name="connsiteY18" fmla="*/ 93076 h 566782"/>
                <a:gd name="connsiteX19" fmla="*/ 326083 w 607556"/>
                <a:gd name="connsiteY19" fmla="*/ 116283 h 566782"/>
                <a:gd name="connsiteX20" fmla="*/ 326083 w 607556"/>
                <a:gd name="connsiteY20" fmla="*/ 116372 h 566782"/>
                <a:gd name="connsiteX21" fmla="*/ 302787 w 607556"/>
                <a:gd name="connsiteY21" fmla="*/ 139579 h 566782"/>
                <a:gd name="connsiteX22" fmla="*/ 279580 w 607556"/>
                <a:gd name="connsiteY22" fmla="*/ 116372 h 566782"/>
                <a:gd name="connsiteX23" fmla="*/ 302787 w 607556"/>
                <a:gd name="connsiteY23" fmla="*/ 93076 h 566782"/>
                <a:gd name="connsiteX24" fmla="*/ 209694 w 607556"/>
                <a:gd name="connsiteY24" fmla="*/ 93076 h 566782"/>
                <a:gd name="connsiteX25" fmla="*/ 232936 w 607556"/>
                <a:gd name="connsiteY25" fmla="*/ 116283 h 566782"/>
                <a:gd name="connsiteX26" fmla="*/ 232936 w 607556"/>
                <a:gd name="connsiteY26" fmla="*/ 116372 h 566782"/>
                <a:gd name="connsiteX27" fmla="*/ 209694 w 607556"/>
                <a:gd name="connsiteY27" fmla="*/ 139579 h 566782"/>
                <a:gd name="connsiteX28" fmla="*/ 186363 w 607556"/>
                <a:gd name="connsiteY28" fmla="*/ 116372 h 566782"/>
                <a:gd name="connsiteX29" fmla="*/ 209694 w 607556"/>
                <a:gd name="connsiteY29" fmla="*/ 93076 h 566782"/>
                <a:gd name="connsiteX30" fmla="*/ 46547 w 607556"/>
                <a:gd name="connsiteY30" fmla="*/ 46484 h 566782"/>
                <a:gd name="connsiteX31" fmla="*/ 46547 w 607556"/>
                <a:gd name="connsiteY31" fmla="*/ 418710 h 566782"/>
                <a:gd name="connsiteX32" fmla="*/ 328409 w 607556"/>
                <a:gd name="connsiteY32" fmla="*/ 418710 h 566782"/>
                <a:gd name="connsiteX33" fmla="*/ 328053 w 607556"/>
                <a:gd name="connsiteY33" fmla="*/ 409022 h 566782"/>
                <a:gd name="connsiteX34" fmla="*/ 333393 w 607556"/>
                <a:gd name="connsiteY34" fmla="*/ 372226 h 566782"/>
                <a:gd name="connsiteX35" fmla="*/ 116501 w 607556"/>
                <a:gd name="connsiteY35" fmla="*/ 372226 h 566782"/>
                <a:gd name="connsiteX36" fmla="*/ 93183 w 607556"/>
                <a:gd name="connsiteY36" fmla="*/ 348939 h 566782"/>
                <a:gd name="connsiteX37" fmla="*/ 116501 w 607556"/>
                <a:gd name="connsiteY37" fmla="*/ 325653 h 566782"/>
                <a:gd name="connsiteX38" fmla="*/ 358491 w 607556"/>
                <a:gd name="connsiteY38" fmla="*/ 325653 h 566782"/>
                <a:gd name="connsiteX39" fmla="*/ 458082 w 607556"/>
                <a:gd name="connsiteY39" fmla="*/ 279169 h 566782"/>
                <a:gd name="connsiteX40" fmla="*/ 465913 w 607556"/>
                <a:gd name="connsiteY40" fmla="*/ 279347 h 566782"/>
                <a:gd name="connsiteX41" fmla="*/ 465913 w 607556"/>
                <a:gd name="connsiteY41" fmla="*/ 46484 h 566782"/>
                <a:gd name="connsiteX42" fmla="*/ 23318 w 607556"/>
                <a:gd name="connsiteY42" fmla="*/ 0 h 566782"/>
                <a:gd name="connsiteX43" fmla="*/ 489142 w 607556"/>
                <a:gd name="connsiteY43" fmla="*/ 0 h 566782"/>
                <a:gd name="connsiteX44" fmla="*/ 512460 w 607556"/>
                <a:gd name="connsiteY44" fmla="*/ 23286 h 566782"/>
                <a:gd name="connsiteX45" fmla="*/ 512460 w 607556"/>
                <a:gd name="connsiteY45" fmla="*/ 291079 h 566782"/>
                <a:gd name="connsiteX46" fmla="*/ 588199 w 607556"/>
                <a:gd name="connsiteY46" fmla="*/ 409022 h 566782"/>
                <a:gd name="connsiteX47" fmla="*/ 561410 w 607556"/>
                <a:gd name="connsiteY47" fmla="*/ 487769 h 566782"/>
                <a:gd name="connsiteX48" fmla="*/ 600748 w 607556"/>
                <a:gd name="connsiteY48" fmla="*/ 527053 h 566782"/>
                <a:gd name="connsiteX49" fmla="*/ 600748 w 607556"/>
                <a:gd name="connsiteY49" fmla="*/ 559938 h 566782"/>
                <a:gd name="connsiteX50" fmla="*/ 584283 w 607556"/>
                <a:gd name="connsiteY50" fmla="*/ 566782 h 566782"/>
                <a:gd name="connsiteX51" fmla="*/ 567818 w 607556"/>
                <a:gd name="connsiteY51" fmla="*/ 559938 h 566782"/>
                <a:gd name="connsiteX52" fmla="*/ 526967 w 607556"/>
                <a:gd name="connsiteY52" fmla="*/ 519143 h 566782"/>
                <a:gd name="connsiteX53" fmla="*/ 458082 w 607556"/>
                <a:gd name="connsiteY53" fmla="*/ 538874 h 566782"/>
                <a:gd name="connsiteX54" fmla="*/ 340869 w 607556"/>
                <a:gd name="connsiteY54" fmla="*/ 465193 h 566782"/>
                <a:gd name="connsiteX55" fmla="*/ 23318 w 607556"/>
                <a:gd name="connsiteY55" fmla="*/ 465193 h 566782"/>
                <a:gd name="connsiteX56" fmla="*/ 0 w 607556"/>
                <a:gd name="connsiteY56" fmla="*/ 441996 h 566782"/>
                <a:gd name="connsiteX57" fmla="*/ 0 w 607556"/>
                <a:gd name="connsiteY57" fmla="*/ 23286 h 566782"/>
                <a:gd name="connsiteX58" fmla="*/ 23318 w 607556"/>
                <a:gd name="connsiteY58" fmla="*/ 0 h 566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07556" h="566782">
                  <a:moveTo>
                    <a:pt x="458082" y="325653"/>
                  </a:moveTo>
                  <a:cubicBezTo>
                    <a:pt x="412069" y="325653"/>
                    <a:pt x="374600" y="363071"/>
                    <a:pt x="374600" y="409022"/>
                  </a:cubicBezTo>
                  <a:cubicBezTo>
                    <a:pt x="374600" y="454972"/>
                    <a:pt x="412069" y="492390"/>
                    <a:pt x="458082" y="492390"/>
                  </a:cubicBezTo>
                  <a:cubicBezTo>
                    <a:pt x="504094" y="492390"/>
                    <a:pt x="541563" y="454972"/>
                    <a:pt x="541563" y="409022"/>
                  </a:cubicBezTo>
                  <a:cubicBezTo>
                    <a:pt x="541563" y="363071"/>
                    <a:pt x="504094" y="325653"/>
                    <a:pt x="458082" y="325653"/>
                  </a:cubicBezTo>
                  <a:close/>
                  <a:moveTo>
                    <a:pt x="163038" y="232584"/>
                  </a:moveTo>
                  <a:lnTo>
                    <a:pt x="349408" y="232584"/>
                  </a:lnTo>
                  <a:cubicBezTo>
                    <a:pt x="362224" y="232584"/>
                    <a:pt x="372726" y="242983"/>
                    <a:pt x="372726" y="255871"/>
                  </a:cubicBezTo>
                  <a:cubicBezTo>
                    <a:pt x="372726" y="268669"/>
                    <a:pt x="362224" y="279157"/>
                    <a:pt x="349408" y="279157"/>
                  </a:cubicBezTo>
                  <a:lnTo>
                    <a:pt x="163038" y="279157"/>
                  </a:lnTo>
                  <a:cubicBezTo>
                    <a:pt x="150221" y="279157"/>
                    <a:pt x="139719" y="268669"/>
                    <a:pt x="139719" y="255871"/>
                  </a:cubicBezTo>
                  <a:cubicBezTo>
                    <a:pt x="139719" y="242983"/>
                    <a:pt x="150221" y="232584"/>
                    <a:pt x="163038" y="232584"/>
                  </a:cubicBezTo>
                  <a:close/>
                  <a:moveTo>
                    <a:pt x="395968" y="93076"/>
                  </a:moveTo>
                  <a:cubicBezTo>
                    <a:pt x="408880" y="93076"/>
                    <a:pt x="419299" y="103479"/>
                    <a:pt x="419299" y="116283"/>
                  </a:cubicBezTo>
                  <a:lnTo>
                    <a:pt x="419299" y="116372"/>
                  </a:lnTo>
                  <a:cubicBezTo>
                    <a:pt x="419299" y="129176"/>
                    <a:pt x="408880" y="139579"/>
                    <a:pt x="395968" y="139579"/>
                  </a:cubicBezTo>
                  <a:cubicBezTo>
                    <a:pt x="383145" y="139579"/>
                    <a:pt x="372726" y="129176"/>
                    <a:pt x="372726" y="116372"/>
                  </a:cubicBezTo>
                  <a:cubicBezTo>
                    <a:pt x="372726" y="103479"/>
                    <a:pt x="383145" y="93076"/>
                    <a:pt x="395968" y="93076"/>
                  </a:cubicBezTo>
                  <a:close/>
                  <a:moveTo>
                    <a:pt x="302787" y="93076"/>
                  </a:moveTo>
                  <a:cubicBezTo>
                    <a:pt x="315680" y="93076"/>
                    <a:pt x="326083" y="103479"/>
                    <a:pt x="326083" y="116283"/>
                  </a:cubicBezTo>
                  <a:lnTo>
                    <a:pt x="326083" y="116372"/>
                  </a:lnTo>
                  <a:cubicBezTo>
                    <a:pt x="326083" y="129176"/>
                    <a:pt x="315680" y="139579"/>
                    <a:pt x="302787" y="139579"/>
                  </a:cubicBezTo>
                  <a:cubicBezTo>
                    <a:pt x="289983" y="139579"/>
                    <a:pt x="279580" y="129176"/>
                    <a:pt x="279580" y="116372"/>
                  </a:cubicBezTo>
                  <a:cubicBezTo>
                    <a:pt x="279580" y="103479"/>
                    <a:pt x="289983" y="93076"/>
                    <a:pt x="302787" y="93076"/>
                  </a:cubicBezTo>
                  <a:close/>
                  <a:moveTo>
                    <a:pt x="209694" y="93076"/>
                  </a:moveTo>
                  <a:cubicBezTo>
                    <a:pt x="222517" y="93076"/>
                    <a:pt x="232936" y="103479"/>
                    <a:pt x="232936" y="116283"/>
                  </a:cubicBezTo>
                  <a:lnTo>
                    <a:pt x="232936" y="116372"/>
                  </a:lnTo>
                  <a:cubicBezTo>
                    <a:pt x="232936" y="129176"/>
                    <a:pt x="222517" y="139579"/>
                    <a:pt x="209694" y="139579"/>
                  </a:cubicBezTo>
                  <a:cubicBezTo>
                    <a:pt x="196782" y="139579"/>
                    <a:pt x="186363" y="129176"/>
                    <a:pt x="186363" y="116372"/>
                  </a:cubicBezTo>
                  <a:cubicBezTo>
                    <a:pt x="186363" y="103479"/>
                    <a:pt x="196782" y="93076"/>
                    <a:pt x="209694" y="93076"/>
                  </a:cubicBezTo>
                  <a:close/>
                  <a:moveTo>
                    <a:pt x="46547" y="46484"/>
                  </a:moveTo>
                  <a:lnTo>
                    <a:pt x="46547" y="418710"/>
                  </a:lnTo>
                  <a:lnTo>
                    <a:pt x="328409" y="418710"/>
                  </a:lnTo>
                  <a:cubicBezTo>
                    <a:pt x="328231" y="415510"/>
                    <a:pt x="328053" y="412310"/>
                    <a:pt x="328053" y="409022"/>
                  </a:cubicBezTo>
                  <a:cubicBezTo>
                    <a:pt x="328053" y="396223"/>
                    <a:pt x="329922" y="383869"/>
                    <a:pt x="333393" y="372226"/>
                  </a:cubicBezTo>
                  <a:lnTo>
                    <a:pt x="116501" y="372226"/>
                  </a:lnTo>
                  <a:cubicBezTo>
                    <a:pt x="103596" y="372226"/>
                    <a:pt x="93183" y="361738"/>
                    <a:pt x="93183" y="348939"/>
                  </a:cubicBezTo>
                  <a:cubicBezTo>
                    <a:pt x="93183" y="336052"/>
                    <a:pt x="103596" y="325653"/>
                    <a:pt x="116501" y="325653"/>
                  </a:cubicBezTo>
                  <a:lnTo>
                    <a:pt x="358491" y="325653"/>
                  </a:lnTo>
                  <a:cubicBezTo>
                    <a:pt x="382343" y="297212"/>
                    <a:pt x="418121" y="279169"/>
                    <a:pt x="458082" y="279169"/>
                  </a:cubicBezTo>
                  <a:cubicBezTo>
                    <a:pt x="460752" y="279169"/>
                    <a:pt x="463332" y="279258"/>
                    <a:pt x="465913" y="279347"/>
                  </a:cubicBezTo>
                  <a:lnTo>
                    <a:pt x="465913" y="46484"/>
                  </a:lnTo>
                  <a:close/>
                  <a:moveTo>
                    <a:pt x="23318" y="0"/>
                  </a:moveTo>
                  <a:lnTo>
                    <a:pt x="489142" y="0"/>
                  </a:lnTo>
                  <a:cubicBezTo>
                    <a:pt x="502047" y="0"/>
                    <a:pt x="512460" y="10399"/>
                    <a:pt x="512460" y="23286"/>
                  </a:cubicBezTo>
                  <a:lnTo>
                    <a:pt x="512460" y="291079"/>
                  </a:lnTo>
                  <a:cubicBezTo>
                    <a:pt x="557049" y="311699"/>
                    <a:pt x="588199" y="356761"/>
                    <a:pt x="588199" y="409022"/>
                  </a:cubicBezTo>
                  <a:cubicBezTo>
                    <a:pt x="588199" y="438618"/>
                    <a:pt x="578142" y="465904"/>
                    <a:pt x="561410" y="487769"/>
                  </a:cubicBezTo>
                  <a:lnTo>
                    <a:pt x="600748" y="527053"/>
                  </a:lnTo>
                  <a:cubicBezTo>
                    <a:pt x="609826" y="536119"/>
                    <a:pt x="609826" y="550873"/>
                    <a:pt x="600748" y="559938"/>
                  </a:cubicBezTo>
                  <a:cubicBezTo>
                    <a:pt x="596209" y="564471"/>
                    <a:pt x="590246" y="566782"/>
                    <a:pt x="584283" y="566782"/>
                  </a:cubicBezTo>
                  <a:cubicBezTo>
                    <a:pt x="578320" y="566782"/>
                    <a:pt x="572357" y="564471"/>
                    <a:pt x="567818" y="559938"/>
                  </a:cubicBezTo>
                  <a:lnTo>
                    <a:pt x="526967" y="519143"/>
                  </a:lnTo>
                  <a:cubicBezTo>
                    <a:pt x="506942" y="531675"/>
                    <a:pt x="483357" y="538874"/>
                    <a:pt x="458082" y="538874"/>
                  </a:cubicBezTo>
                  <a:cubicBezTo>
                    <a:pt x="406551" y="538874"/>
                    <a:pt x="361873" y="508744"/>
                    <a:pt x="340869" y="465193"/>
                  </a:cubicBezTo>
                  <a:lnTo>
                    <a:pt x="23318" y="465193"/>
                  </a:lnTo>
                  <a:cubicBezTo>
                    <a:pt x="10413" y="465193"/>
                    <a:pt x="0" y="454794"/>
                    <a:pt x="0" y="441996"/>
                  </a:cubicBezTo>
                  <a:lnTo>
                    <a:pt x="0" y="23286"/>
                  </a:lnTo>
                  <a:cubicBezTo>
                    <a:pt x="0" y="10399"/>
                    <a:pt x="10413" y="0"/>
                    <a:pt x="2331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619B826-6E32-4428-A458-7DFA182B2C5C}"/>
              </a:ext>
            </a:extLst>
          </p:cNvPr>
          <p:cNvGrpSpPr/>
          <p:nvPr/>
        </p:nvGrpSpPr>
        <p:grpSpPr>
          <a:xfrm>
            <a:off x="6418415" y="3655328"/>
            <a:ext cx="495959" cy="495959"/>
            <a:chOff x="6418415" y="3655328"/>
            <a:chExt cx="495959" cy="495959"/>
          </a:xfrm>
        </p:grpSpPr>
        <p:sp>
          <p:nvSpPr>
            <p:cNvPr id="17" name="íṥļîḓê">
              <a:extLst>
                <a:ext uri="{FF2B5EF4-FFF2-40B4-BE49-F238E27FC236}">
                  <a16:creationId xmlns:a16="http://schemas.microsoft.com/office/drawing/2014/main" id="{D43993FF-5104-42D9-B368-D4C075B47F55}"/>
                </a:ext>
              </a:extLst>
            </p:cNvPr>
            <p:cNvSpPr/>
            <p:nvPr/>
          </p:nvSpPr>
          <p:spPr>
            <a:xfrm>
              <a:off x="6418415" y="3655328"/>
              <a:ext cx="495959" cy="49595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18" name="íṥlíḓê">
              <a:extLst>
                <a:ext uri="{FF2B5EF4-FFF2-40B4-BE49-F238E27FC236}">
                  <a16:creationId xmlns:a16="http://schemas.microsoft.com/office/drawing/2014/main" id="{5FE78D8D-850D-49BB-BF81-8035722606AD}"/>
                </a:ext>
              </a:extLst>
            </p:cNvPr>
            <p:cNvSpPr/>
            <p:nvPr/>
          </p:nvSpPr>
          <p:spPr>
            <a:xfrm>
              <a:off x="6464268" y="3701181"/>
              <a:ext cx="404253" cy="4042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64" name="ïśļiḑé">
              <a:extLst>
                <a:ext uri="{FF2B5EF4-FFF2-40B4-BE49-F238E27FC236}">
                  <a16:creationId xmlns:a16="http://schemas.microsoft.com/office/drawing/2014/main" id="{B52A468B-3CB8-434F-813F-2A5DCDB3F0AA}"/>
                </a:ext>
              </a:extLst>
            </p:cNvPr>
            <p:cNvSpPr/>
            <p:nvPr/>
          </p:nvSpPr>
          <p:spPr>
            <a:xfrm>
              <a:off x="6556203" y="3778990"/>
              <a:ext cx="220382" cy="248637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  <a:gd name="connsiteX66" fmla="*/ 373273 h 605239"/>
                <a:gd name="connsiteY66" fmla="*/ 373273 h 605239"/>
                <a:gd name="connsiteX67" fmla="*/ 373273 h 605239"/>
                <a:gd name="connsiteY67" fmla="*/ 373273 h 605239"/>
                <a:gd name="connsiteX68" fmla="*/ 373273 h 605239"/>
                <a:gd name="connsiteY68" fmla="*/ 373273 h 605239"/>
                <a:gd name="connsiteX69" fmla="*/ 373273 h 605239"/>
                <a:gd name="connsiteY69" fmla="*/ 373273 h 605239"/>
                <a:gd name="connsiteX70" fmla="*/ 373273 h 605239"/>
                <a:gd name="connsiteY70" fmla="*/ 373273 h 605239"/>
                <a:gd name="connsiteX71" fmla="*/ 373273 h 605239"/>
                <a:gd name="connsiteY71" fmla="*/ 373273 h 605239"/>
                <a:gd name="connsiteX72" fmla="*/ 373273 h 605239"/>
                <a:gd name="connsiteY72" fmla="*/ 373273 h 605239"/>
                <a:gd name="connsiteX73" fmla="*/ 373273 h 605239"/>
                <a:gd name="connsiteY73" fmla="*/ 373273 h 605239"/>
                <a:gd name="connsiteX74" fmla="*/ 373273 h 605239"/>
                <a:gd name="connsiteY74" fmla="*/ 373273 h 605239"/>
                <a:gd name="connsiteX75" fmla="*/ 373273 h 605239"/>
                <a:gd name="connsiteY75" fmla="*/ 373273 h 605239"/>
                <a:gd name="connsiteX76" fmla="*/ 373273 h 605239"/>
                <a:gd name="connsiteY76" fmla="*/ 373273 h 605239"/>
                <a:gd name="connsiteX77" fmla="*/ 373273 h 605239"/>
                <a:gd name="connsiteY77" fmla="*/ 373273 h 605239"/>
                <a:gd name="connsiteX78" fmla="*/ 373273 h 605239"/>
                <a:gd name="connsiteY78" fmla="*/ 373273 h 605239"/>
                <a:gd name="connsiteX79" fmla="*/ 373273 h 605239"/>
                <a:gd name="connsiteY79" fmla="*/ 373273 h 605239"/>
                <a:gd name="connsiteX80" fmla="*/ 373273 h 605239"/>
                <a:gd name="connsiteY80" fmla="*/ 373273 h 605239"/>
                <a:gd name="connsiteX81" fmla="*/ 373273 h 605239"/>
                <a:gd name="connsiteY81" fmla="*/ 373273 h 605239"/>
                <a:gd name="connsiteX82" fmla="*/ 373273 h 605239"/>
                <a:gd name="connsiteY82" fmla="*/ 373273 h 605239"/>
                <a:gd name="connsiteX83" fmla="*/ 373273 h 605239"/>
                <a:gd name="connsiteY83" fmla="*/ 373273 h 605239"/>
                <a:gd name="connsiteX84" fmla="*/ 373273 h 605239"/>
                <a:gd name="connsiteY84" fmla="*/ 373273 h 605239"/>
                <a:gd name="connsiteX85" fmla="*/ 373273 h 605239"/>
                <a:gd name="connsiteY85" fmla="*/ 373273 h 605239"/>
                <a:gd name="connsiteX86" fmla="*/ 373273 h 605239"/>
                <a:gd name="connsiteY86" fmla="*/ 373273 h 605239"/>
                <a:gd name="connsiteX87" fmla="*/ 373273 h 605239"/>
                <a:gd name="connsiteY87" fmla="*/ 373273 h 605239"/>
                <a:gd name="connsiteX88" fmla="*/ 373273 h 605239"/>
                <a:gd name="connsiteY88" fmla="*/ 373273 h 605239"/>
                <a:gd name="connsiteX89" fmla="*/ 373273 h 605239"/>
                <a:gd name="connsiteY89" fmla="*/ 373273 h 605239"/>
                <a:gd name="connsiteX90" fmla="*/ 373273 h 605239"/>
                <a:gd name="connsiteY90" fmla="*/ 373273 h 605239"/>
                <a:gd name="connsiteX91" fmla="*/ 373273 h 605239"/>
                <a:gd name="connsiteY91" fmla="*/ 373273 h 605239"/>
                <a:gd name="connsiteX92" fmla="*/ 373273 h 605239"/>
                <a:gd name="connsiteY92" fmla="*/ 373273 h 605239"/>
                <a:gd name="connsiteX93" fmla="*/ 373273 h 605239"/>
                <a:gd name="connsiteY93" fmla="*/ 373273 h 605239"/>
                <a:gd name="connsiteX94" fmla="*/ 373273 h 605239"/>
                <a:gd name="connsiteY94" fmla="*/ 373273 h 605239"/>
                <a:gd name="connsiteX95" fmla="*/ 373273 h 605239"/>
                <a:gd name="connsiteY95" fmla="*/ 373273 h 605239"/>
                <a:gd name="connsiteX96" fmla="*/ 373273 h 605239"/>
                <a:gd name="connsiteY96" fmla="*/ 373273 h 605239"/>
                <a:gd name="connsiteX97" fmla="*/ 373273 h 605239"/>
                <a:gd name="connsiteY97" fmla="*/ 373273 h 605239"/>
                <a:gd name="connsiteX98" fmla="*/ 373273 h 605239"/>
                <a:gd name="connsiteY98" fmla="*/ 373273 h 605239"/>
                <a:gd name="connsiteX99" fmla="*/ 373273 h 605239"/>
                <a:gd name="connsiteY99" fmla="*/ 373273 h 605239"/>
                <a:gd name="connsiteX100" fmla="*/ 373273 h 605239"/>
                <a:gd name="connsiteY100" fmla="*/ 373273 h 605239"/>
                <a:gd name="connsiteX101" fmla="*/ 373273 h 605239"/>
                <a:gd name="connsiteY101" fmla="*/ 373273 h 605239"/>
                <a:gd name="connsiteX102" fmla="*/ 373273 h 605239"/>
                <a:gd name="connsiteY102" fmla="*/ 373273 h 605239"/>
                <a:gd name="connsiteX103" fmla="*/ 373273 h 605239"/>
                <a:gd name="connsiteY103" fmla="*/ 373273 h 605239"/>
                <a:gd name="connsiteX104" fmla="*/ 373273 h 605239"/>
                <a:gd name="connsiteY104" fmla="*/ 373273 h 605239"/>
                <a:gd name="connsiteX105" fmla="*/ 373273 h 605239"/>
                <a:gd name="connsiteY105" fmla="*/ 373273 h 605239"/>
                <a:gd name="connsiteX106" fmla="*/ 373273 h 605239"/>
                <a:gd name="connsiteY106" fmla="*/ 373273 h 605239"/>
                <a:gd name="connsiteX107" fmla="*/ 373273 h 605239"/>
                <a:gd name="connsiteY107" fmla="*/ 373273 h 605239"/>
                <a:gd name="connsiteX108" fmla="*/ 373273 h 605239"/>
                <a:gd name="connsiteY108" fmla="*/ 373273 h 605239"/>
                <a:gd name="connsiteX109" fmla="*/ 373273 h 605239"/>
                <a:gd name="connsiteY109" fmla="*/ 373273 h 605239"/>
                <a:gd name="connsiteX110" fmla="*/ 373273 h 605239"/>
                <a:gd name="connsiteY110" fmla="*/ 373273 h 605239"/>
                <a:gd name="connsiteX111" fmla="*/ 373273 h 605239"/>
                <a:gd name="connsiteY111" fmla="*/ 373273 h 605239"/>
                <a:gd name="connsiteX112" fmla="*/ 373273 h 605239"/>
                <a:gd name="connsiteY112" fmla="*/ 373273 h 605239"/>
                <a:gd name="connsiteX113" fmla="*/ 373273 h 605239"/>
                <a:gd name="connsiteY113" fmla="*/ 373273 h 605239"/>
                <a:gd name="connsiteX114" fmla="*/ 373273 h 605239"/>
                <a:gd name="connsiteY114" fmla="*/ 373273 h 605239"/>
                <a:gd name="connsiteX115" fmla="*/ 373273 h 605239"/>
                <a:gd name="connsiteY115" fmla="*/ 373273 h 605239"/>
                <a:gd name="connsiteX116" fmla="*/ 373273 h 605239"/>
                <a:gd name="connsiteY116" fmla="*/ 373273 h 605239"/>
                <a:gd name="connsiteX117" fmla="*/ 373273 h 605239"/>
                <a:gd name="connsiteY117" fmla="*/ 373273 h 605239"/>
                <a:gd name="connsiteX118" fmla="*/ 373273 h 605239"/>
                <a:gd name="connsiteY118" fmla="*/ 373273 h 605239"/>
                <a:gd name="connsiteX119" fmla="*/ 373273 h 605239"/>
                <a:gd name="connsiteY119" fmla="*/ 373273 h 605239"/>
                <a:gd name="connsiteX120" fmla="*/ 373273 h 605239"/>
                <a:gd name="connsiteY120" fmla="*/ 373273 h 605239"/>
                <a:gd name="connsiteX121" fmla="*/ 373273 h 605239"/>
                <a:gd name="connsiteY121" fmla="*/ 373273 h 605239"/>
                <a:gd name="connsiteX122" fmla="*/ 373273 h 605239"/>
                <a:gd name="connsiteY122" fmla="*/ 373273 h 605239"/>
                <a:gd name="connsiteX123" fmla="*/ 373273 h 605239"/>
                <a:gd name="connsiteY123" fmla="*/ 373273 h 605239"/>
                <a:gd name="connsiteX124" fmla="*/ 373273 h 605239"/>
                <a:gd name="connsiteY124" fmla="*/ 373273 h 605239"/>
                <a:gd name="connsiteX125" fmla="*/ 373273 h 605239"/>
                <a:gd name="connsiteY125" fmla="*/ 373273 h 605239"/>
                <a:gd name="connsiteX126" fmla="*/ 373273 h 605239"/>
                <a:gd name="connsiteY126" fmla="*/ 373273 h 605239"/>
                <a:gd name="connsiteX127" fmla="*/ 373273 h 605239"/>
                <a:gd name="connsiteY127" fmla="*/ 373273 h 605239"/>
                <a:gd name="connsiteX128" fmla="*/ 373273 h 605239"/>
                <a:gd name="connsiteY128" fmla="*/ 373273 h 605239"/>
                <a:gd name="connsiteX129" fmla="*/ 373273 h 605239"/>
                <a:gd name="connsiteY129" fmla="*/ 373273 h 605239"/>
                <a:gd name="connsiteX130" fmla="*/ 373273 h 605239"/>
                <a:gd name="connsiteY130" fmla="*/ 373273 h 605239"/>
                <a:gd name="connsiteX131" fmla="*/ 373273 h 605239"/>
                <a:gd name="connsiteY131" fmla="*/ 373273 h 605239"/>
                <a:gd name="connsiteX132" fmla="*/ 373273 h 605239"/>
                <a:gd name="connsiteY132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539527" h="608697">
                  <a:moveTo>
                    <a:pt x="269740" y="427400"/>
                  </a:moveTo>
                  <a:cubicBezTo>
                    <a:pt x="250430" y="436996"/>
                    <a:pt x="231212" y="445618"/>
                    <a:pt x="212459" y="453174"/>
                  </a:cubicBezTo>
                  <a:cubicBezTo>
                    <a:pt x="215894" y="470186"/>
                    <a:pt x="219839" y="486133"/>
                    <a:pt x="224435" y="500642"/>
                  </a:cubicBezTo>
                  <a:cubicBezTo>
                    <a:pt x="231908" y="524562"/>
                    <a:pt x="240775" y="543799"/>
                    <a:pt x="250058" y="556269"/>
                  </a:cubicBezTo>
                  <a:cubicBezTo>
                    <a:pt x="257114" y="565865"/>
                    <a:pt x="264077" y="571103"/>
                    <a:pt x="269740" y="571103"/>
                  </a:cubicBezTo>
                  <a:cubicBezTo>
                    <a:pt x="275357" y="571103"/>
                    <a:pt x="282366" y="565772"/>
                    <a:pt x="289422" y="556269"/>
                  </a:cubicBezTo>
                  <a:cubicBezTo>
                    <a:pt x="298706" y="543706"/>
                    <a:pt x="307526" y="524515"/>
                    <a:pt x="315046" y="500642"/>
                  </a:cubicBezTo>
                  <a:cubicBezTo>
                    <a:pt x="319595" y="486133"/>
                    <a:pt x="323633" y="470233"/>
                    <a:pt x="326975" y="453174"/>
                  </a:cubicBezTo>
                  <a:cubicBezTo>
                    <a:pt x="308222" y="445618"/>
                    <a:pt x="289051" y="436996"/>
                    <a:pt x="269740" y="427400"/>
                  </a:cubicBezTo>
                  <a:close/>
                  <a:moveTo>
                    <a:pt x="336213" y="391011"/>
                  </a:moveTo>
                  <a:cubicBezTo>
                    <a:pt x="332314" y="393282"/>
                    <a:pt x="328414" y="395646"/>
                    <a:pt x="324515" y="397918"/>
                  </a:cubicBezTo>
                  <a:cubicBezTo>
                    <a:pt x="320105" y="400514"/>
                    <a:pt x="315649" y="403063"/>
                    <a:pt x="311239" y="405520"/>
                  </a:cubicBezTo>
                  <a:cubicBezTo>
                    <a:pt x="318620" y="408858"/>
                    <a:pt x="326001" y="412056"/>
                    <a:pt x="333288" y="415116"/>
                  </a:cubicBezTo>
                  <a:cubicBezTo>
                    <a:pt x="334403" y="407189"/>
                    <a:pt x="335331" y="399169"/>
                    <a:pt x="336213" y="391011"/>
                  </a:cubicBezTo>
                  <a:close/>
                  <a:moveTo>
                    <a:pt x="203314" y="390918"/>
                  </a:moveTo>
                  <a:cubicBezTo>
                    <a:pt x="204103" y="399169"/>
                    <a:pt x="205124" y="407189"/>
                    <a:pt x="206239" y="415023"/>
                  </a:cubicBezTo>
                  <a:cubicBezTo>
                    <a:pt x="213526" y="412010"/>
                    <a:pt x="220814" y="408858"/>
                    <a:pt x="228241" y="405474"/>
                  </a:cubicBezTo>
                  <a:cubicBezTo>
                    <a:pt x="223785" y="402971"/>
                    <a:pt x="219422" y="400467"/>
                    <a:pt x="215012" y="397871"/>
                  </a:cubicBezTo>
                  <a:cubicBezTo>
                    <a:pt x="211066" y="395554"/>
                    <a:pt x="207167" y="393282"/>
                    <a:pt x="203314" y="390918"/>
                  </a:cubicBezTo>
                  <a:close/>
                  <a:moveTo>
                    <a:pt x="425802" y="328987"/>
                  </a:moveTo>
                  <a:cubicBezTo>
                    <a:pt x="410345" y="341317"/>
                    <a:pt x="393680" y="353555"/>
                    <a:pt x="376134" y="365422"/>
                  </a:cubicBezTo>
                  <a:cubicBezTo>
                    <a:pt x="374695" y="387395"/>
                    <a:pt x="372420" y="408672"/>
                    <a:pt x="369449" y="428930"/>
                  </a:cubicBezTo>
                  <a:cubicBezTo>
                    <a:pt x="407745" y="442234"/>
                    <a:pt x="441121" y="449234"/>
                    <a:pt x="466094" y="449234"/>
                  </a:cubicBezTo>
                  <a:cubicBezTo>
                    <a:pt x="483734" y="449234"/>
                    <a:pt x="496499" y="445432"/>
                    <a:pt x="500213" y="439128"/>
                  </a:cubicBezTo>
                  <a:cubicBezTo>
                    <a:pt x="503044" y="434261"/>
                    <a:pt x="502069" y="425592"/>
                    <a:pt x="497381" y="414652"/>
                  </a:cubicBezTo>
                  <a:cubicBezTo>
                    <a:pt x="491254" y="400328"/>
                    <a:pt x="479092" y="382945"/>
                    <a:pt x="462288" y="364495"/>
                  </a:cubicBezTo>
                  <a:cubicBezTo>
                    <a:pt x="451612" y="352814"/>
                    <a:pt x="439357" y="340854"/>
                    <a:pt x="425802" y="328987"/>
                  </a:cubicBezTo>
                  <a:close/>
                  <a:moveTo>
                    <a:pt x="113585" y="328940"/>
                  </a:moveTo>
                  <a:cubicBezTo>
                    <a:pt x="100031" y="340808"/>
                    <a:pt x="87823" y="352721"/>
                    <a:pt x="77193" y="364403"/>
                  </a:cubicBezTo>
                  <a:cubicBezTo>
                    <a:pt x="60342" y="382945"/>
                    <a:pt x="48227" y="400282"/>
                    <a:pt x="42099" y="414606"/>
                  </a:cubicBezTo>
                  <a:cubicBezTo>
                    <a:pt x="37458" y="425546"/>
                    <a:pt x="36390" y="434261"/>
                    <a:pt x="39221" y="439082"/>
                  </a:cubicBezTo>
                  <a:cubicBezTo>
                    <a:pt x="42935" y="445386"/>
                    <a:pt x="55700" y="449141"/>
                    <a:pt x="73340" y="449141"/>
                  </a:cubicBezTo>
                  <a:cubicBezTo>
                    <a:pt x="98360" y="449141"/>
                    <a:pt x="131689" y="442187"/>
                    <a:pt x="169939" y="428883"/>
                  </a:cubicBezTo>
                  <a:cubicBezTo>
                    <a:pt x="166968" y="408626"/>
                    <a:pt x="164740" y="387349"/>
                    <a:pt x="163254" y="365330"/>
                  </a:cubicBezTo>
                  <a:cubicBezTo>
                    <a:pt x="145708" y="353463"/>
                    <a:pt x="129043" y="341225"/>
                    <a:pt x="113585" y="328940"/>
                  </a:cubicBezTo>
                  <a:close/>
                  <a:moveTo>
                    <a:pt x="378083" y="290882"/>
                  </a:moveTo>
                  <a:cubicBezTo>
                    <a:pt x="378176" y="295333"/>
                    <a:pt x="378176" y="313504"/>
                    <a:pt x="378083" y="317954"/>
                  </a:cubicBezTo>
                  <a:cubicBezTo>
                    <a:pt x="384303" y="313504"/>
                    <a:pt x="390292" y="308915"/>
                    <a:pt x="396094" y="304418"/>
                  </a:cubicBezTo>
                  <a:cubicBezTo>
                    <a:pt x="390292" y="299875"/>
                    <a:pt x="384303" y="295379"/>
                    <a:pt x="378083" y="290882"/>
                  </a:cubicBezTo>
                  <a:close/>
                  <a:moveTo>
                    <a:pt x="161397" y="290882"/>
                  </a:moveTo>
                  <a:cubicBezTo>
                    <a:pt x="155224" y="295333"/>
                    <a:pt x="149235" y="299875"/>
                    <a:pt x="143387" y="304418"/>
                  </a:cubicBezTo>
                  <a:cubicBezTo>
                    <a:pt x="149235" y="308915"/>
                    <a:pt x="155224" y="313411"/>
                    <a:pt x="161397" y="317954"/>
                  </a:cubicBezTo>
                  <a:cubicBezTo>
                    <a:pt x="161305" y="313504"/>
                    <a:pt x="161305" y="295333"/>
                    <a:pt x="161397" y="290882"/>
                  </a:cubicBezTo>
                  <a:close/>
                  <a:moveTo>
                    <a:pt x="269729" y="261092"/>
                  </a:moveTo>
                  <a:cubicBezTo>
                    <a:pt x="293678" y="261092"/>
                    <a:pt x="313092" y="280474"/>
                    <a:pt x="313092" y="304384"/>
                  </a:cubicBezTo>
                  <a:cubicBezTo>
                    <a:pt x="313092" y="328294"/>
                    <a:pt x="293678" y="347676"/>
                    <a:pt x="269729" y="347676"/>
                  </a:cubicBezTo>
                  <a:cubicBezTo>
                    <a:pt x="245780" y="347676"/>
                    <a:pt x="226366" y="328294"/>
                    <a:pt x="226366" y="304384"/>
                  </a:cubicBezTo>
                  <a:cubicBezTo>
                    <a:pt x="226366" y="280474"/>
                    <a:pt x="245780" y="261092"/>
                    <a:pt x="269729" y="261092"/>
                  </a:cubicBezTo>
                  <a:close/>
                  <a:moveTo>
                    <a:pt x="269740" y="223666"/>
                  </a:moveTo>
                  <a:cubicBezTo>
                    <a:pt x="257764" y="229924"/>
                    <a:pt x="245834" y="236553"/>
                    <a:pt x="233997" y="243460"/>
                  </a:cubicBezTo>
                  <a:cubicBezTo>
                    <a:pt x="222300" y="250274"/>
                    <a:pt x="210927" y="257320"/>
                    <a:pt x="199925" y="264413"/>
                  </a:cubicBezTo>
                  <a:cubicBezTo>
                    <a:pt x="199368" y="277532"/>
                    <a:pt x="199044" y="290882"/>
                    <a:pt x="199044" y="304418"/>
                  </a:cubicBezTo>
                  <a:cubicBezTo>
                    <a:pt x="199044" y="317954"/>
                    <a:pt x="199368" y="331305"/>
                    <a:pt x="199925" y="344377"/>
                  </a:cubicBezTo>
                  <a:cubicBezTo>
                    <a:pt x="210927" y="351516"/>
                    <a:pt x="222300" y="358562"/>
                    <a:pt x="233997" y="365330"/>
                  </a:cubicBezTo>
                  <a:cubicBezTo>
                    <a:pt x="245881" y="372283"/>
                    <a:pt x="257764" y="378866"/>
                    <a:pt x="269740" y="385124"/>
                  </a:cubicBezTo>
                  <a:cubicBezTo>
                    <a:pt x="281670" y="378866"/>
                    <a:pt x="293600" y="372283"/>
                    <a:pt x="305437" y="365330"/>
                  </a:cubicBezTo>
                  <a:cubicBezTo>
                    <a:pt x="317135" y="358562"/>
                    <a:pt x="328507" y="351516"/>
                    <a:pt x="339555" y="344377"/>
                  </a:cubicBezTo>
                  <a:cubicBezTo>
                    <a:pt x="340112" y="331305"/>
                    <a:pt x="340391" y="317954"/>
                    <a:pt x="340391" y="304418"/>
                  </a:cubicBezTo>
                  <a:cubicBezTo>
                    <a:pt x="340391" y="290882"/>
                    <a:pt x="340112" y="277532"/>
                    <a:pt x="339555" y="264413"/>
                  </a:cubicBezTo>
                  <a:cubicBezTo>
                    <a:pt x="328507" y="257320"/>
                    <a:pt x="317135" y="250274"/>
                    <a:pt x="305437" y="243460"/>
                  </a:cubicBezTo>
                  <a:cubicBezTo>
                    <a:pt x="293553" y="236553"/>
                    <a:pt x="281670" y="229924"/>
                    <a:pt x="269740" y="223666"/>
                  </a:cubicBezTo>
                  <a:close/>
                  <a:moveTo>
                    <a:pt x="333288" y="193767"/>
                  </a:moveTo>
                  <a:cubicBezTo>
                    <a:pt x="326001" y="196780"/>
                    <a:pt x="318666" y="199932"/>
                    <a:pt x="311239" y="203362"/>
                  </a:cubicBezTo>
                  <a:cubicBezTo>
                    <a:pt x="315696" y="205819"/>
                    <a:pt x="320105" y="208369"/>
                    <a:pt x="324515" y="210965"/>
                  </a:cubicBezTo>
                  <a:cubicBezTo>
                    <a:pt x="328414" y="213236"/>
                    <a:pt x="332314" y="215508"/>
                    <a:pt x="336120" y="217872"/>
                  </a:cubicBezTo>
                  <a:cubicBezTo>
                    <a:pt x="335331" y="209713"/>
                    <a:pt x="334356" y="201694"/>
                    <a:pt x="333288" y="193767"/>
                  </a:cubicBezTo>
                  <a:close/>
                  <a:moveTo>
                    <a:pt x="206146" y="193720"/>
                  </a:moveTo>
                  <a:cubicBezTo>
                    <a:pt x="205124" y="201601"/>
                    <a:pt x="204103" y="209667"/>
                    <a:pt x="203268" y="217825"/>
                  </a:cubicBezTo>
                  <a:cubicBezTo>
                    <a:pt x="207167" y="215461"/>
                    <a:pt x="211066" y="213190"/>
                    <a:pt x="214965" y="210872"/>
                  </a:cubicBezTo>
                  <a:cubicBezTo>
                    <a:pt x="219329" y="208276"/>
                    <a:pt x="223785" y="205773"/>
                    <a:pt x="228195" y="203270"/>
                  </a:cubicBezTo>
                  <a:cubicBezTo>
                    <a:pt x="220814" y="199932"/>
                    <a:pt x="213480" y="196733"/>
                    <a:pt x="206146" y="193720"/>
                  </a:cubicBezTo>
                  <a:close/>
                  <a:moveTo>
                    <a:pt x="466187" y="159649"/>
                  </a:moveTo>
                  <a:cubicBezTo>
                    <a:pt x="441167" y="159649"/>
                    <a:pt x="407792" y="166649"/>
                    <a:pt x="369496" y="179906"/>
                  </a:cubicBezTo>
                  <a:cubicBezTo>
                    <a:pt x="372466" y="200210"/>
                    <a:pt x="374695" y="221441"/>
                    <a:pt x="376180" y="243460"/>
                  </a:cubicBezTo>
                  <a:cubicBezTo>
                    <a:pt x="393773" y="255327"/>
                    <a:pt x="410391" y="267565"/>
                    <a:pt x="425895" y="279850"/>
                  </a:cubicBezTo>
                  <a:cubicBezTo>
                    <a:pt x="439357" y="267936"/>
                    <a:pt x="451612" y="256022"/>
                    <a:pt x="462334" y="244387"/>
                  </a:cubicBezTo>
                  <a:cubicBezTo>
                    <a:pt x="479185" y="225845"/>
                    <a:pt x="491300" y="208554"/>
                    <a:pt x="497428" y="194184"/>
                  </a:cubicBezTo>
                  <a:cubicBezTo>
                    <a:pt x="502069" y="183244"/>
                    <a:pt x="503137" y="174529"/>
                    <a:pt x="500259" y="169708"/>
                  </a:cubicBezTo>
                  <a:cubicBezTo>
                    <a:pt x="496546" y="163404"/>
                    <a:pt x="483827" y="159649"/>
                    <a:pt x="466187" y="159649"/>
                  </a:cubicBezTo>
                  <a:close/>
                  <a:moveTo>
                    <a:pt x="73386" y="159603"/>
                  </a:moveTo>
                  <a:cubicBezTo>
                    <a:pt x="55747" y="159603"/>
                    <a:pt x="43028" y="163357"/>
                    <a:pt x="39314" y="169662"/>
                  </a:cubicBezTo>
                  <a:cubicBezTo>
                    <a:pt x="36436" y="174529"/>
                    <a:pt x="37458" y="183198"/>
                    <a:pt x="42146" y="194138"/>
                  </a:cubicBezTo>
                  <a:cubicBezTo>
                    <a:pt x="48273" y="208461"/>
                    <a:pt x="60389" y="225845"/>
                    <a:pt x="77239" y="244341"/>
                  </a:cubicBezTo>
                  <a:cubicBezTo>
                    <a:pt x="87823" y="256022"/>
                    <a:pt x="100077" y="267936"/>
                    <a:pt x="113678" y="279803"/>
                  </a:cubicBezTo>
                  <a:cubicBezTo>
                    <a:pt x="129182" y="267519"/>
                    <a:pt x="145800" y="255281"/>
                    <a:pt x="163393" y="243414"/>
                  </a:cubicBezTo>
                  <a:cubicBezTo>
                    <a:pt x="164832" y="221395"/>
                    <a:pt x="167107" y="200117"/>
                    <a:pt x="170078" y="179860"/>
                  </a:cubicBezTo>
                  <a:cubicBezTo>
                    <a:pt x="131782" y="166556"/>
                    <a:pt x="98406" y="159603"/>
                    <a:pt x="73386" y="159603"/>
                  </a:cubicBezTo>
                  <a:close/>
                  <a:moveTo>
                    <a:pt x="269740" y="37687"/>
                  </a:moveTo>
                  <a:cubicBezTo>
                    <a:pt x="264077" y="37687"/>
                    <a:pt x="257114" y="43018"/>
                    <a:pt x="250058" y="52521"/>
                  </a:cubicBezTo>
                  <a:cubicBezTo>
                    <a:pt x="240775" y="65083"/>
                    <a:pt x="231908" y="84321"/>
                    <a:pt x="224435" y="108148"/>
                  </a:cubicBezTo>
                  <a:cubicBezTo>
                    <a:pt x="219839" y="122703"/>
                    <a:pt x="215894" y="138557"/>
                    <a:pt x="212459" y="155616"/>
                  </a:cubicBezTo>
                  <a:cubicBezTo>
                    <a:pt x="231212" y="163172"/>
                    <a:pt x="250430" y="171840"/>
                    <a:pt x="269740" y="181390"/>
                  </a:cubicBezTo>
                  <a:cubicBezTo>
                    <a:pt x="289051" y="171840"/>
                    <a:pt x="308222" y="163172"/>
                    <a:pt x="326975" y="155616"/>
                  </a:cubicBezTo>
                  <a:cubicBezTo>
                    <a:pt x="323587" y="138650"/>
                    <a:pt x="319595" y="122703"/>
                    <a:pt x="315046" y="108148"/>
                  </a:cubicBezTo>
                  <a:cubicBezTo>
                    <a:pt x="307526" y="84228"/>
                    <a:pt x="298706" y="65037"/>
                    <a:pt x="289422" y="52521"/>
                  </a:cubicBezTo>
                  <a:cubicBezTo>
                    <a:pt x="282366" y="42972"/>
                    <a:pt x="275357" y="37687"/>
                    <a:pt x="269740" y="37687"/>
                  </a:cubicBezTo>
                  <a:close/>
                  <a:moveTo>
                    <a:pt x="269740" y="0"/>
                  </a:moveTo>
                  <a:cubicBezTo>
                    <a:pt x="292625" y="0"/>
                    <a:pt x="309568" y="16363"/>
                    <a:pt x="319780" y="30177"/>
                  </a:cubicBezTo>
                  <a:cubicBezTo>
                    <a:pt x="331757" y="46216"/>
                    <a:pt x="342247" y="68653"/>
                    <a:pt x="351114" y="96930"/>
                  </a:cubicBezTo>
                  <a:cubicBezTo>
                    <a:pt x="355523" y="111022"/>
                    <a:pt x="359423" y="126226"/>
                    <a:pt x="362811" y="142405"/>
                  </a:cubicBezTo>
                  <a:cubicBezTo>
                    <a:pt x="402732" y="129054"/>
                    <a:pt x="438336" y="122008"/>
                    <a:pt x="466094" y="122008"/>
                  </a:cubicBezTo>
                  <a:cubicBezTo>
                    <a:pt x="480949" y="122008"/>
                    <a:pt x="493900" y="124048"/>
                    <a:pt x="504437" y="127988"/>
                  </a:cubicBezTo>
                  <a:cubicBezTo>
                    <a:pt x="517249" y="132809"/>
                    <a:pt x="526811" y="140504"/>
                    <a:pt x="532846" y="150749"/>
                  </a:cubicBezTo>
                  <a:cubicBezTo>
                    <a:pt x="544404" y="170450"/>
                    <a:pt x="538834" y="193349"/>
                    <a:pt x="532103" y="209018"/>
                  </a:cubicBezTo>
                  <a:cubicBezTo>
                    <a:pt x="524212" y="227375"/>
                    <a:pt x="510100" y="247864"/>
                    <a:pt x="490186" y="269744"/>
                  </a:cubicBezTo>
                  <a:cubicBezTo>
                    <a:pt x="479788" y="281148"/>
                    <a:pt x="467951" y="292783"/>
                    <a:pt x="454954" y="304418"/>
                  </a:cubicBezTo>
                  <a:cubicBezTo>
                    <a:pt x="467951" y="316007"/>
                    <a:pt x="479788" y="327642"/>
                    <a:pt x="490140" y="339000"/>
                  </a:cubicBezTo>
                  <a:cubicBezTo>
                    <a:pt x="510054" y="360880"/>
                    <a:pt x="524165" y="381276"/>
                    <a:pt x="532010" y="399726"/>
                  </a:cubicBezTo>
                  <a:cubicBezTo>
                    <a:pt x="538787" y="415394"/>
                    <a:pt x="544358" y="438201"/>
                    <a:pt x="532753" y="457995"/>
                  </a:cubicBezTo>
                  <a:cubicBezTo>
                    <a:pt x="526718" y="468239"/>
                    <a:pt x="517156" y="475934"/>
                    <a:pt x="504344" y="480755"/>
                  </a:cubicBezTo>
                  <a:cubicBezTo>
                    <a:pt x="493760" y="484696"/>
                    <a:pt x="480902" y="486735"/>
                    <a:pt x="466048" y="486735"/>
                  </a:cubicBezTo>
                  <a:cubicBezTo>
                    <a:pt x="438243" y="486735"/>
                    <a:pt x="402685" y="479689"/>
                    <a:pt x="362765" y="466339"/>
                  </a:cubicBezTo>
                  <a:cubicBezTo>
                    <a:pt x="359423" y="482517"/>
                    <a:pt x="355431" y="497722"/>
                    <a:pt x="351067" y="511814"/>
                  </a:cubicBezTo>
                  <a:cubicBezTo>
                    <a:pt x="342201" y="539998"/>
                    <a:pt x="331664" y="562527"/>
                    <a:pt x="319734" y="578566"/>
                  </a:cubicBezTo>
                  <a:cubicBezTo>
                    <a:pt x="309568" y="592287"/>
                    <a:pt x="292625" y="608697"/>
                    <a:pt x="269740" y="608697"/>
                  </a:cubicBezTo>
                  <a:cubicBezTo>
                    <a:pt x="246809" y="608697"/>
                    <a:pt x="229866" y="592287"/>
                    <a:pt x="219700" y="578566"/>
                  </a:cubicBezTo>
                  <a:cubicBezTo>
                    <a:pt x="207770" y="562527"/>
                    <a:pt x="197233" y="540091"/>
                    <a:pt x="188413" y="511814"/>
                  </a:cubicBezTo>
                  <a:cubicBezTo>
                    <a:pt x="184004" y="497722"/>
                    <a:pt x="180104" y="482517"/>
                    <a:pt x="176716" y="466339"/>
                  </a:cubicBezTo>
                  <a:cubicBezTo>
                    <a:pt x="136795" y="479689"/>
                    <a:pt x="101191" y="486735"/>
                    <a:pt x="73386" y="486735"/>
                  </a:cubicBezTo>
                  <a:cubicBezTo>
                    <a:pt x="58532" y="486735"/>
                    <a:pt x="45627" y="484696"/>
                    <a:pt x="35090" y="480755"/>
                  </a:cubicBezTo>
                  <a:cubicBezTo>
                    <a:pt x="22278" y="475934"/>
                    <a:pt x="12670" y="468239"/>
                    <a:pt x="6681" y="457995"/>
                  </a:cubicBezTo>
                  <a:cubicBezTo>
                    <a:pt x="-4877" y="438294"/>
                    <a:pt x="693" y="415394"/>
                    <a:pt x="7424" y="399726"/>
                  </a:cubicBezTo>
                  <a:cubicBezTo>
                    <a:pt x="15269" y="381369"/>
                    <a:pt x="29381" y="360880"/>
                    <a:pt x="49341" y="339000"/>
                  </a:cubicBezTo>
                  <a:cubicBezTo>
                    <a:pt x="59785" y="327596"/>
                    <a:pt x="71529" y="315961"/>
                    <a:pt x="84527" y="304326"/>
                  </a:cubicBezTo>
                  <a:cubicBezTo>
                    <a:pt x="71529" y="292737"/>
                    <a:pt x="59739" y="281101"/>
                    <a:pt x="49341" y="269651"/>
                  </a:cubicBezTo>
                  <a:cubicBezTo>
                    <a:pt x="29381" y="247771"/>
                    <a:pt x="15269" y="227375"/>
                    <a:pt x="7424" y="208971"/>
                  </a:cubicBezTo>
                  <a:cubicBezTo>
                    <a:pt x="693" y="193257"/>
                    <a:pt x="-4877" y="170450"/>
                    <a:pt x="6681" y="150702"/>
                  </a:cubicBezTo>
                  <a:cubicBezTo>
                    <a:pt x="12762" y="140411"/>
                    <a:pt x="22278" y="132763"/>
                    <a:pt x="35090" y="127942"/>
                  </a:cubicBezTo>
                  <a:cubicBezTo>
                    <a:pt x="45674" y="124001"/>
                    <a:pt x="58532" y="121962"/>
                    <a:pt x="73386" y="121962"/>
                  </a:cubicBezTo>
                  <a:cubicBezTo>
                    <a:pt x="101191" y="121962"/>
                    <a:pt x="136795" y="129008"/>
                    <a:pt x="176716" y="142358"/>
                  </a:cubicBezTo>
                  <a:cubicBezTo>
                    <a:pt x="180058" y="126134"/>
                    <a:pt x="184004" y="110929"/>
                    <a:pt x="188413" y="96837"/>
                  </a:cubicBezTo>
                  <a:cubicBezTo>
                    <a:pt x="197233" y="68653"/>
                    <a:pt x="207770" y="46170"/>
                    <a:pt x="219700" y="30085"/>
                  </a:cubicBezTo>
                  <a:cubicBezTo>
                    <a:pt x="229866" y="16363"/>
                    <a:pt x="246809" y="0"/>
                    <a:pt x="26974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</p:grpSp>
      <p:grpSp>
        <p:nvGrpSpPr>
          <p:cNvPr id="69" name="Group 19">
            <a:extLst>
              <a:ext uri="{FF2B5EF4-FFF2-40B4-BE49-F238E27FC236}">
                <a16:creationId xmlns:a16="http://schemas.microsoft.com/office/drawing/2014/main" id="{3081624B-7885-454E-8863-4C01620F05DC}"/>
              </a:ext>
            </a:extLst>
          </p:cNvPr>
          <p:cNvGrpSpPr/>
          <p:nvPr/>
        </p:nvGrpSpPr>
        <p:grpSpPr>
          <a:xfrm>
            <a:off x="6237602" y="4603941"/>
            <a:ext cx="495959" cy="495959"/>
            <a:chOff x="6932134" y="4603941"/>
            <a:chExt cx="495959" cy="495959"/>
          </a:xfrm>
        </p:grpSpPr>
        <p:sp>
          <p:nvSpPr>
            <p:cNvPr id="70" name="íṥļîḓê">
              <a:extLst>
                <a:ext uri="{FF2B5EF4-FFF2-40B4-BE49-F238E27FC236}">
                  <a16:creationId xmlns:a16="http://schemas.microsoft.com/office/drawing/2014/main" id="{FF50B19A-02F4-4A98-BA33-86D812AB8D7E}"/>
                </a:ext>
              </a:extLst>
            </p:cNvPr>
            <p:cNvSpPr/>
            <p:nvPr/>
          </p:nvSpPr>
          <p:spPr>
            <a:xfrm>
              <a:off x="6932134" y="4603941"/>
              <a:ext cx="495959" cy="49595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71" name="íṥlíḓê">
              <a:extLst>
                <a:ext uri="{FF2B5EF4-FFF2-40B4-BE49-F238E27FC236}">
                  <a16:creationId xmlns:a16="http://schemas.microsoft.com/office/drawing/2014/main" id="{F862FD43-4A46-45F6-AF62-6AECFBDE232C}"/>
                </a:ext>
              </a:extLst>
            </p:cNvPr>
            <p:cNvSpPr/>
            <p:nvPr/>
          </p:nvSpPr>
          <p:spPr>
            <a:xfrm>
              <a:off x="6977987" y="4649794"/>
              <a:ext cx="404253" cy="4042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72" name="ïśļiḑé">
              <a:extLst>
                <a:ext uri="{FF2B5EF4-FFF2-40B4-BE49-F238E27FC236}">
                  <a16:creationId xmlns:a16="http://schemas.microsoft.com/office/drawing/2014/main" id="{82DF9156-2E89-48D3-B6BE-41B64A0700F2}"/>
                </a:ext>
              </a:extLst>
            </p:cNvPr>
            <p:cNvSpPr/>
            <p:nvPr/>
          </p:nvSpPr>
          <p:spPr>
            <a:xfrm>
              <a:off x="7055794" y="4738144"/>
              <a:ext cx="248637" cy="227552"/>
            </a:xfrm>
            <a:custGeom>
              <a:avLst/>
              <a:gdLst>
                <a:gd name="connsiteX0" fmla="*/ 318107 w 579827"/>
                <a:gd name="connsiteY0" fmla="*/ 483758 h 530657"/>
                <a:gd name="connsiteX1" fmla="*/ 392373 w 579827"/>
                <a:gd name="connsiteY1" fmla="*/ 483758 h 530657"/>
                <a:gd name="connsiteX2" fmla="*/ 397216 w 579827"/>
                <a:gd name="connsiteY2" fmla="*/ 488610 h 530657"/>
                <a:gd name="connsiteX3" fmla="*/ 397216 w 579827"/>
                <a:gd name="connsiteY3" fmla="*/ 525805 h 530657"/>
                <a:gd name="connsiteX4" fmla="*/ 392373 w 579827"/>
                <a:gd name="connsiteY4" fmla="*/ 530657 h 530657"/>
                <a:gd name="connsiteX5" fmla="*/ 318107 w 579827"/>
                <a:gd name="connsiteY5" fmla="*/ 530657 h 530657"/>
                <a:gd name="connsiteX6" fmla="*/ 313264 w 579827"/>
                <a:gd name="connsiteY6" fmla="*/ 525805 h 530657"/>
                <a:gd name="connsiteX7" fmla="*/ 313264 w 579827"/>
                <a:gd name="connsiteY7" fmla="*/ 488610 h 530657"/>
                <a:gd name="connsiteX8" fmla="*/ 318107 w 579827"/>
                <a:gd name="connsiteY8" fmla="*/ 483758 h 530657"/>
                <a:gd name="connsiteX9" fmla="*/ 221200 w 579827"/>
                <a:gd name="connsiteY9" fmla="*/ 483758 h 530657"/>
                <a:gd name="connsiteX10" fmla="*/ 295466 w 579827"/>
                <a:gd name="connsiteY10" fmla="*/ 483758 h 530657"/>
                <a:gd name="connsiteX11" fmla="*/ 300309 w 579827"/>
                <a:gd name="connsiteY11" fmla="*/ 488610 h 530657"/>
                <a:gd name="connsiteX12" fmla="*/ 300309 w 579827"/>
                <a:gd name="connsiteY12" fmla="*/ 525805 h 530657"/>
                <a:gd name="connsiteX13" fmla="*/ 295466 w 579827"/>
                <a:gd name="connsiteY13" fmla="*/ 530657 h 530657"/>
                <a:gd name="connsiteX14" fmla="*/ 221200 w 579827"/>
                <a:gd name="connsiteY14" fmla="*/ 530657 h 530657"/>
                <a:gd name="connsiteX15" fmla="*/ 216357 w 579827"/>
                <a:gd name="connsiteY15" fmla="*/ 525805 h 530657"/>
                <a:gd name="connsiteX16" fmla="*/ 216357 w 579827"/>
                <a:gd name="connsiteY16" fmla="*/ 488610 h 530657"/>
                <a:gd name="connsiteX17" fmla="*/ 221200 w 579827"/>
                <a:gd name="connsiteY17" fmla="*/ 483758 h 530657"/>
                <a:gd name="connsiteX18" fmla="*/ 122738 w 579827"/>
                <a:gd name="connsiteY18" fmla="*/ 483758 h 530657"/>
                <a:gd name="connsiteX19" fmla="*/ 197004 w 579827"/>
                <a:gd name="connsiteY19" fmla="*/ 483758 h 530657"/>
                <a:gd name="connsiteX20" fmla="*/ 201847 w 579827"/>
                <a:gd name="connsiteY20" fmla="*/ 488610 h 530657"/>
                <a:gd name="connsiteX21" fmla="*/ 201847 w 579827"/>
                <a:gd name="connsiteY21" fmla="*/ 525805 h 530657"/>
                <a:gd name="connsiteX22" fmla="*/ 197004 w 579827"/>
                <a:gd name="connsiteY22" fmla="*/ 530657 h 530657"/>
                <a:gd name="connsiteX23" fmla="*/ 122738 w 579827"/>
                <a:gd name="connsiteY23" fmla="*/ 530657 h 530657"/>
                <a:gd name="connsiteX24" fmla="*/ 117895 w 579827"/>
                <a:gd name="connsiteY24" fmla="*/ 525805 h 530657"/>
                <a:gd name="connsiteX25" fmla="*/ 117895 w 579827"/>
                <a:gd name="connsiteY25" fmla="*/ 488610 h 530657"/>
                <a:gd name="connsiteX26" fmla="*/ 122738 w 579827"/>
                <a:gd name="connsiteY26" fmla="*/ 483758 h 530657"/>
                <a:gd name="connsiteX27" fmla="*/ 476515 w 579827"/>
                <a:gd name="connsiteY27" fmla="*/ 425718 h 530657"/>
                <a:gd name="connsiteX28" fmla="*/ 512075 w 579827"/>
                <a:gd name="connsiteY28" fmla="*/ 425718 h 530657"/>
                <a:gd name="connsiteX29" fmla="*/ 516924 w 579827"/>
                <a:gd name="connsiteY29" fmla="*/ 430552 h 530657"/>
                <a:gd name="connsiteX30" fmla="*/ 419943 w 579827"/>
                <a:gd name="connsiteY30" fmla="*/ 528844 h 530657"/>
                <a:gd name="connsiteX31" fmla="*/ 415094 w 579827"/>
                <a:gd name="connsiteY31" fmla="*/ 524010 h 530657"/>
                <a:gd name="connsiteX32" fmla="*/ 415094 w 579827"/>
                <a:gd name="connsiteY32" fmla="*/ 486949 h 530657"/>
                <a:gd name="connsiteX33" fmla="*/ 419943 w 579827"/>
                <a:gd name="connsiteY33" fmla="*/ 482115 h 530657"/>
                <a:gd name="connsiteX34" fmla="*/ 471666 w 579827"/>
                <a:gd name="connsiteY34" fmla="*/ 430552 h 530657"/>
                <a:gd name="connsiteX35" fmla="*/ 476515 w 579827"/>
                <a:gd name="connsiteY35" fmla="*/ 425718 h 530657"/>
                <a:gd name="connsiteX36" fmla="*/ 4849 w 579827"/>
                <a:gd name="connsiteY36" fmla="*/ 425718 h 530657"/>
                <a:gd name="connsiteX37" fmla="*/ 40409 w 579827"/>
                <a:gd name="connsiteY37" fmla="*/ 425718 h 530657"/>
                <a:gd name="connsiteX38" fmla="*/ 45258 w 579827"/>
                <a:gd name="connsiteY38" fmla="*/ 430552 h 530657"/>
                <a:gd name="connsiteX39" fmla="*/ 96981 w 579827"/>
                <a:gd name="connsiteY39" fmla="*/ 482115 h 530657"/>
                <a:gd name="connsiteX40" fmla="*/ 101830 w 579827"/>
                <a:gd name="connsiteY40" fmla="*/ 486949 h 530657"/>
                <a:gd name="connsiteX41" fmla="*/ 101830 w 579827"/>
                <a:gd name="connsiteY41" fmla="*/ 524010 h 530657"/>
                <a:gd name="connsiteX42" fmla="*/ 96981 w 579827"/>
                <a:gd name="connsiteY42" fmla="*/ 528844 h 530657"/>
                <a:gd name="connsiteX43" fmla="*/ 0 w 579827"/>
                <a:gd name="connsiteY43" fmla="*/ 430552 h 530657"/>
                <a:gd name="connsiteX44" fmla="*/ 4849 w 579827"/>
                <a:gd name="connsiteY44" fmla="*/ 425718 h 530657"/>
                <a:gd name="connsiteX45" fmla="*/ 476438 w 579827"/>
                <a:gd name="connsiteY45" fmla="*/ 324146 h 530657"/>
                <a:gd name="connsiteX46" fmla="*/ 513685 w 579827"/>
                <a:gd name="connsiteY46" fmla="*/ 324146 h 530657"/>
                <a:gd name="connsiteX47" fmla="*/ 516924 w 579827"/>
                <a:gd name="connsiteY47" fmla="*/ 328986 h 530657"/>
                <a:gd name="connsiteX48" fmla="*/ 516924 w 579827"/>
                <a:gd name="connsiteY48" fmla="*/ 404812 h 530657"/>
                <a:gd name="connsiteX49" fmla="*/ 513685 w 579827"/>
                <a:gd name="connsiteY49" fmla="*/ 409652 h 530657"/>
                <a:gd name="connsiteX50" fmla="*/ 476438 w 579827"/>
                <a:gd name="connsiteY50" fmla="*/ 409652 h 530657"/>
                <a:gd name="connsiteX51" fmla="*/ 471580 w 579827"/>
                <a:gd name="connsiteY51" fmla="*/ 404812 h 530657"/>
                <a:gd name="connsiteX52" fmla="*/ 471580 w 579827"/>
                <a:gd name="connsiteY52" fmla="*/ 328986 h 530657"/>
                <a:gd name="connsiteX53" fmla="*/ 476438 w 579827"/>
                <a:gd name="connsiteY53" fmla="*/ 324146 h 530657"/>
                <a:gd name="connsiteX54" fmla="*/ 4858 w 579827"/>
                <a:gd name="connsiteY54" fmla="*/ 324146 h 530657"/>
                <a:gd name="connsiteX55" fmla="*/ 40486 w 579827"/>
                <a:gd name="connsiteY55" fmla="*/ 324146 h 530657"/>
                <a:gd name="connsiteX56" fmla="*/ 45344 w 579827"/>
                <a:gd name="connsiteY56" fmla="*/ 328986 h 530657"/>
                <a:gd name="connsiteX57" fmla="*/ 45344 w 579827"/>
                <a:gd name="connsiteY57" fmla="*/ 404812 h 530657"/>
                <a:gd name="connsiteX58" fmla="*/ 40486 w 579827"/>
                <a:gd name="connsiteY58" fmla="*/ 409652 h 530657"/>
                <a:gd name="connsiteX59" fmla="*/ 4858 w 579827"/>
                <a:gd name="connsiteY59" fmla="*/ 409652 h 530657"/>
                <a:gd name="connsiteX60" fmla="*/ 0 w 579827"/>
                <a:gd name="connsiteY60" fmla="*/ 404812 h 530657"/>
                <a:gd name="connsiteX61" fmla="*/ 0 w 579827"/>
                <a:gd name="connsiteY61" fmla="*/ 328986 h 530657"/>
                <a:gd name="connsiteX62" fmla="*/ 4858 w 579827"/>
                <a:gd name="connsiteY62" fmla="*/ 324146 h 530657"/>
                <a:gd name="connsiteX63" fmla="*/ 492633 w 579827"/>
                <a:gd name="connsiteY63" fmla="*/ 222575 h 530657"/>
                <a:gd name="connsiteX64" fmla="*/ 513685 w 579827"/>
                <a:gd name="connsiteY64" fmla="*/ 222575 h 530657"/>
                <a:gd name="connsiteX65" fmla="*/ 516924 w 579827"/>
                <a:gd name="connsiteY65" fmla="*/ 227415 h 530657"/>
                <a:gd name="connsiteX66" fmla="*/ 516924 w 579827"/>
                <a:gd name="connsiteY66" fmla="*/ 303241 h 530657"/>
                <a:gd name="connsiteX67" fmla="*/ 513685 w 579827"/>
                <a:gd name="connsiteY67" fmla="*/ 308081 h 530657"/>
                <a:gd name="connsiteX68" fmla="*/ 476438 w 579827"/>
                <a:gd name="connsiteY68" fmla="*/ 308081 h 530657"/>
                <a:gd name="connsiteX69" fmla="*/ 471580 w 579827"/>
                <a:gd name="connsiteY69" fmla="*/ 303241 h 530657"/>
                <a:gd name="connsiteX70" fmla="*/ 471580 w 579827"/>
                <a:gd name="connsiteY70" fmla="*/ 245162 h 530657"/>
                <a:gd name="connsiteX71" fmla="*/ 4858 w 579827"/>
                <a:gd name="connsiteY71" fmla="*/ 222575 h 530657"/>
                <a:gd name="connsiteX72" fmla="*/ 40486 w 579827"/>
                <a:gd name="connsiteY72" fmla="*/ 222575 h 530657"/>
                <a:gd name="connsiteX73" fmla="*/ 45344 w 579827"/>
                <a:gd name="connsiteY73" fmla="*/ 227415 h 530657"/>
                <a:gd name="connsiteX74" fmla="*/ 45344 w 579827"/>
                <a:gd name="connsiteY74" fmla="*/ 303241 h 530657"/>
                <a:gd name="connsiteX75" fmla="*/ 40486 w 579827"/>
                <a:gd name="connsiteY75" fmla="*/ 308081 h 530657"/>
                <a:gd name="connsiteX76" fmla="*/ 4858 w 579827"/>
                <a:gd name="connsiteY76" fmla="*/ 308081 h 530657"/>
                <a:gd name="connsiteX77" fmla="*/ 0 w 579827"/>
                <a:gd name="connsiteY77" fmla="*/ 303241 h 530657"/>
                <a:gd name="connsiteX78" fmla="*/ 0 w 579827"/>
                <a:gd name="connsiteY78" fmla="*/ 227415 h 530657"/>
                <a:gd name="connsiteX79" fmla="*/ 4858 w 579827"/>
                <a:gd name="connsiteY79" fmla="*/ 222575 h 530657"/>
                <a:gd name="connsiteX80" fmla="*/ 516924 w 579827"/>
                <a:gd name="connsiteY80" fmla="*/ 193555 h 530657"/>
                <a:gd name="connsiteX81" fmla="*/ 516924 w 579827"/>
                <a:gd name="connsiteY81" fmla="*/ 203228 h 530657"/>
                <a:gd name="connsiteX82" fmla="*/ 513659 w 579827"/>
                <a:gd name="connsiteY82" fmla="*/ 208065 h 530657"/>
                <a:gd name="connsiteX83" fmla="*/ 500600 w 579827"/>
                <a:gd name="connsiteY83" fmla="*/ 208065 h 530657"/>
                <a:gd name="connsiteX84" fmla="*/ 4858 w 579827"/>
                <a:gd name="connsiteY84" fmla="*/ 122559 h 530657"/>
                <a:gd name="connsiteX85" fmla="*/ 40486 w 579827"/>
                <a:gd name="connsiteY85" fmla="*/ 122559 h 530657"/>
                <a:gd name="connsiteX86" fmla="*/ 45344 w 579827"/>
                <a:gd name="connsiteY86" fmla="*/ 127399 h 530657"/>
                <a:gd name="connsiteX87" fmla="*/ 45344 w 579827"/>
                <a:gd name="connsiteY87" fmla="*/ 203225 h 530657"/>
                <a:gd name="connsiteX88" fmla="*/ 40486 w 579827"/>
                <a:gd name="connsiteY88" fmla="*/ 208065 h 530657"/>
                <a:gd name="connsiteX89" fmla="*/ 4858 w 579827"/>
                <a:gd name="connsiteY89" fmla="*/ 208065 h 530657"/>
                <a:gd name="connsiteX90" fmla="*/ 0 w 579827"/>
                <a:gd name="connsiteY90" fmla="*/ 203225 h 530657"/>
                <a:gd name="connsiteX91" fmla="*/ 0 w 579827"/>
                <a:gd name="connsiteY91" fmla="*/ 127399 h 530657"/>
                <a:gd name="connsiteX92" fmla="*/ 4858 w 579827"/>
                <a:gd name="connsiteY92" fmla="*/ 122559 h 530657"/>
                <a:gd name="connsiteX93" fmla="*/ 522502 w 579827"/>
                <a:gd name="connsiteY93" fmla="*/ 50066 h 530657"/>
                <a:gd name="connsiteX94" fmla="*/ 536228 w 579827"/>
                <a:gd name="connsiteY94" fmla="*/ 54904 h 530657"/>
                <a:gd name="connsiteX95" fmla="*/ 574983 w 579827"/>
                <a:gd name="connsiteY95" fmla="*/ 95213 h 530657"/>
                <a:gd name="connsiteX96" fmla="*/ 574983 w 579827"/>
                <a:gd name="connsiteY96" fmla="*/ 121011 h 530657"/>
                <a:gd name="connsiteX97" fmla="*/ 285938 w 579827"/>
                <a:gd name="connsiteY97" fmla="*/ 409624 h 530657"/>
                <a:gd name="connsiteX98" fmla="*/ 260101 w 579827"/>
                <a:gd name="connsiteY98" fmla="*/ 409624 h 530657"/>
                <a:gd name="connsiteX99" fmla="*/ 253642 w 579827"/>
                <a:gd name="connsiteY99" fmla="*/ 403175 h 530657"/>
                <a:gd name="connsiteX100" fmla="*/ 247183 w 579827"/>
                <a:gd name="connsiteY100" fmla="*/ 396725 h 530657"/>
                <a:gd name="connsiteX101" fmla="*/ 219732 w 579827"/>
                <a:gd name="connsiteY101" fmla="*/ 370927 h 530657"/>
                <a:gd name="connsiteX102" fmla="*/ 219732 w 579827"/>
                <a:gd name="connsiteY102" fmla="*/ 369315 h 530657"/>
                <a:gd name="connsiteX103" fmla="*/ 95394 w 579827"/>
                <a:gd name="connsiteY103" fmla="*/ 243550 h 530657"/>
                <a:gd name="connsiteX104" fmla="*/ 95394 w 579827"/>
                <a:gd name="connsiteY104" fmla="*/ 217753 h 530657"/>
                <a:gd name="connsiteX105" fmla="*/ 134149 w 579827"/>
                <a:gd name="connsiteY105" fmla="*/ 179056 h 530657"/>
                <a:gd name="connsiteX106" fmla="*/ 159985 w 579827"/>
                <a:gd name="connsiteY106" fmla="*/ 179056 h 530657"/>
                <a:gd name="connsiteX107" fmla="*/ 273019 w 579827"/>
                <a:gd name="connsiteY107" fmla="*/ 291921 h 530657"/>
                <a:gd name="connsiteX108" fmla="*/ 508777 w 579827"/>
                <a:gd name="connsiteY108" fmla="*/ 54904 h 530657"/>
                <a:gd name="connsiteX109" fmla="*/ 522502 w 579827"/>
                <a:gd name="connsiteY109" fmla="*/ 50066 h 530657"/>
                <a:gd name="connsiteX110" fmla="*/ 419934 w 579827"/>
                <a:gd name="connsiteY110" fmla="*/ 0 h 530657"/>
                <a:gd name="connsiteX111" fmla="*/ 500600 w 579827"/>
                <a:gd name="connsiteY111" fmla="*/ 45193 h 530657"/>
                <a:gd name="connsiteX112" fmla="*/ 466720 w 579827"/>
                <a:gd name="connsiteY112" fmla="*/ 77474 h 530657"/>
                <a:gd name="connsiteX113" fmla="*/ 419934 w 579827"/>
                <a:gd name="connsiteY113" fmla="*/ 46807 h 530657"/>
                <a:gd name="connsiteX114" fmla="*/ 415094 w 579827"/>
                <a:gd name="connsiteY114" fmla="*/ 41965 h 530657"/>
                <a:gd name="connsiteX115" fmla="*/ 415094 w 579827"/>
                <a:gd name="connsiteY115" fmla="*/ 4842 h 530657"/>
                <a:gd name="connsiteX116" fmla="*/ 419934 w 579827"/>
                <a:gd name="connsiteY116" fmla="*/ 0 h 530657"/>
                <a:gd name="connsiteX117" fmla="*/ 122738 w 579827"/>
                <a:gd name="connsiteY117" fmla="*/ 0 h 530657"/>
                <a:gd name="connsiteX118" fmla="*/ 197004 w 579827"/>
                <a:gd name="connsiteY118" fmla="*/ 0 h 530657"/>
                <a:gd name="connsiteX119" fmla="*/ 201847 w 579827"/>
                <a:gd name="connsiteY119" fmla="*/ 4852 h 530657"/>
                <a:gd name="connsiteX120" fmla="*/ 201847 w 579827"/>
                <a:gd name="connsiteY120" fmla="*/ 42047 h 530657"/>
                <a:gd name="connsiteX121" fmla="*/ 197004 w 579827"/>
                <a:gd name="connsiteY121" fmla="*/ 46899 h 530657"/>
                <a:gd name="connsiteX122" fmla="*/ 122738 w 579827"/>
                <a:gd name="connsiteY122" fmla="*/ 46899 h 530657"/>
                <a:gd name="connsiteX123" fmla="*/ 117895 w 579827"/>
                <a:gd name="connsiteY123" fmla="*/ 42047 h 530657"/>
                <a:gd name="connsiteX124" fmla="*/ 117895 w 579827"/>
                <a:gd name="connsiteY124" fmla="*/ 4852 h 530657"/>
                <a:gd name="connsiteX125" fmla="*/ 122738 w 579827"/>
                <a:gd name="connsiteY125" fmla="*/ 0 h 530657"/>
                <a:gd name="connsiteX126" fmla="*/ 221200 w 579827"/>
                <a:gd name="connsiteY126" fmla="*/ 0 h 530657"/>
                <a:gd name="connsiteX127" fmla="*/ 295466 w 579827"/>
                <a:gd name="connsiteY127" fmla="*/ 0 h 530657"/>
                <a:gd name="connsiteX128" fmla="*/ 300309 w 579827"/>
                <a:gd name="connsiteY128" fmla="*/ 4852 h 530657"/>
                <a:gd name="connsiteX129" fmla="*/ 300309 w 579827"/>
                <a:gd name="connsiteY129" fmla="*/ 42047 h 530657"/>
                <a:gd name="connsiteX130" fmla="*/ 295466 w 579827"/>
                <a:gd name="connsiteY130" fmla="*/ 46899 h 530657"/>
                <a:gd name="connsiteX131" fmla="*/ 221200 w 579827"/>
                <a:gd name="connsiteY131" fmla="*/ 46899 h 530657"/>
                <a:gd name="connsiteX132" fmla="*/ 216357 w 579827"/>
                <a:gd name="connsiteY132" fmla="*/ 42047 h 530657"/>
                <a:gd name="connsiteX133" fmla="*/ 216357 w 579827"/>
                <a:gd name="connsiteY133" fmla="*/ 4852 h 530657"/>
                <a:gd name="connsiteX134" fmla="*/ 221200 w 579827"/>
                <a:gd name="connsiteY134" fmla="*/ 0 h 530657"/>
                <a:gd name="connsiteX135" fmla="*/ 318107 w 579827"/>
                <a:gd name="connsiteY135" fmla="*/ 0 h 530657"/>
                <a:gd name="connsiteX136" fmla="*/ 392373 w 579827"/>
                <a:gd name="connsiteY136" fmla="*/ 0 h 530657"/>
                <a:gd name="connsiteX137" fmla="*/ 397216 w 579827"/>
                <a:gd name="connsiteY137" fmla="*/ 4852 h 530657"/>
                <a:gd name="connsiteX138" fmla="*/ 397216 w 579827"/>
                <a:gd name="connsiteY138" fmla="*/ 42047 h 530657"/>
                <a:gd name="connsiteX139" fmla="*/ 392373 w 579827"/>
                <a:gd name="connsiteY139" fmla="*/ 46899 h 530657"/>
                <a:gd name="connsiteX140" fmla="*/ 318107 w 579827"/>
                <a:gd name="connsiteY140" fmla="*/ 46899 h 530657"/>
                <a:gd name="connsiteX141" fmla="*/ 313264 w 579827"/>
                <a:gd name="connsiteY141" fmla="*/ 42047 h 530657"/>
                <a:gd name="connsiteX142" fmla="*/ 313264 w 579827"/>
                <a:gd name="connsiteY142" fmla="*/ 4852 h 530657"/>
                <a:gd name="connsiteX143" fmla="*/ 318107 w 579827"/>
                <a:gd name="connsiteY143" fmla="*/ 0 h 530657"/>
                <a:gd name="connsiteX144" fmla="*/ 96981 w 579827"/>
                <a:gd name="connsiteY144" fmla="*/ 0 h 530657"/>
                <a:gd name="connsiteX145" fmla="*/ 101830 w 579827"/>
                <a:gd name="connsiteY145" fmla="*/ 4843 h 530657"/>
                <a:gd name="connsiteX146" fmla="*/ 101830 w 579827"/>
                <a:gd name="connsiteY146" fmla="*/ 41976 h 530657"/>
                <a:gd name="connsiteX147" fmla="*/ 96981 w 579827"/>
                <a:gd name="connsiteY147" fmla="*/ 46819 h 530657"/>
                <a:gd name="connsiteX148" fmla="*/ 45258 w 579827"/>
                <a:gd name="connsiteY148" fmla="*/ 100096 h 530657"/>
                <a:gd name="connsiteX149" fmla="*/ 40409 w 579827"/>
                <a:gd name="connsiteY149" fmla="*/ 104939 h 530657"/>
                <a:gd name="connsiteX150" fmla="*/ 4849 w 579827"/>
                <a:gd name="connsiteY150" fmla="*/ 104939 h 530657"/>
                <a:gd name="connsiteX151" fmla="*/ 0 w 579827"/>
                <a:gd name="connsiteY151" fmla="*/ 100096 h 530657"/>
                <a:gd name="connsiteX152" fmla="*/ 96981 w 579827"/>
                <a:gd name="connsiteY152" fmla="*/ 0 h 530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579827" h="530657">
                  <a:moveTo>
                    <a:pt x="318107" y="483758"/>
                  </a:moveTo>
                  <a:lnTo>
                    <a:pt x="392373" y="483758"/>
                  </a:lnTo>
                  <a:cubicBezTo>
                    <a:pt x="393987" y="483758"/>
                    <a:pt x="397216" y="486992"/>
                    <a:pt x="397216" y="488610"/>
                  </a:cubicBezTo>
                  <a:lnTo>
                    <a:pt x="397216" y="525805"/>
                  </a:lnTo>
                  <a:cubicBezTo>
                    <a:pt x="397216" y="529040"/>
                    <a:pt x="393987" y="530657"/>
                    <a:pt x="392373" y="530657"/>
                  </a:cubicBezTo>
                  <a:lnTo>
                    <a:pt x="318107" y="530657"/>
                  </a:lnTo>
                  <a:cubicBezTo>
                    <a:pt x="314878" y="530657"/>
                    <a:pt x="313264" y="529040"/>
                    <a:pt x="313264" y="525805"/>
                  </a:cubicBezTo>
                  <a:lnTo>
                    <a:pt x="313264" y="488610"/>
                  </a:lnTo>
                  <a:cubicBezTo>
                    <a:pt x="313264" y="486992"/>
                    <a:pt x="314878" y="483758"/>
                    <a:pt x="318107" y="483758"/>
                  </a:cubicBezTo>
                  <a:close/>
                  <a:moveTo>
                    <a:pt x="221200" y="483758"/>
                  </a:moveTo>
                  <a:lnTo>
                    <a:pt x="295466" y="483758"/>
                  </a:lnTo>
                  <a:cubicBezTo>
                    <a:pt x="298695" y="483758"/>
                    <a:pt x="300309" y="486992"/>
                    <a:pt x="300309" y="488610"/>
                  </a:cubicBezTo>
                  <a:lnTo>
                    <a:pt x="300309" y="525805"/>
                  </a:lnTo>
                  <a:cubicBezTo>
                    <a:pt x="300309" y="529040"/>
                    <a:pt x="298695" y="530657"/>
                    <a:pt x="295466" y="530657"/>
                  </a:cubicBezTo>
                  <a:lnTo>
                    <a:pt x="221200" y="530657"/>
                  </a:lnTo>
                  <a:cubicBezTo>
                    <a:pt x="219586" y="530657"/>
                    <a:pt x="216357" y="529040"/>
                    <a:pt x="216357" y="525805"/>
                  </a:cubicBezTo>
                  <a:lnTo>
                    <a:pt x="216357" y="488610"/>
                  </a:lnTo>
                  <a:cubicBezTo>
                    <a:pt x="216357" y="486992"/>
                    <a:pt x="219586" y="483758"/>
                    <a:pt x="221200" y="483758"/>
                  </a:cubicBezTo>
                  <a:close/>
                  <a:moveTo>
                    <a:pt x="122738" y="483758"/>
                  </a:moveTo>
                  <a:lnTo>
                    <a:pt x="197004" y="483758"/>
                  </a:lnTo>
                  <a:cubicBezTo>
                    <a:pt x="200233" y="483758"/>
                    <a:pt x="201847" y="486992"/>
                    <a:pt x="201847" y="488610"/>
                  </a:cubicBezTo>
                  <a:lnTo>
                    <a:pt x="201847" y="525805"/>
                  </a:lnTo>
                  <a:cubicBezTo>
                    <a:pt x="201847" y="529040"/>
                    <a:pt x="200233" y="530657"/>
                    <a:pt x="197004" y="530657"/>
                  </a:cubicBezTo>
                  <a:lnTo>
                    <a:pt x="122738" y="530657"/>
                  </a:lnTo>
                  <a:cubicBezTo>
                    <a:pt x="121124" y="530657"/>
                    <a:pt x="117895" y="529040"/>
                    <a:pt x="117895" y="525805"/>
                  </a:cubicBezTo>
                  <a:lnTo>
                    <a:pt x="117895" y="488610"/>
                  </a:lnTo>
                  <a:cubicBezTo>
                    <a:pt x="117895" y="486992"/>
                    <a:pt x="121124" y="483758"/>
                    <a:pt x="122738" y="483758"/>
                  </a:cubicBezTo>
                  <a:close/>
                  <a:moveTo>
                    <a:pt x="476515" y="425718"/>
                  </a:moveTo>
                  <a:lnTo>
                    <a:pt x="512075" y="425718"/>
                  </a:lnTo>
                  <a:cubicBezTo>
                    <a:pt x="515308" y="425718"/>
                    <a:pt x="516924" y="427329"/>
                    <a:pt x="516924" y="430552"/>
                  </a:cubicBezTo>
                  <a:cubicBezTo>
                    <a:pt x="516924" y="485338"/>
                    <a:pt x="473283" y="528844"/>
                    <a:pt x="419943" y="528844"/>
                  </a:cubicBezTo>
                  <a:cubicBezTo>
                    <a:pt x="416710" y="528844"/>
                    <a:pt x="415094" y="527233"/>
                    <a:pt x="415094" y="524010"/>
                  </a:cubicBezTo>
                  <a:lnTo>
                    <a:pt x="415094" y="486949"/>
                  </a:lnTo>
                  <a:cubicBezTo>
                    <a:pt x="415094" y="485338"/>
                    <a:pt x="416710" y="482115"/>
                    <a:pt x="419943" y="482115"/>
                  </a:cubicBezTo>
                  <a:cubicBezTo>
                    <a:pt x="447421" y="482115"/>
                    <a:pt x="471666" y="459556"/>
                    <a:pt x="471666" y="430552"/>
                  </a:cubicBezTo>
                  <a:cubicBezTo>
                    <a:pt x="471666" y="427329"/>
                    <a:pt x="473283" y="425718"/>
                    <a:pt x="476515" y="425718"/>
                  </a:cubicBezTo>
                  <a:close/>
                  <a:moveTo>
                    <a:pt x="4849" y="425718"/>
                  </a:moveTo>
                  <a:lnTo>
                    <a:pt x="40409" y="425718"/>
                  </a:lnTo>
                  <a:cubicBezTo>
                    <a:pt x="43641" y="425718"/>
                    <a:pt x="45258" y="427329"/>
                    <a:pt x="45258" y="430552"/>
                  </a:cubicBezTo>
                  <a:cubicBezTo>
                    <a:pt x="45258" y="459556"/>
                    <a:pt x="67887" y="482115"/>
                    <a:pt x="96981" y="482115"/>
                  </a:cubicBezTo>
                  <a:cubicBezTo>
                    <a:pt x="98597" y="482115"/>
                    <a:pt x="101830" y="485338"/>
                    <a:pt x="101830" y="486949"/>
                  </a:cubicBezTo>
                  <a:lnTo>
                    <a:pt x="101830" y="524010"/>
                  </a:lnTo>
                  <a:cubicBezTo>
                    <a:pt x="101830" y="527233"/>
                    <a:pt x="98597" y="528844"/>
                    <a:pt x="96981" y="528844"/>
                  </a:cubicBezTo>
                  <a:cubicBezTo>
                    <a:pt x="43641" y="528844"/>
                    <a:pt x="0" y="485338"/>
                    <a:pt x="0" y="430552"/>
                  </a:cubicBezTo>
                  <a:cubicBezTo>
                    <a:pt x="0" y="427329"/>
                    <a:pt x="1616" y="425718"/>
                    <a:pt x="4849" y="425718"/>
                  </a:cubicBezTo>
                  <a:close/>
                  <a:moveTo>
                    <a:pt x="476438" y="324146"/>
                  </a:moveTo>
                  <a:lnTo>
                    <a:pt x="513685" y="324146"/>
                  </a:lnTo>
                  <a:cubicBezTo>
                    <a:pt x="515305" y="324146"/>
                    <a:pt x="516924" y="325759"/>
                    <a:pt x="516924" y="328986"/>
                  </a:cubicBezTo>
                  <a:lnTo>
                    <a:pt x="516924" y="404812"/>
                  </a:lnTo>
                  <a:cubicBezTo>
                    <a:pt x="516924" y="406425"/>
                    <a:pt x="515305" y="409652"/>
                    <a:pt x="513685" y="409652"/>
                  </a:cubicBezTo>
                  <a:lnTo>
                    <a:pt x="476438" y="409652"/>
                  </a:lnTo>
                  <a:cubicBezTo>
                    <a:pt x="474819" y="409652"/>
                    <a:pt x="471580" y="406425"/>
                    <a:pt x="471580" y="404812"/>
                  </a:cubicBezTo>
                  <a:lnTo>
                    <a:pt x="471580" y="328986"/>
                  </a:lnTo>
                  <a:cubicBezTo>
                    <a:pt x="471580" y="325759"/>
                    <a:pt x="474819" y="324146"/>
                    <a:pt x="476438" y="324146"/>
                  </a:cubicBezTo>
                  <a:close/>
                  <a:moveTo>
                    <a:pt x="4858" y="324146"/>
                  </a:moveTo>
                  <a:lnTo>
                    <a:pt x="40486" y="324146"/>
                  </a:lnTo>
                  <a:cubicBezTo>
                    <a:pt x="43725" y="324146"/>
                    <a:pt x="45344" y="325759"/>
                    <a:pt x="45344" y="328986"/>
                  </a:cubicBezTo>
                  <a:lnTo>
                    <a:pt x="45344" y="404812"/>
                  </a:lnTo>
                  <a:cubicBezTo>
                    <a:pt x="45344" y="406425"/>
                    <a:pt x="43725" y="409652"/>
                    <a:pt x="40486" y="409652"/>
                  </a:cubicBezTo>
                  <a:lnTo>
                    <a:pt x="4858" y="409652"/>
                  </a:lnTo>
                  <a:cubicBezTo>
                    <a:pt x="1619" y="409652"/>
                    <a:pt x="0" y="406425"/>
                    <a:pt x="0" y="404812"/>
                  </a:cubicBezTo>
                  <a:lnTo>
                    <a:pt x="0" y="328986"/>
                  </a:lnTo>
                  <a:cubicBezTo>
                    <a:pt x="0" y="325759"/>
                    <a:pt x="1619" y="324146"/>
                    <a:pt x="4858" y="324146"/>
                  </a:cubicBezTo>
                  <a:close/>
                  <a:moveTo>
                    <a:pt x="492633" y="222575"/>
                  </a:moveTo>
                  <a:lnTo>
                    <a:pt x="513685" y="222575"/>
                  </a:lnTo>
                  <a:cubicBezTo>
                    <a:pt x="515305" y="222575"/>
                    <a:pt x="516924" y="224188"/>
                    <a:pt x="516924" y="227415"/>
                  </a:cubicBezTo>
                  <a:lnTo>
                    <a:pt x="516924" y="303241"/>
                  </a:lnTo>
                  <a:cubicBezTo>
                    <a:pt x="516924" y="306468"/>
                    <a:pt x="515305" y="308081"/>
                    <a:pt x="513685" y="308081"/>
                  </a:cubicBezTo>
                  <a:lnTo>
                    <a:pt x="476438" y="308081"/>
                  </a:lnTo>
                  <a:cubicBezTo>
                    <a:pt x="474819" y="308081"/>
                    <a:pt x="471580" y="306468"/>
                    <a:pt x="471580" y="303241"/>
                  </a:cubicBezTo>
                  <a:lnTo>
                    <a:pt x="471580" y="245162"/>
                  </a:lnTo>
                  <a:close/>
                  <a:moveTo>
                    <a:pt x="4858" y="222575"/>
                  </a:moveTo>
                  <a:lnTo>
                    <a:pt x="40486" y="222575"/>
                  </a:lnTo>
                  <a:cubicBezTo>
                    <a:pt x="43725" y="222575"/>
                    <a:pt x="45344" y="224188"/>
                    <a:pt x="45344" y="227415"/>
                  </a:cubicBezTo>
                  <a:lnTo>
                    <a:pt x="45344" y="303241"/>
                  </a:lnTo>
                  <a:cubicBezTo>
                    <a:pt x="45344" y="306468"/>
                    <a:pt x="43725" y="308081"/>
                    <a:pt x="40486" y="308081"/>
                  </a:cubicBezTo>
                  <a:lnTo>
                    <a:pt x="4858" y="308081"/>
                  </a:lnTo>
                  <a:cubicBezTo>
                    <a:pt x="1619" y="308081"/>
                    <a:pt x="0" y="306468"/>
                    <a:pt x="0" y="303241"/>
                  </a:cubicBezTo>
                  <a:lnTo>
                    <a:pt x="0" y="227415"/>
                  </a:lnTo>
                  <a:cubicBezTo>
                    <a:pt x="0" y="224188"/>
                    <a:pt x="1619" y="222575"/>
                    <a:pt x="4858" y="222575"/>
                  </a:cubicBezTo>
                  <a:close/>
                  <a:moveTo>
                    <a:pt x="516924" y="193555"/>
                  </a:moveTo>
                  <a:lnTo>
                    <a:pt x="516924" y="203228"/>
                  </a:lnTo>
                  <a:cubicBezTo>
                    <a:pt x="516924" y="206453"/>
                    <a:pt x="515292" y="208065"/>
                    <a:pt x="513659" y="208065"/>
                  </a:cubicBezTo>
                  <a:lnTo>
                    <a:pt x="500600" y="208065"/>
                  </a:lnTo>
                  <a:close/>
                  <a:moveTo>
                    <a:pt x="4858" y="122559"/>
                  </a:moveTo>
                  <a:lnTo>
                    <a:pt x="40486" y="122559"/>
                  </a:lnTo>
                  <a:cubicBezTo>
                    <a:pt x="43725" y="122559"/>
                    <a:pt x="45344" y="125786"/>
                    <a:pt x="45344" y="127399"/>
                  </a:cubicBezTo>
                  <a:lnTo>
                    <a:pt x="45344" y="203225"/>
                  </a:lnTo>
                  <a:cubicBezTo>
                    <a:pt x="45344" y="206452"/>
                    <a:pt x="43725" y="208065"/>
                    <a:pt x="40486" y="208065"/>
                  </a:cubicBezTo>
                  <a:lnTo>
                    <a:pt x="4858" y="208065"/>
                  </a:lnTo>
                  <a:cubicBezTo>
                    <a:pt x="1619" y="208065"/>
                    <a:pt x="0" y="206452"/>
                    <a:pt x="0" y="203225"/>
                  </a:cubicBezTo>
                  <a:lnTo>
                    <a:pt x="0" y="127399"/>
                  </a:lnTo>
                  <a:cubicBezTo>
                    <a:pt x="0" y="125786"/>
                    <a:pt x="1619" y="122559"/>
                    <a:pt x="4858" y="122559"/>
                  </a:cubicBezTo>
                  <a:close/>
                  <a:moveTo>
                    <a:pt x="522502" y="50066"/>
                  </a:moveTo>
                  <a:cubicBezTo>
                    <a:pt x="527347" y="50066"/>
                    <a:pt x="532191" y="51679"/>
                    <a:pt x="536228" y="54904"/>
                  </a:cubicBezTo>
                  <a:lnTo>
                    <a:pt x="574983" y="95213"/>
                  </a:lnTo>
                  <a:cubicBezTo>
                    <a:pt x="581442" y="101662"/>
                    <a:pt x="581442" y="114561"/>
                    <a:pt x="574983" y="121011"/>
                  </a:cubicBezTo>
                  <a:lnTo>
                    <a:pt x="285938" y="409624"/>
                  </a:lnTo>
                  <a:cubicBezTo>
                    <a:pt x="277864" y="417686"/>
                    <a:pt x="266560" y="417686"/>
                    <a:pt x="260101" y="409624"/>
                  </a:cubicBezTo>
                  <a:lnTo>
                    <a:pt x="253642" y="403175"/>
                  </a:lnTo>
                  <a:lnTo>
                    <a:pt x="247183" y="396725"/>
                  </a:lnTo>
                  <a:lnTo>
                    <a:pt x="219732" y="370927"/>
                  </a:lnTo>
                  <a:lnTo>
                    <a:pt x="219732" y="369315"/>
                  </a:lnTo>
                  <a:lnTo>
                    <a:pt x="95394" y="243550"/>
                  </a:lnTo>
                  <a:cubicBezTo>
                    <a:pt x="87320" y="237101"/>
                    <a:pt x="87320" y="224202"/>
                    <a:pt x="95394" y="217753"/>
                  </a:cubicBezTo>
                  <a:lnTo>
                    <a:pt x="134149" y="179056"/>
                  </a:lnTo>
                  <a:cubicBezTo>
                    <a:pt x="140608" y="170994"/>
                    <a:pt x="153526" y="170994"/>
                    <a:pt x="159985" y="179056"/>
                  </a:cubicBezTo>
                  <a:lnTo>
                    <a:pt x="273019" y="291921"/>
                  </a:lnTo>
                  <a:lnTo>
                    <a:pt x="508777" y="54904"/>
                  </a:lnTo>
                  <a:cubicBezTo>
                    <a:pt x="512814" y="51679"/>
                    <a:pt x="517658" y="50066"/>
                    <a:pt x="522502" y="50066"/>
                  </a:cubicBezTo>
                  <a:close/>
                  <a:moveTo>
                    <a:pt x="419934" y="0"/>
                  </a:moveTo>
                  <a:cubicBezTo>
                    <a:pt x="460267" y="0"/>
                    <a:pt x="487693" y="11298"/>
                    <a:pt x="500600" y="45193"/>
                  </a:cubicBezTo>
                  <a:lnTo>
                    <a:pt x="466720" y="77474"/>
                  </a:lnTo>
                  <a:cubicBezTo>
                    <a:pt x="452200" y="51649"/>
                    <a:pt x="447360" y="46807"/>
                    <a:pt x="419934" y="46807"/>
                  </a:cubicBezTo>
                  <a:cubicBezTo>
                    <a:pt x="416707" y="46807"/>
                    <a:pt x="415094" y="45193"/>
                    <a:pt x="415094" y="41965"/>
                  </a:cubicBezTo>
                  <a:lnTo>
                    <a:pt x="415094" y="4842"/>
                  </a:lnTo>
                  <a:cubicBezTo>
                    <a:pt x="415094" y="3228"/>
                    <a:pt x="416707" y="0"/>
                    <a:pt x="419934" y="0"/>
                  </a:cubicBezTo>
                  <a:close/>
                  <a:moveTo>
                    <a:pt x="122738" y="0"/>
                  </a:moveTo>
                  <a:lnTo>
                    <a:pt x="197004" y="0"/>
                  </a:lnTo>
                  <a:cubicBezTo>
                    <a:pt x="200233" y="0"/>
                    <a:pt x="201847" y="3235"/>
                    <a:pt x="201847" y="4852"/>
                  </a:cubicBezTo>
                  <a:lnTo>
                    <a:pt x="201847" y="42047"/>
                  </a:lnTo>
                  <a:cubicBezTo>
                    <a:pt x="201847" y="45282"/>
                    <a:pt x="200233" y="46899"/>
                    <a:pt x="197004" y="46899"/>
                  </a:cubicBezTo>
                  <a:lnTo>
                    <a:pt x="122738" y="46899"/>
                  </a:lnTo>
                  <a:cubicBezTo>
                    <a:pt x="121124" y="46899"/>
                    <a:pt x="117895" y="45282"/>
                    <a:pt x="117895" y="42047"/>
                  </a:cubicBezTo>
                  <a:lnTo>
                    <a:pt x="117895" y="4852"/>
                  </a:lnTo>
                  <a:cubicBezTo>
                    <a:pt x="117895" y="3235"/>
                    <a:pt x="121124" y="0"/>
                    <a:pt x="122738" y="0"/>
                  </a:cubicBezTo>
                  <a:close/>
                  <a:moveTo>
                    <a:pt x="221200" y="0"/>
                  </a:moveTo>
                  <a:lnTo>
                    <a:pt x="295466" y="0"/>
                  </a:lnTo>
                  <a:cubicBezTo>
                    <a:pt x="298695" y="0"/>
                    <a:pt x="300309" y="3234"/>
                    <a:pt x="300309" y="4852"/>
                  </a:cubicBezTo>
                  <a:lnTo>
                    <a:pt x="300309" y="42047"/>
                  </a:lnTo>
                  <a:cubicBezTo>
                    <a:pt x="300309" y="45282"/>
                    <a:pt x="298695" y="46899"/>
                    <a:pt x="295466" y="46899"/>
                  </a:cubicBezTo>
                  <a:lnTo>
                    <a:pt x="221200" y="46899"/>
                  </a:lnTo>
                  <a:cubicBezTo>
                    <a:pt x="219586" y="46899"/>
                    <a:pt x="216357" y="45282"/>
                    <a:pt x="216357" y="42047"/>
                  </a:cubicBezTo>
                  <a:lnTo>
                    <a:pt x="216357" y="4852"/>
                  </a:lnTo>
                  <a:cubicBezTo>
                    <a:pt x="216357" y="3234"/>
                    <a:pt x="219586" y="0"/>
                    <a:pt x="221200" y="0"/>
                  </a:cubicBezTo>
                  <a:close/>
                  <a:moveTo>
                    <a:pt x="318107" y="0"/>
                  </a:moveTo>
                  <a:lnTo>
                    <a:pt x="392373" y="0"/>
                  </a:lnTo>
                  <a:cubicBezTo>
                    <a:pt x="393987" y="0"/>
                    <a:pt x="397216" y="3234"/>
                    <a:pt x="397216" y="4852"/>
                  </a:cubicBezTo>
                  <a:lnTo>
                    <a:pt x="397216" y="42047"/>
                  </a:lnTo>
                  <a:cubicBezTo>
                    <a:pt x="397216" y="45282"/>
                    <a:pt x="393987" y="46899"/>
                    <a:pt x="392373" y="46899"/>
                  </a:cubicBezTo>
                  <a:lnTo>
                    <a:pt x="318107" y="46899"/>
                  </a:lnTo>
                  <a:cubicBezTo>
                    <a:pt x="314878" y="46899"/>
                    <a:pt x="313264" y="45282"/>
                    <a:pt x="313264" y="42047"/>
                  </a:cubicBezTo>
                  <a:lnTo>
                    <a:pt x="313264" y="4852"/>
                  </a:lnTo>
                  <a:cubicBezTo>
                    <a:pt x="313264" y="3234"/>
                    <a:pt x="314878" y="0"/>
                    <a:pt x="318107" y="0"/>
                  </a:cubicBezTo>
                  <a:close/>
                  <a:moveTo>
                    <a:pt x="96981" y="0"/>
                  </a:moveTo>
                  <a:cubicBezTo>
                    <a:pt x="98597" y="0"/>
                    <a:pt x="101830" y="3229"/>
                    <a:pt x="101830" y="4843"/>
                  </a:cubicBezTo>
                  <a:lnTo>
                    <a:pt x="101830" y="41976"/>
                  </a:lnTo>
                  <a:cubicBezTo>
                    <a:pt x="101830" y="45204"/>
                    <a:pt x="98597" y="46819"/>
                    <a:pt x="96981" y="46819"/>
                  </a:cubicBezTo>
                  <a:cubicBezTo>
                    <a:pt x="67887" y="46819"/>
                    <a:pt x="45258" y="71036"/>
                    <a:pt x="45258" y="100096"/>
                  </a:cubicBezTo>
                  <a:cubicBezTo>
                    <a:pt x="45258" y="101710"/>
                    <a:pt x="43641" y="104939"/>
                    <a:pt x="40409" y="104939"/>
                  </a:cubicBezTo>
                  <a:lnTo>
                    <a:pt x="4849" y="104939"/>
                  </a:lnTo>
                  <a:cubicBezTo>
                    <a:pt x="1616" y="104939"/>
                    <a:pt x="0" y="101710"/>
                    <a:pt x="0" y="100096"/>
                  </a:cubicBezTo>
                  <a:cubicBezTo>
                    <a:pt x="0" y="45204"/>
                    <a:pt x="43641" y="0"/>
                    <a:pt x="96981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</p:grpSp>
      <p:grpSp>
        <p:nvGrpSpPr>
          <p:cNvPr id="65" name="Group 23">
            <a:extLst>
              <a:ext uri="{FF2B5EF4-FFF2-40B4-BE49-F238E27FC236}">
                <a16:creationId xmlns:a16="http://schemas.microsoft.com/office/drawing/2014/main" id="{FD643116-1A92-49E2-A570-DAAD5BEB109E}"/>
              </a:ext>
            </a:extLst>
          </p:cNvPr>
          <p:cNvGrpSpPr/>
          <p:nvPr/>
        </p:nvGrpSpPr>
        <p:grpSpPr>
          <a:xfrm>
            <a:off x="5835053" y="5555991"/>
            <a:ext cx="495959" cy="495959"/>
            <a:chOff x="6529585" y="5555991"/>
            <a:chExt cx="495959" cy="495959"/>
          </a:xfrm>
        </p:grpSpPr>
        <p:sp>
          <p:nvSpPr>
            <p:cNvPr id="66" name="íṥļîḓê">
              <a:extLst>
                <a:ext uri="{FF2B5EF4-FFF2-40B4-BE49-F238E27FC236}">
                  <a16:creationId xmlns:a16="http://schemas.microsoft.com/office/drawing/2014/main" id="{37F3DC58-446D-44E0-8329-F502DC67AEAC}"/>
                </a:ext>
              </a:extLst>
            </p:cNvPr>
            <p:cNvSpPr/>
            <p:nvPr/>
          </p:nvSpPr>
          <p:spPr>
            <a:xfrm>
              <a:off x="6529585" y="5555991"/>
              <a:ext cx="495959" cy="49595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67" name="íṥlíḓê">
              <a:extLst>
                <a:ext uri="{FF2B5EF4-FFF2-40B4-BE49-F238E27FC236}">
                  <a16:creationId xmlns:a16="http://schemas.microsoft.com/office/drawing/2014/main" id="{E06DA8AE-791D-4464-8AB0-E23A8192D0C0}"/>
                </a:ext>
              </a:extLst>
            </p:cNvPr>
            <p:cNvSpPr/>
            <p:nvPr/>
          </p:nvSpPr>
          <p:spPr>
            <a:xfrm>
              <a:off x="6575438" y="5601844"/>
              <a:ext cx="404253" cy="4042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68" name="ïśļiḑé">
              <a:extLst>
                <a:ext uri="{FF2B5EF4-FFF2-40B4-BE49-F238E27FC236}">
                  <a16:creationId xmlns:a16="http://schemas.microsoft.com/office/drawing/2014/main" id="{4A70D4CC-5DEF-4AD6-A188-C66A6E90E0A4}"/>
                </a:ext>
              </a:extLst>
            </p:cNvPr>
            <p:cNvSpPr/>
            <p:nvPr/>
          </p:nvSpPr>
          <p:spPr>
            <a:xfrm>
              <a:off x="6688554" y="5679652"/>
              <a:ext cx="178017" cy="248637"/>
            </a:xfrm>
            <a:custGeom>
              <a:avLst/>
              <a:gdLst>
                <a:gd name="T0" fmla="*/ 0 w 584"/>
                <a:gd name="T1" fmla="*/ 27 h 817"/>
                <a:gd name="T2" fmla="*/ 0 w 584"/>
                <a:gd name="T3" fmla="*/ 690 h 817"/>
                <a:gd name="T4" fmla="*/ 478 w 584"/>
                <a:gd name="T5" fmla="*/ 817 h 817"/>
                <a:gd name="T6" fmla="*/ 478 w 584"/>
                <a:gd name="T7" fmla="*/ 669 h 817"/>
                <a:gd name="T8" fmla="*/ 584 w 584"/>
                <a:gd name="T9" fmla="*/ 664 h 817"/>
                <a:gd name="T10" fmla="*/ 584 w 584"/>
                <a:gd name="T11" fmla="*/ 0 h 817"/>
                <a:gd name="T12" fmla="*/ 0 w 584"/>
                <a:gd name="T13" fmla="*/ 27 h 817"/>
                <a:gd name="T14" fmla="*/ 531 w 584"/>
                <a:gd name="T15" fmla="*/ 611 h 817"/>
                <a:gd name="T16" fmla="*/ 53 w 584"/>
                <a:gd name="T17" fmla="*/ 637 h 817"/>
                <a:gd name="T18" fmla="*/ 53 w 584"/>
                <a:gd name="T19" fmla="*/ 80 h 817"/>
                <a:gd name="T20" fmla="*/ 358 w 584"/>
                <a:gd name="T21" fmla="*/ 63 h 817"/>
                <a:gd name="T22" fmla="*/ 358 w 584"/>
                <a:gd name="T23" fmla="*/ 340 h 817"/>
                <a:gd name="T24" fmla="*/ 410 w 584"/>
                <a:gd name="T25" fmla="*/ 264 h 817"/>
                <a:gd name="T26" fmla="*/ 462 w 584"/>
                <a:gd name="T27" fmla="*/ 340 h 817"/>
                <a:gd name="T28" fmla="*/ 462 w 584"/>
                <a:gd name="T29" fmla="*/ 57 h 817"/>
                <a:gd name="T30" fmla="*/ 531 w 584"/>
                <a:gd name="T31" fmla="*/ 53 h 817"/>
                <a:gd name="T32" fmla="*/ 531 w 584"/>
                <a:gd name="T33" fmla="*/ 611 h 817"/>
                <a:gd name="T34" fmla="*/ 531 w 584"/>
                <a:gd name="T35" fmla="*/ 611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84" h="817">
                  <a:moveTo>
                    <a:pt x="0" y="27"/>
                  </a:moveTo>
                  <a:lnTo>
                    <a:pt x="0" y="690"/>
                  </a:lnTo>
                  <a:lnTo>
                    <a:pt x="478" y="817"/>
                  </a:lnTo>
                  <a:lnTo>
                    <a:pt x="478" y="669"/>
                  </a:lnTo>
                  <a:lnTo>
                    <a:pt x="584" y="664"/>
                  </a:lnTo>
                  <a:lnTo>
                    <a:pt x="584" y="0"/>
                  </a:lnTo>
                  <a:lnTo>
                    <a:pt x="0" y="27"/>
                  </a:lnTo>
                  <a:close/>
                  <a:moveTo>
                    <a:pt x="531" y="611"/>
                  </a:moveTo>
                  <a:lnTo>
                    <a:pt x="53" y="637"/>
                  </a:lnTo>
                  <a:lnTo>
                    <a:pt x="53" y="80"/>
                  </a:lnTo>
                  <a:lnTo>
                    <a:pt x="358" y="63"/>
                  </a:lnTo>
                  <a:lnTo>
                    <a:pt x="358" y="340"/>
                  </a:lnTo>
                  <a:lnTo>
                    <a:pt x="410" y="264"/>
                  </a:lnTo>
                  <a:lnTo>
                    <a:pt x="462" y="340"/>
                  </a:lnTo>
                  <a:lnTo>
                    <a:pt x="462" y="57"/>
                  </a:lnTo>
                  <a:lnTo>
                    <a:pt x="531" y="53"/>
                  </a:lnTo>
                  <a:lnTo>
                    <a:pt x="531" y="611"/>
                  </a:lnTo>
                  <a:lnTo>
                    <a:pt x="531" y="611"/>
                  </a:ln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DE5EC5B-D199-450A-BE48-6F9CB531B47A}"/>
              </a:ext>
            </a:extLst>
          </p:cNvPr>
          <p:cNvGrpSpPr/>
          <p:nvPr/>
        </p:nvGrpSpPr>
        <p:grpSpPr>
          <a:xfrm>
            <a:off x="5835053" y="809489"/>
            <a:ext cx="495959" cy="495959"/>
            <a:chOff x="6529585" y="809489"/>
            <a:chExt cx="495959" cy="495959"/>
          </a:xfrm>
        </p:grpSpPr>
        <p:sp>
          <p:nvSpPr>
            <p:cNvPr id="29" name="íṥļîḓê">
              <a:extLst>
                <a:ext uri="{FF2B5EF4-FFF2-40B4-BE49-F238E27FC236}">
                  <a16:creationId xmlns:a16="http://schemas.microsoft.com/office/drawing/2014/main" id="{7C6461C5-CC43-4066-AD08-15356BD77DCA}"/>
                </a:ext>
              </a:extLst>
            </p:cNvPr>
            <p:cNvSpPr/>
            <p:nvPr/>
          </p:nvSpPr>
          <p:spPr>
            <a:xfrm>
              <a:off x="6529585" y="809489"/>
              <a:ext cx="495959" cy="49595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30" name="íṥlíḓê">
              <a:extLst>
                <a:ext uri="{FF2B5EF4-FFF2-40B4-BE49-F238E27FC236}">
                  <a16:creationId xmlns:a16="http://schemas.microsoft.com/office/drawing/2014/main" id="{04768D4A-003F-497D-9503-81BF4F7FABED}"/>
                </a:ext>
              </a:extLst>
            </p:cNvPr>
            <p:cNvSpPr/>
            <p:nvPr/>
          </p:nvSpPr>
          <p:spPr>
            <a:xfrm>
              <a:off x="6575438" y="855342"/>
              <a:ext cx="404253" cy="4042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31" name="ïśļiḑé">
              <a:extLst>
                <a:ext uri="{FF2B5EF4-FFF2-40B4-BE49-F238E27FC236}">
                  <a16:creationId xmlns:a16="http://schemas.microsoft.com/office/drawing/2014/main" id="{F919020A-64C1-439C-9AB2-B9B568B6060F}"/>
                </a:ext>
              </a:extLst>
            </p:cNvPr>
            <p:cNvSpPr/>
            <p:nvPr/>
          </p:nvSpPr>
          <p:spPr>
            <a:xfrm>
              <a:off x="6653246" y="975629"/>
              <a:ext cx="248637" cy="163678"/>
            </a:xfrm>
            <a:custGeom>
              <a:avLst/>
              <a:gdLst>
                <a:gd name="connsiteX0" fmla="*/ 424341 w 607145"/>
                <a:gd name="connsiteY0" fmla="*/ 192546 h 399683"/>
                <a:gd name="connsiteX1" fmla="*/ 374104 w 607145"/>
                <a:gd name="connsiteY1" fmla="*/ 200647 h 399683"/>
                <a:gd name="connsiteX2" fmla="*/ 369850 w 607145"/>
                <a:gd name="connsiteY2" fmla="*/ 214854 h 399683"/>
                <a:gd name="connsiteX3" fmla="*/ 384076 w 607145"/>
                <a:gd name="connsiteY3" fmla="*/ 219247 h 399683"/>
                <a:gd name="connsiteX4" fmla="*/ 400942 w 607145"/>
                <a:gd name="connsiteY4" fmla="*/ 213975 h 399683"/>
                <a:gd name="connsiteX5" fmla="*/ 498617 w 607145"/>
                <a:gd name="connsiteY5" fmla="*/ 232429 h 399683"/>
                <a:gd name="connsiteX6" fmla="*/ 539828 w 607145"/>
                <a:gd name="connsiteY6" fmla="*/ 250443 h 399683"/>
                <a:gd name="connsiteX7" fmla="*/ 544668 w 607145"/>
                <a:gd name="connsiteY7" fmla="*/ 251615 h 399683"/>
                <a:gd name="connsiteX8" fmla="*/ 554054 w 607145"/>
                <a:gd name="connsiteY8" fmla="*/ 245903 h 399683"/>
                <a:gd name="connsiteX9" fmla="*/ 549508 w 607145"/>
                <a:gd name="connsiteY9" fmla="*/ 231843 h 399683"/>
                <a:gd name="connsiteX10" fmla="*/ 424341 w 607145"/>
                <a:gd name="connsiteY10" fmla="*/ 192546 h 399683"/>
                <a:gd name="connsiteX11" fmla="*/ 179418 w 607145"/>
                <a:gd name="connsiteY11" fmla="*/ 192544 h 399683"/>
                <a:gd name="connsiteX12" fmla="*/ 54260 w 607145"/>
                <a:gd name="connsiteY12" fmla="*/ 231696 h 399683"/>
                <a:gd name="connsiteX13" fmla="*/ 49714 w 607145"/>
                <a:gd name="connsiteY13" fmla="*/ 245903 h 399683"/>
                <a:gd name="connsiteX14" fmla="*/ 59099 w 607145"/>
                <a:gd name="connsiteY14" fmla="*/ 251615 h 399683"/>
                <a:gd name="connsiteX15" fmla="*/ 63939 w 607145"/>
                <a:gd name="connsiteY15" fmla="*/ 250443 h 399683"/>
                <a:gd name="connsiteX16" fmla="*/ 105147 w 607145"/>
                <a:gd name="connsiteY16" fmla="*/ 232429 h 399683"/>
                <a:gd name="connsiteX17" fmla="*/ 202962 w 607145"/>
                <a:gd name="connsiteY17" fmla="*/ 213975 h 399683"/>
                <a:gd name="connsiteX18" fmla="*/ 219680 w 607145"/>
                <a:gd name="connsiteY18" fmla="*/ 219247 h 399683"/>
                <a:gd name="connsiteX19" fmla="*/ 233905 w 607145"/>
                <a:gd name="connsiteY19" fmla="*/ 214854 h 399683"/>
                <a:gd name="connsiteX20" fmla="*/ 229652 w 607145"/>
                <a:gd name="connsiteY20" fmla="*/ 200647 h 399683"/>
                <a:gd name="connsiteX21" fmla="*/ 179418 w 607145"/>
                <a:gd name="connsiteY21" fmla="*/ 192544 h 399683"/>
                <a:gd name="connsiteX22" fmla="*/ 424341 w 607145"/>
                <a:gd name="connsiteY22" fmla="*/ 126430 h 399683"/>
                <a:gd name="connsiteX23" fmla="*/ 374104 w 607145"/>
                <a:gd name="connsiteY23" fmla="*/ 134448 h 399683"/>
                <a:gd name="connsiteX24" fmla="*/ 369850 w 607145"/>
                <a:gd name="connsiteY24" fmla="*/ 148801 h 399683"/>
                <a:gd name="connsiteX25" fmla="*/ 384076 w 607145"/>
                <a:gd name="connsiteY25" fmla="*/ 153049 h 399683"/>
                <a:gd name="connsiteX26" fmla="*/ 400942 w 607145"/>
                <a:gd name="connsiteY26" fmla="*/ 147922 h 399683"/>
                <a:gd name="connsiteX27" fmla="*/ 498617 w 607145"/>
                <a:gd name="connsiteY27" fmla="*/ 166376 h 399683"/>
                <a:gd name="connsiteX28" fmla="*/ 539828 w 607145"/>
                <a:gd name="connsiteY28" fmla="*/ 184390 h 399683"/>
                <a:gd name="connsiteX29" fmla="*/ 544668 w 607145"/>
                <a:gd name="connsiteY29" fmla="*/ 185562 h 399683"/>
                <a:gd name="connsiteX30" fmla="*/ 554054 w 607145"/>
                <a:gd name="connsiteY30" fmla="*/ 179850 h 399683"/>
                <a:gd name="connsiteX31" fmla="*/ 549508 w 607145"/>
                <a:gd name="connsiteY31" fmla="*/ 165644 h 399683"/>
                <a:gd name="connsiteX32" fmla="*/ 424341 w 607145"/>
                <a:gd name="connsiteY32" fmla="*/ 126430 h 399683"/>
                <a:gd name="connsiteX33" fmla="*/ 179418 w 607145"/>
                <a:gd name="connsiteY33" fmla="*/ 126430 h 399683"/>
                <a:gd name="connsiteX34" fmla="*/ 54260 w 607145"/>
                <a:gd name="connsiteY34" fmla="*/ 165644 h 399683"/>
                <a:gd name="connsiteX35" fmla="*/ 49714 w 607145"/>
                <a:gd name="connsiteY35" fmla="*/ 179850 h 399683"/>
                <a:gd name="connsiteX36" fmla="*/ 59099 w 607145"/>
                <a:gd name="connsiteY36" fmla="*/ 185562 h 399683"/>
                <a:gd name="connsiteX37" fmla="*/ 63939 w 607145"/>
                <a:gd name="connsiteY37" fmla="*/ 184390 h 399683"/>
                <a:gd name="connsiteX38" fmla="*/ 105147 w 607145"/>
                <a:gd name="connsiteY38" fmla="*/ 166376 h 399683"/>
                <a:gd name="connsiteX39" fmla="*/ 202962 w 607145"/>
                <a:gd name="connsiteY39" fmla="*/ 147922 h 399683"/>
                <a:gd name="connsiteX40" fmla="*/ 219680 w 607145"/>
                <a:gd name="connsiteY40" fmla="*/ 153049 h 399683"/>
                <a:gd name="connsiteX41" fmla="*/ 233905 w 607145"/>
                <a:gd name="connsiteY41" fmla="*/ 148801 h 399683"/>
                <a:gd name="connsiteX42" fmla="*/ 229652 w 607145"/>
                <a:gd name="connsiteY42" fmla="*/ 134448 h 399683"/>
                <a:gd name="connsiteX43" fmla="*/ 179418 w 607145"/>
                <a:gd name="connsiteY43" fmla="*/ 126430 h 399683"/>
                <a:gd name="connsiteX44" fmla="*/ 424341 w 607145"/>
                <a:gd name="connsiteY44" fmla="*/ 60293 h 399683"/>
                <a:gd name="connsiteX45" fmla="*/ 374104 w 607145"/>
                <a:gd name="connsiteY45" fmla="*/ 68396 h 399683"/>
                <a:gd name="connsiteX46" fmla="*/ 369850 w 607145"/>
                <a:gd name="connsiteY46" fmla="*/ 82602 h 399683"/>
                <a:gd name="connsiteX47" fmla="*/ 384076 w 607145"/>
                <a:gd name="connsiteY47" fmla="*/ 86996 h 399683"/>
                <a:gd name="connsiteX48" fmla="*/ 400942 w 607145"/>
                <a:gd name="connsiteY48" fmla="*/ 81724 h 399683"/>
                <a:gd name="connsiteX49" fmla="*/ 498471 w 607145"/>
                <a:gd name="connsiteY49" fmla="*/ 100177 h 399683"/>
                <a:gd name="connsiteX50" fmla="*/ 539828 w 607145"/>
                <a:gd name="connsiteY50" fmla="*/ 118192 h 399683"/>
                <a:gd name="connsiteX51" fmla="*/ 544668 w 607145"/>
                <a:gd name="connsiteY51" fmla="*/ 119363 h 399683"/>
                <a:gd name="connsiteX52" fmla="*/ 554054 w 607145"/>
                <a:gd name="connsiteY52" fmla="*/ 113651 h 399683"/>
                <a:gd name="connsiteX53" fmla="*/ 549508 w 607145"/>
                <a:gd name="connsiteY53" fmla="*/ 99445 h 399683"/>
                <a:gd name="connsiteX54" fmla="*/ 424341 w 607145"/>
                <a:gd name="connsiteY54" fmla="*/ 60293 h 399683"/>
                <a:gd name="connsiteX55" fmla="*/ 179418 w 607145"/>
                <a:gd name="connsiteY55" fmla="*/ 60293 h 399683"/>
                <a:gd name="connsiteX56" fmla="*/ 54260 w 607145"/>
                <a:gd name="connsiteY56" fmla="*/ 99445 h 399683"/>
                <a:gd name="connsiteX57" fmla="*/ 49714 w 607145"/>
                <a:gd name="connsiteY57" fmla="*/ 113651 h 399683"/>
                <a:gd name="connsiteX58" fmla="*/ 59099 w 607145"/>
                <a:gd name="connsiteY58" fmla="*/ 119363 h 399683"/>
                <a:gd name="connsiteX59" fmla="*/ 63939 w 607145"/>
                <a:gd name="connsiteY59" fmla="*/ 118192 h 399683"/>
                <a:gd name="connsiteX60" fmla="*/ 105147 w 607145"/>
                <a:gd name="connsiteY60" fmla="*/ 100177 h 399683"/>
                <a:gd name="connsiteX61" fmla="*/ 202962 w 607145"/>
                <a:gd name="connsiteY61" fmla="*/ 81724 h 399683"/>
                <a:gd name="connsiteX62" fmla="*/ 219680 w 607145"/>
                <a:gd name="connsiteY62" fmla="*/ 86996 h 399683"/>
                <a:gd name="connsiteX63" fmla="*/ 233905 w 607145"/>
                <a:gd name="connsiteY63" fmla="*/ 82602 h 399683"/>
                <a:gd name="connsiteX64" fmla="*/ 229652 w 607145"/>
                <a:gd name="connsiteY64" fmla="*/ 68396 h 399683"/>
                <a:gd name="connsiteX65" fmla="*/ 179418 w 607145"/>
                <a:gd name="connsiteY65" fmla="*/ 60293 h 399683"/>
                <a:gd name="connsiteX66" fmla="*/ 402115 w 607145"/>
                <a:gd name="connsiteY66" fmla="*/ 0 h 399683"/>
                <a:gd name="connsiteX67" fmla="*/ 607145 w 607145"/>
                <a:gd name="connsiteY67" fmla="*/ 64295 h 399683"/>
                <a:gd name="connsiteX68" fmla="*/ 607145 w 607145"/>
                <a:gd name="connsiteY68" fmla="*/ 399683 h 399683"/>
                <a:gd name="connsiteX69" fmla="*/ 398449 w 607145"/>
                <a:gd name="connsiteY69" fmla="*/ 341686 h 399683"/>
                <a:gd name="connsiteX70" fmla="*/ 315000 w 607145"/>
                <a:gd name="connsiteY70" fmla="*/ 370538 h 399683"/>
                <a:gd name="connsiteX71" fmla="*/ 313240 w 607145"/>
                <a:gd name="connsiteY71" fmla="*/ 372296 h 399683"/>
                <a:gd name="connsiteX72" fmla="*/ 313240 w 607145"/>
                <a:gd name="connsiteY72" fmla="*/ 50235 h 399683"/>
                <a:gd name="connsiteX73" fmla="*/ 314560 w 607145"/>
                <a:gd name="connsiteY73" fmla="*/ 45988 h 399683"/>
                <a:gd name="connsiteX74" fmla="*/ 402115 w 607145"/>
                <a:gd name="connsiteY74" fmla="*/ 0 h 399683"/>
                <a:gd name="connsiteX75" fmla="*/ 205015 w 607145"/>
                <a:gd name="connsiteY75" fmla="*/ 0 h 399683"/>
                <a:gd name="connsiteX76" fmla="*/ 292564 w 607145"/>
                <a:gd name="connsiteY76" fmla="*/ 45988 h 399683"/>
                <a:gd name="connsiteX77" fmla="*/ 292271 w 607145"/>
                <a:gd name="connsiteY77" fmla="*/ 47013 h 399683"/>
                <a:gd name="connsiteX78" fmla="*/ 292124 w 607145"/>
                <a:gd name="connsiteY78" fmla="*/ 49064 h 399683"/>
                <a:gd name="connsiteX79" fmla="*/ 292124 w 607145"/>
                <a:gd name="connsiteY79" fmla="*/ 370538 h 399683"/>
                <a:gd name="connsiteX80" fmla="*/ 208534 w 607145"/>
                <a:gd name="connsiteY80" fmla="*/ 341686 h 399683"/>
                <a:gd name="connsiteX81" fmla="*/ 0 w 607145"/>
                <a:gd name="connsiteY81" fmla="*/ 399683 h 399683"/>
                <a:gd name="connsiteX82" fmla="*/ 0 w 607145"/>
                <a:gd name="connsiteY82" fmla="*/ 64295 h 399683"/>
                <a:gd name="connsiteX83" fmla="*/ 205015 w 607145"/>
                <a:gd name="connsiteY83" fmla="*/ 0 h 39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07145" h="399683">
                  <a:moveTo>
                    <a:pt x="424341" y="192546"/>
                  </a:moveTo>
                  <a:cubicBezTo>
                    <a:pt x="405663" y="191228"/>
                    <a:pt x="388037" y="193178"/>
                    <a:pt x="374104" y="200647"/>
                  </a:cubicBezTo>
                  <a:cubicBezTo>
                    <a:pt x="368970" y="203430"/>
                    <a:pt x="367064" y="209728"/>
                    <a:pt x="369850" y="214854"/>
                  </a:cubicBezTo>
                  <a:cubicBezTo>
                    <a:pt x="372637" y="219980"/>
                    <a:pt x="378943" y="221884"/>
                    <a:pt x="384076" y="219247"/>
                  </a:cubicBezTo>
                  <a:cubicBezTo>
                    <a:pt x="388916" y="216611"/>
                    <a:pt x="394636" y="215000"/>
                    <a:pt x="400942" y="213975"/>
                  </a:cubicBezTo>
                  <a:cubicBezTo>
                    <a:pt x="428514" y="209874"/>
                    <a:pt x="467379" y="220566"/>
                    <a:pt x="498617" y="232429"/>
                  </a:cubicBezTo>
                  <a:cubicBezTo>
                    <a:pt x="515630" y="238873"/>
                    <a:pt x="530442" y="245610"/>
                    <a:pt x="539828" y="250443"/>
                  </a:cubicBezTo>
                  <a:cubicBezTo>
                    <a:pt x="541442" y="251322"/>
                    <a:pt x="543055" y="251615"/>
                    <a:pt x="544668" y="251615"/>
                  </a:cubicBezTo>
                  <a:cubicBezTo>
                    <a:pt x="548481" y="251615"/>
                    <a:pt x="552148" y="249564"/>
                    <a:pt x="554054" y="245903"/>
                  </a:cubicBezTo>
                  <a:cubicBezTo>
                    <a:pt x="556694" y="240777"/>
                    <a:pt x="554641" y="234479"/>
                    <a:pt x="549508" y="231843"/>
                  </a:cubicBezTo>
                  <a:cubicBezTo>
                    <a:pt x="545878" y="229866"/>
                    <a:pt x="480376" y="196501"/>
                    <a:pt x="424341" y="192546"/>
                  </a:cubicBezTo>
                  <a:close/>
                  <a:moveTo>
                    <a:pt x="179418" y="192544"/>
                  </a:moveTo>
                  <a:cubicBezTo>
                    <a:pt x="123386" y="196492"/>
                    <a:pt x="57889" y="229829"/>
                    <a:pt x="54260" y="231696"/>
                  </a:cubicBezTo>
                  <a:cubicBezTo>
                    <a:pt x="49127" y="234479"/>
                    <a:pt x="47074" y="240777"/>
                    <a:pt x="49714" y="245903"/>
                  </a:cubicBezTo>
                  <a:cubicBezTo>
                    <a:pt x="51620" y="249564"/>
                    <a:pt x="55287" y="251615"/>
                    <a:pt x="59099" y="251615"/>
                  </a:cubicBezTo>
                  <a:cubicBezTo>
                    <a:pt x="60713" y="251615"/>
                    <a:pt x="62472" y="251322"/>
                    <a:pt x="63939" y="250443"/>
                  </a:cubicBezTo>
                  <a:cubicBezTo>
                    <a:pt x="73324" y="245610"/>
                    <a:pt x="88136" y="238873"/>
                    <a:pt x="105147" y="232429"/>
                  </a:cubicBezTo>
                  <a:cubicBezTo>
                    <a:pt x="136383" y="220566"/>
                    <a:pt x="175245" y="209874"/>
                    <a:pt x="202962" y="213975"/>
                  </a:cubicBezTo>
                  <a:cubicBezTo>
                    <a:pt x="209121" y="215000"/>
                    <a:pt x="214840" y="216611"/>
                    <a:pt x="219680" y="219247"/>
                  </a:cubicBezTo>
                  <a:cubicBezTo>
                    <a:pt x="224812" y="221884"/>
                    <a:pt x="231118" y="219980"/>
                    <a:pt x="233905" y="214854"/>
                  </a:cubicBezTo>
                  <a:cubicBezTo>
                    <a:pt x="236691" y="209728"/>
                    <a:pt x="234784" y="203430"/>
                    <a:pt x="229652" y="200647"/>
                  </a:cubicBezTo>
                  <a:cubicBezTo>
                    <a:pt x="215720" y="193178"/>
                    <a:pt x="198095" y="191228"/>
                    <a:pt x="179418" y="192544"/>
                  </a:cubicBezTo>
                  <a:close/>
                  <a:moveTo>
                    <a:pt x="424341" y="126430"/>
                  </a:moveTo>
                  <a:cubicBezTo>
                    <a:pt x="405663" y="125093"/>
                    <a:pt x="388037" y="127016"/>
                    <a:pt x="374104" y="134448"/>
                  </a:cubicBezTo>
                  <a:cubicBezTo>
                    <a:pt x="368970" y="137231"/>
                    <a:pt x="367064" y="143675"/>
                    <a:pt x="369850" y="148801"/>
                  </a:cubicBezTo>
                  <a:cubicBezTo>
                    <a:pt x="372637" y="153927"/>
                    <a:pt x="378943" y="155831"/>
                    <a:pt x="384076" y="153049"/>
                  </a:cubicBezTo>
                  <a:cubicBezTo>
                    <a:pt x="388916" y="150559"/>
                    <a:pt x="394636" y="148801"/>
                    <a:pt x="400942" y="147922"/>
                  </a:cubicBezTo>
                  <a:cubicBezTo>
                    <a:pt x="428514" y="143822"/>
                    <a:pt x="467379" y="154513"/>
                    <a:pt x="498617" y="166376"/>
                  </a:cubicBezTo>
                  <a:cubicBezTo>
                    <a:pt x="515630" y="172820"/>
                    <a:pt x="530442" y="179557"/>
                    <a:pt x="539828" y="184390"/>
                  </a:cubicBezTo>
                  <a:cubicBezTo>
                    <a:pt x="541442" y="185123"/>
                    <a:pt x="543055" y="185562"/>
                    <a:pt x="544668" y="185562"/>
                  </a:cubicBezTo>
                  <a:cubicBezTo>
                    <a:pt x="548481" y="185562"/>
                    <a:pt x="552148" y="183512"/>
                    <a:pt x="554054" y="179850"/>
                  </a:cubicBezTo>
                  <a:cubicBezTo>
                    <a:pt x="556694" y="174724"/>
                    <a:pt x="554641" y="168280"/>
                    <a:pt x="549508" y="165644"/>
                  </a:cubicBezTo>
                  <a:cubicBezTo>
                    <a:pt x="545878" y="163777"/>
                    <a:pt x="480376" y="130439"/>
                    <a:pt x="424341" y="126430"/>
                  </a:cubicBezTo>
                  <a:close/>
                  <a:moveTo>
                    <a:pt x="179418" y="126430"/>
                  </a:moveTo>
                  <a:cubicBezTo>
                    <a:pt x="123386" y="130439"/>
                    <a:pt x="57889" y="163777"/>
                    <a:pt x="54260" y="165644"/>
                  </a:cubicBezTo>
                  <a:cubicBezTo>
                    <a:pt x="49127" y="168280"/>
                    <a:pt x="47074" y="174724"/>
                    <a:pt x="49714" y="179850"/>
                  </a:cubicBezTo>
                  <a:cubicBezTo>
                    <a:pt x="51620" y="183512"/>
                    <a:pt x="55287" y="185562"/>
                    <a:pt x="59099" y="185562"/>
                  </a:cubicBezTo>
                  <a:cubicBezTo>
                    <a:pt x="60713" y="185562"/>
                    <a:pt x="62472" y="185123"/>
                    <a:pt x="63939" y="184390"/>
                  </a:cubicBezTo>
                  <a:cubicBezTo>
                    <a:pt x="73324" y="179557"/>
                    <a:pt x="88136" y="172820"/>
                    <a:pt x="105147" y="166376"/>
                  </a:cubicBezTo>
                  <a:cubicBezTo>
                    <a:pt x="136383" y="154513"/>
                    <a:pt x="175245" y="143675"/>
                    <a:pt x="202962" y="147922"/>
                  </a:cubicBezTo>
                  <a:cubicBezTo>
                    <a:pt x="209121" y="148801"/>
                    <a:pt x="214840" y="150412"/>
                    <a:pt x="219680" y="153049"/>
                  </a:cubicBezTo>
                  <a:cubicBezTo>
                    <a:pt x="224812" y="155831"/>
                    <a:pt x="231265" y="153927"/>
                    <a:pt x="233905" y="148801"/>
                  </a:cubicBezTo>
                  <a:cubicBezTo>
                    <a:pt x="236691" y="143675"/>
                    <a:pt x="234784" y="137231"/>
                    <a:pt x="229652" y="134448"/>
                  </a:cubicBezTo>
                  <a:cubicBezTo>
                    <a:pt x="215720" y="127016"/>
                    <a:pt x="198095" y="125093"/>
                    <a:pt x="179418" y="126430"/>
                  </a:cubicBezTo>
                  <a:close/>
                  <a:moveTo>
                    <a:pt x="424341" y="60293"/>
                  </a:moveTo>
                  <a:cubicBezTo>
                    <a:pt x="405663" y="58977"/>
                    <a:pt x="388037" y="60927"/>
                    <a:pt x="374104" y="68396"/>
                  </a:cubicBezTo>
                  <a:cubicBezTo>
                    <a:pt x="368970" y="71179"/>
                    <a:pt x="367064" y="77476"/>
                    <a:pt x="369850" y="82602"/>
                  </a:cubicBezTo>
                  <a:cubicBezTo>
                    <a:pt x="372637" y="87728"/>
                    <a:pt x="378943" y="89632"/>
                    <a:pt x="384076" y="86996"/>
                  </a:cubicBezTo>
                  <a:cubicBezTo>
                    <a:pt x="388916" y="84360"/>
                    <a:pt x="394636" y="82749"/>
                    <a:pt x="400942" y="81724"/>
                  </a:cubicBezTo>
                  <a:cubicBezTo>
                    <a:pt x="428514" y="77623"/>
                    <a:pt x="467379" y="88314"/>
                    <a:pt x="498471" y="100177"/>
                  </a:cubicBezTo>
                  <a:cubicBezTo>
                    <a:pt x="515630" y="106621"/>
                    <a:pt x="530442" y="113358"/>
                    <a:pt x="539828" y="118192"/>
                  </a:cubicBezTo>
                  <a:cubicBezTo>
                    <a:pt x="541442" y="119070"/>
                    <a:pt x="543055" y="119363"/>
                    <a:pt x="544668" y="119363"/>
                  </a:cubicBezTo>
                  <a:cubicBezTo>
                    <a:pt x="548481" y="119363"/>
                    <a:pt x="552148" y="117313"/>
                    <a:pt x="554054" y="113651"/>
                  </a:cubicBezTo>
                  <a:cubicBezTo>
                    <a:pt x="556694" y="108525"/>
                    <a:pt x="554641" y="102228"/>
                    <a:pt x="549508" y="99445"/>
                  </a:cubicBezTo>
                  <a:cubicBezTo>
                    <a:pt x="545878" y="97578"/>
                    <a:pt x="480376" y="64240"/>
                    <a:pt x="424341" y="60293"/>
                  </a:cubicBezTo>
                  <a:close/>
                  <a:moveTo>
                    <a:pt x="179418" y="60293"/>
                  </a:moveTo>
                  <a:cubicBezTo>
                    <a:pt x="123386" y="64240"/>
                    <a:pt x="57889" y="97578"/>
                    <a:pt x="54260" y="99445"/>
                  </a:cubicBezTo>
                  <a:cubicBezTo>
                    <a:pt x="49127" y="102228"/>
                    <a:pt x="47074" y="108525"/>
                    <a:pt x="49714" y="113651"/>
                  </a:cubicBezTo>
                  <a:cubicBezTo>
                    <a:pt x="51620" y="117313"/>
                    <a:pt x="55287" y="119363"/>
                    <a:pt x="59099" y="119363"/>
                  </a:cubicBezTo>
                  <a:cubicBezTo>
                    <a:pt x="60713" y="119363"/>
                    <a:pt x="62472" y="119070"/>
                    <a:pt x="63939" y="118192"/>
                  </a:cubicBezTo>
                  <a:cubicBezTo>
                    <a:pt x="73324" y="113358"/>
                    <a:pt x="88136" y="106621"/>
                    <a:pt x="105147" y="100177"/>
                  </a:cubicBezTo>
                  <a:cubicBezTo>
                    <a:pt x="136383" y="88314"/>
                    <a:pt x="175245" y="77623"/>
                    <a:pt x="202962" y="81724"/>
                  </a:cubicBezTo>
                  <a:cubicBezTo>
                    <a:pt x="209121" y="82749"/>
                    <a:pt x="214840" y="84360"/>
                    <a:pt x="219680" y="86996"/>
                  </a:cubicBezTo>
                  <a:cubicBezTo>
                    <a:pt x="224812" y="89632"/>
                    <a:pt x="231265" y="87728"/>
                    <a:pt x="233905" y="82602"/>
                  </a:cubicBezTo>
                  <a:cubicBezTo>
                    <a:pt x="236691" y="77476"/>
                    <a:pt x="234784" y="71179"/>
                    <a:pt x="229652" y="68396"/>
                  </a:cubicBezTo>
                  <a:cubicBezTo>
                    <a:pt x="215720" y="60927"/>
                    <a:pt x="198095" y="58977"/>
                    <a:pt x="179418" y="60293"/>
                  </a:cubicBezTo>
                  <a:close/>
                  <a:moveTo>
                    <a:pt x="402115" y="0"/>
                  </a:moveTo>
                  <a:cubicBezTo>
                    <a:pt x="454179" y="0"/>
                    <a:pt x="523109" y="21676"/>
                    <a:pt x="607145" y="64295"/>
                  </a:cubicBezTo>
                  <a:lnTo>
                    <a:pt x="607145" y="399683"/>
                  </a:lnTo>
                  <a:cubicBezTo>
                    <a:pt x="570187" y="382548"/>
                    <a:pt x="474858" y="341686"/>
                    <a:pt x="398449" y="341686"/>
                  </a:cubicBezTo>
                  <a:cubicBezTo>
                    <a:pt x="356944" y="341686"/>
                    <a:pt x="331132" y="353988"/>
                    <a:pt x="315000" y="370538"/>
                  </a:cubicBezTo>
                  <a:cubicBezTo>
                    <a:pt x="314413" y="371124"/>
                    <a:pt x="313827" y="371710"/>
                    <a:pt x="313240" y="372296"/>
                  </a:cubicBezTo>
                  <a:lnTo>
                    <a:pt x="313240" y="50235"/>
                  </a:lnTo>
                  <a:cubicBezTo>
                    <a:pt x="313387" y="49356"/>
                    <a:pt x="313827" y="47892"/>
                    <a:pt x="314560" y="45988"/>
                  </a:cubicBezTo>
                  <a:cubicBezTo>
                    <a:pt x="319400" y="33100"/>
                    <a:pt x="338319" y="0"/>
                    <a:pt x="402115" y="0"/>
                  </a:cubicBezTo>
                  <a:close/>
                  <a:moveTo>
                    <a:pt x="205015" y="0"/>
                  </a:moveTo>
                  <a:cubicBezTo>
                    <a:pt x="268954" y="0"/>
                    <a:pt x="287725" y="33246"/>
                    <a:pt x="292564" y="45988"/>
                  </a:cubicBezTo>
                  <a:cubicBezTo>
                    <a:pt x="292417" y="46574"/>
                    <a:pt x="292271" y="47013"/>
                    <a:pt x="292271" y="47013"/>
                  </a:cubicBezTo>
                  <a:cubicBezTo>
                    <a:pt x="292124" y="47745"/>
                    <a:pt x="292124" y="48331"/>
                    <a:pt x="292124" y="49064"/>
                  </a:cubicBezTo>
                  <a:lnTo>
                    <a:pt x="292124" y="370538"/>
                  </a:lnTo>
                  <a:cubicBezTo>
                    <a:pt x="275993" y="353988"/>
                    <a:pt x="250183" y="341686"/>
                    <a:pt x="208534" y="341686"/>
                  </a:cubicBezTo>
                  <a:cubicBezTo>
                    <a:pt x="132277" y="341686"/>
                    <a:pt x="36809" y="382548"/>
                    <a:pt x="0" y="399683"/>
                  </a:cubicBezTo>
                  <a:lnTo>
                    <a:pt x="0" y="64295"/>
                  </a:lnTo>
                  <a:cubicBezTo>
                    <a:pt x="84030" y="21676"/>
                    <a:pt x="152955" y="0"/>
                    <a:pt x="205015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C37849BF-F9AB-494B-8A9C-034613EA3045}"/>
              </a:ext>
            </a:extLst>
          </p:cNvPr>
          <p:cNvGrpSpPr/>
          <p:nvPr/>
        </p:nvGrpSpPr>
        <p:grpSpPr>
          <a:xfrm>
            <a:off x="6823968" y="723491"/>
            <a:ext cx="3798000" cy="732782"/>
            <a:chOff x="6823968" y="723491"/>
            <a:chExt cx="3798000" cy="732782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D8849718-B2B5-4A25-B3CF-08172328D223}"/>
                </a:ext>
              </a:extLst>
            </p:cNvPr>
            <p:cNvSpPr txBox="1"/>
            <p:nvPr/>
          </p:nvSpPr>
          <p:spPr>
            <a:xfrm>
              <a:off x="7565045" y="812926"/>
              <a:ext cx="20218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chemeClr val="bg2">
                      <a:lumMod val="25000"/>
                    </a:schemeClr>
                  </a:solidFill>
                  <a:latin typeface="Microsoft YaHei"/>
                  <a:ea typeface="Microsoft YaHei"/>
                  <a:cs typeface="+mn-ea"/>
                </a:rPr>
                <a:t>实验目的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icrosoft YaHei"/>
                <a:ea typeface="Microsoft YaHei"/>
                <a:cs typeface="+mn-ea"/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1D4B8E25-3CEE-4012-BD85-621D18A82C07}"/>
                </a:ext>
              </a:extLst>
            </p:cNvPr>
            <p:cNvCxnSpPr>
              <a:cxnSpLocks/>
            </p:cNvCxnSpPr>
            <p:nvPr/>
          </p:nvCxnSpPr>
          <p:spPr>
            <a:xfrm>
              <a:off x="6823968" y="1336146"/>
              <a:ext cx="3798000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AA195D2-D303-4FC2-AEB6-3F3BF7373B15}"/>
                </a:ext>
              </a:extLst>
            </p:cNvPr>
            <p:cNvGrpSpPr/>
            <p:nvPr/>
          </p:nvGrpSpPr>
          <p:grpSpPr>
            <a:xfrm>
              <a:off x="6880535" y="723491"/>
              <a:ext cx="817163" cy="732782"/>
              <a:chOff x="7575067" y="723491"/>
              <a:chExt cx="817163" cy="732782"/>
            </a:xfrm>
          </p:grpSpPr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226AA89-BEB4-4CB5-9E4C-EB12ACF8961D}"/>
                  </a:ext>
                </a:extLst>
              </p:cNvPr>
              <p:cNvSpPr txBox="1"/>
              <p:nvPr/>
            </p:nvSpPr>
            <p:spPr>
              <a:xfrm>
                <a:off x="7575067" y="748387"/>
                <a:ext cx="78739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pattFill prst="narHorz">
                      <a:fgClr>
                        <a:prstClr val="white">
                          <a:lumMod val="75000"/>
                        </a:prstClr>
                      </a:fgClr>
                      <a:bgClr>
                        <a:prstClr val="white"/>
                      </a:bgClr>
                    </a:patt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01</a:t>
                </a:r>
                <a:endPara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pattFill prst="narHorz">
                    <a:fgClr>
                      <a:prstClr val="white">
                        <a:lumMod val="75000"/>
                      </a:prstClr>
                    </a:fgClr>
                    <a:bgClr>
                      <a:prstClr val="white"/>
                    </a:bgClr>
                  </a:patt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FB242DEB-545B-4C53-8FA5-945BF706E770}"/>
                  </a:ext>
                </a:extLst>
              </p:cNvPr>
              <p:cNvSpPr txBox="1"/>
              <p:nvPr/>
            </p:nvSpPr>
            <p:spPr>
              <a:xfrm>
                <a:off x="7592006" y="723491"/>
                <a:ext cx="800224" cy="707886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7EC5"/>
                    </a:solid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01</a:t>
                </a:r>
                <a:endPara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537EC5"/>
                  </a:solid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BA46576-9EBD-429D-A9A9-BBEC3C1F635C}"/>
              </a:ext>
            </a:extLst>
          </p:cNvPr>
          <p:cNvGrpSpPr/>
          <p:nvPr/>
        </p:nvGrpSpPr>
        <p:grpSpPr>
          <a:xfrm>
            <a:off x="7068620" y="1668314"/>
            <a:ext cx="3798000" cy="732782"/>
            <a:chOff x="7068620" y="1668314"/>
            <a:chExt cx="3798000" cy="732782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D76A72D-E80C-492B-A653-8BFCFC089EED}"/>
                </a:ext>
              </a:extLst>
            </p:cNvPr>
            <p:cNvSpPr txBox="1"/>
            <p:nvPr/>
          </p:nvSpPr>
          <p:spPr>
            <a:xfrm>
              <a:off x="7870493" y="1761539"/>
              <a:ext cx="20218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solidFill>
                    <a:schemeClr val="bg2">
                      <a:lumMod val="25000"/>
                    </a:schemeClr>
                  </a:solidFill>
                  <a:latin typeface="Microsoft YaHei"/>
                  <a:ea typeface="Microsoft YaHei"/>
                  <a:cs typeface="+mn-ea"/>
                </a:rPr>
                <a:t>实验原理</a:t>
              </a: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0E5FCD8C-D17D-4035-B16D-2348B60113A1}"/>
                </a:ext>
              </a:extLst>
            </p:cNvPr>
            <p:cNvCxnSpPr>
              <a:cxnSpLocks/>
            </p:cNvCxnSpPr>
            <p:nvPr/>
          </p:nvCxnSpPr>
          <p:spPr>
            <a:xfrm>
              <a:off x="7068620" y="2284759"/>
              <a:ext cx="3798000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0220E68B-FD8F-4A22-8FF0-DA8CB23CAC16}"/>
                </a:ext>
              </a:extLst>
            </p:cNvPr>
            <p:cNvGrpSpPr/>
            <p:nvPr/>
          </p:nvGrpSpPr>
          <p:grpSpPr>
            <a:xfrm>
              <a:off x="7163048" y="1668314"/>
              <a:ext cx="817163" cy="732782"/>
              <a:chOff x="7857580" y="1668314"/>
              <a:chExt cx="817163" cy="732782"/>
            </a:xfrm>
          </p:grpSpPr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8416A7EA-F266-4B7F-B9EE-651BEB6742A8}"/>
                  </a:ext>
                </a:extLst>
              </p:cNvPr>
              <p:cNvSpPr txBox="1"/>
              <p:nvPr/>
            </p:nvSpPr>
            <p:spPr>
              <a:xfrm>
                <a:off x="7857580" y="1693210"/>
                <a:ext cx="78739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pattFill prst="narHorz">
                      <a:fgClr>
                        <a:prstClr val="white">
                          <a:lumMod val="75000"/>
                        </a:prstClr>
                      </a:fgClr>
                      <a:bgClr>
                        <a:prstClr val="white"/>
                      </a:bgClr>
                    </a:patt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02</a:t>
                </a:r>
                <a:endPara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pattFill prst="narHorz">
                    <a:fgClr>
                      <a:prstClr val="white">
                        <a:lumMod val="75000"/>
                      </a:prstClr>
                    </a:fgClr>
                    <a:bgClr>
                      <a:prstClr val="white"/>
                    </a:bgClr>
                  </a:patt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ACCC2F7-D9DF-40E5-946C-8674CC550DB0}"/>
                  </a:ext>
                </a:extLst>
              </p:cNvPr>
              <p:cNvSpPr txBox="1"/>
              <p:nvPr/>
            </p:nvSpPr>
            <p:spPr>
              <a:xfrm>
                <a:off x="7874519" y="1668314"/>
                <a:ext cx="800224" cy="707886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7EC5"/>
                    </a:solid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02</a:t>
                </a:r>
                <a:endPara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537EC5"/>
                  </a:solid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2B214EB-6399-4A01-89CA-F320939780A5}"/>
              </a:ext>
            </a:extLst>
          </p:cNvPr>
          <p:cNvGrpSpPr/>
          <p:nvPr/>
        </p:nvGrpSpPr>
        <p:grpSpPr>
          <a:xfrm>
            <a:off x="7068620" y="3560097"/>
            <a:ext cx="3798745" cy="712057"/>
            <a:chOff x="7206183" y="2642363"/>
            <a:chExt cx="3798745" cy="712057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027792D-05F4-4BAA-87DD-E7DB79687AAF}"/>
                </a:ext>
              </a:extLst>
            </p:cNvPr>
            <p:cNvSpPr txBox="1"/>
            <p:nvPr/>
          </p:nvSpPr>
          <p:spPr>
            <a:xfrm>
              <a:off x="8136855" y="2710152"/>
              <a:ext cx="28680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solidFill>
                    <a:schemeClr val="bg2">
                      <a:lumMod val="25000"/>
                    </a:schemeClr>
                  </a:solidFill>
                  <a:latin typeface="Microsoft YaHei"/>
                  <a:ea typeface="Microsoft YaHei"/>
                  <a:cs typeface="+mn-ea"/>
                </a:rPr>
                <a:t>实验操作</a:t>
              </a: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A5354FD-E323-474C-AC92-42C6B8EC3AC8}"/>
                </a:ext>
              </a:extLst>
            </p:cNvPr>
            <p:cNvCxnSpPr>
              <a:cxnSpLocks/>
            </p:cNvCxnSpPr>
            <p:nvPr/>
          </p:nvCxnSpPr>
          <p:spPr>
            <a:xfrm>
              <a:off x="7206183" y="3233372"/>
              <a:ext cx="379874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5459CA0C-3071-4684-837B-D1EAB0C40F49}"/>
                </a:ext>
              </a:extLst>
            </p:cNvPr>
            <p:cNvGrpSpPr/>
            <p:nvPr/>
          </p:nvGrpSpPr>
          <p:grpSpPr>
            <a:xfrm>
              <a:off x="7349460" y="2642363"/>
              <a:ext cx="800963" cy="712057"/>
              <a:chOff x="8043992" y="2642363"/>
              <a:chExt cx="800963" cy="712057"/>
            </a:xfrm>
          </p:grpSpPr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2135F040-D59A-4D23-910B-477B4A0BC36F}"/>
                  </a:ext>
                </a:extLst>
              </p:cNvPr>
              <p:cNvSpPr txBox="1"/>
              <p:nvPr/>
            </p:nvSpPr>
            <p:spPr>
              <a:xfrm>
                <a:off x="8043992" y="2642363"/>
                <a:ext cx="78739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pattFill prst="narHorz">
                      <a:fgClr>
                        <a:prstClr val="white">
                          <a:lumMod val="75000"/>
                        </a:prstClr>
                      </a:fgClr>
                      <a:bgClr>
                        <a:prstClr val="white"/>
                      </a:bgClr>
                    </a:patt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04</a:t>
                </a:r>
                <a:endPara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pattFill prst="narHorz">
                    <a:fgClr>
                      <a:prstClr val="white">
                        <a:lumMod val="75000"/>
                      </a:prstClr>
                    </a:fgClr>
                    <a:bgClr>
                      <a:prstClr val="white"/>
                    </a:bgClr>
                  </a:patt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6FA3EA24-5658-49A9-B10C-1E066173768F}"/>
                  </a:ext>
                </a:extLst>
              </p:cNvPr>
              <p:cNvSpPr txBox="1"/>
              <p:nvPr/>
            </p:nvSpPr>
            <p:spPr>
              <a:xfrm>
                <a:off x="8044731" y="2646534"/>
                <a:ext cx="800224" cy="707886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7EC5"/>
                    </a:solid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04</a:t>
                </a:r>
                <a:endPara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537EC5"/>
                  </a:solid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297DCD8-2142-4D5D-B194-C45FCC5C10ED}"/>
              </a:ext>
            </a:extLst>
          </p:cNvPr>
          <p:cNvGrpSpPr/>
          <p:nvPr/>
        </p:nvGrpSpPr>
        <p:grpSpPr>
          <a:xfrm>
            <a:off x="6914374" y="4482747"/>
            <a:ext cx="3798000" cy="730615"/>
            <a:chOff x="7206183" y="3564586"/>
            <a:chExt cx="3798000" cy="730615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8B4DEA3-98E8-466B-AEE3-25FC48D8F255}"/>
                </a:ext>
              </a:extLst>
            </p:cNvPr>
            <p:cNvSpPr txBox="1"/>
            <p:nvPr/>
          </p:nvSpPr>
          <p:spPr>
            <a:xfrm>
              <a:off x="8136855" y="3658765"/>
              <a:ext cx="27740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solidFill>
                    <a:schemeClr val="bg2">
                      <a:lumMod val="25000"/>
                    </a:schemeClr>
                  </a:solidFill>
                  <a:latin typeface="Microsoft YaHei"/>
                  <a:ea typeface="Microsoft YaHei"/>
                  <a:cs typeface="+mn-ea"/>
                </a:rPr>
                <a:t>原始数据记录</a:t>
              </a: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610016D7-DF10-4C8F-AEB1-51BA88B45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6183" y="4179735"/>
              <a:ext cx="3798000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BB605789-6ABD-45A0-8E20-0B1500F9BC29}"/>
                </a:ext>
              </a:extLst>
            </p:cNvPr>
            <p:cNvGrpSpPr/>
            <p:nvPr/>
          </p:nvGrpSpPr>
          <p:grpSpPr>
            <a:xfrm>
              <a:off x="7349460" y="3564586"/>
              <a:ext cx="816062" cy="730615"/>
              <a:chOff x="8043992" y="3564586"/>
              <a:chExt cx="816062" cy="730615"/>
            </a:xfrm>
          </p:grpSpPr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EF3E28E8-8EC5-4294-B407-40B465D01887}"/>
                  </a:ext>
                </a:extLst>
              </p:cNvPr>
              <p:cNvSpPr txBox="1"/>
              <p:nvPr/>
            </p:nvSpPr>
            <p:spPr>
              <a:xfrm>
                <a:off x="8043992" y="3587315"/>
                <a:ext cx="78739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pattFill prst="narHorz">
                      <a:fgClr>
                        <a:prstClr val="white">
                          <a:lumMod val="75000"/>
                        </a:prstClr>
                      </a:fgClr>
                      <a:bgClr>
                        <a:prstClr val="white"/>
                      </a:bgClr>
                    </a:patt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05</a:t>
                </a:r>
                <a:endPara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pattFill prst="narHorz">
                    <a:fgClr>
                      <a:prstClr val="white">
                        <a:lumMod val="75000"/>
                      </a:prstClr>
                    </a:fgClr>
                    <a:bgClr>
                      <a:prstClr val="white"/>
                    </a:bgClr>
                  </a:patt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5588B903-F589-43DC-92DF-EA40D2E2D3A8}"/>
                  </a:ext>
                </a:extLst>
              </p:cNvPr>
              <p:cNvSpPr txBox="1"/>
              <p:nvPr/>
            </p:nvSpPr>
            <p:spPr>
              <a:xfrm>
                <a:off x="8059830" y="3564586"/>
                <a:ext cx="800224" cy="707886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7EC5"/>
                    </a:solid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05</a:t>
                </a:r>
                <a:endPara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537EC5"/>
                  </a:solid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</p:grp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A00A668-7CE8-8C31-708D-FEBD81A55825}"/>
              </a:ext>
            </a:extLst>
          </p:cNvPr>
          <p:cNvGrpSpPr/>
          <p:nvPr/>
        </p:nvGrpSpPr>
        <p:grpSpPr>
          <a:xfrm>
            <a:off x="6485579" y="5401226"/>
            <a:ext cx="3798000" cy="732619"/>
            <a:chOff x="7206183" y="3562582"/>
            <a:chExt cx="3798000" cy="732619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ABB5CE9-004A-CAF2-70A2-8E45E0A0F5B5}"/>
                </a:ext>
              </a:extLst>
            </p:cNvPr>
            <p:cNvSpPr txBox="1"/>
            <p:nvPr/>
          </p:nvSpPr>
          <p:spPr>
            <a:xfrm>
              <a:off x="8136855" y="3658765"/>
              <a:ext cx="27740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solidFill>
                    <a:schemeClr val="bg2">
                      <a:lumMod val="25000"/>
                    </a:schemeClr>
                  </a:solidFill>
                  <a:latin typeface="Microsoft YaHei"/>
                  <a:ea typeface="Microsoft YaHei"/>
                  <a:cs typeface="+mn-ea"/>
                </a:rPr>
                <a:t>实验注意事项</a:t>
              </a: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091E5F4F-BD48-CD3A-9886-C3311FF888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6183" y="4179735"/>
              <a:ext cx="3798000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53089829-1DA8-80B4-83E9-9FEE1EBF7CFE}"/>
                </a:ext>
              </a:extLst>
            </p:cNvPr>
            <p:cNvGrpSpPr/>
            <p:nvPr/>
          </p:nvGrpSpPr>
          <p:grpSpPr>
            <a:xfrm>
              <a:off x="7349460" y="3562582"/>
              <a:ext cx="804275" cy="732619"/>
              <a:chOff x="8043992" y="3562582"/>
              <a:chExt cx="804275" cy="732619"/>
            </a:xfrm>
          </p:grpSpPr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B29762B-9F05-5230-040D-ADA6A6B080A8}"/>
                  </a:ext>
                </a:extLst>
              </p:cNvPr>
              <p:cNvSpPr txBox="1"/>
              <p:nvPr/>
            </p:nvSpPr>
            <p:spPr>
              <a:xfrm>
                <a:off x="8043992" y="3587315"/>
                <a:ext cx="78739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pattFill prst="narHorz">
                      <a:fgClr>
                        <a:prstClr val="white">
                          <a:lumMod val="75000"/>
                        </a:prstClr>
                      </a:fgClr>
                      <a:bgClr>
                        <a:prstClr val="white"/>
                      </a:bgClr>
                    </a:patt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06</a:t>
                </a:r>
                <a:endPara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pattFill prst="narHorz">
                    <a:fgClr>
                      <a:prstClr val="white">
                        <a:lumMod val="75000"/>
                      </a:prstClr>
                    </a:fgClr>
                    <a:bgClr>
                      <a:prstClr val="white"/>
                    </a:bgClr>
                  </a:patt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BD03D04-BAC0-853F-DE6F-F86D83258138}"/>
                  </a:ext>
                </a:extLst>
              </p:cNvPr>
              <p:cNvSpPr txBox="1"/>
              <p:nvPr/>
            </p:nvSpPr>
            <p:spPr>
              <a:xfrm>
                <a:off x="8048043" y="3562582"/>
                <a:ext cx="800224" cy="707886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7EC5"/>
                    </a:solid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</a:t>
                </a:r>
                <a:r>
                  <a:rPr lang="en-US" altLang="zh-CN" sz="4000" b="1" dirty="0">
                    <a:solidFill>
                      <a:srgbClr val="537EC5"/>
                    </a:solidFill>
                    <a:latin typeface="Microsoft YaHei"/>
                    <a:ea typeface="Microsoft YaHei"/>
                    <a:cs typeface="+mn-ea"/>
                  </a:rPr>
                  <a:t>6</a:t>
                </a:r>
                <a:endPara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537EC5"/>
                  </a:solid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9287450-C76E-3A2A-8869-D7F18474358E}"/>
              </a:ext>
            </a:extLst>
          </p:cNvPr>
          <p:cNvGrpSpPr/>
          <p:nvPr/>
        </p:nvGrpSpPr>
        <p:grpSpPr>
          <a:xfrm>
            <a:off x="7179987" y="2638162"/>
            <a:ext cx="3798000" cy="713334"/>
            <a:chOff x="7068620" y="1687762"/>
            <a:chExt cx="3798000" cy="713334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313A095-1A69-105C-70EE-0542059DC84D}"/>
                </a:ext>
              </a:extLst>
            </p:cNvPr>
            <p:cNvSpPr txBox="1"/>
            <p:nvPr/>
          </p:nvSpPr>
          <p:spPr>
            <a:xfrm>
              <a:off x="7870493" y="1761539"/>
              <a:ext cx="20218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solidFill>
                    <a:schemeClr val="bg2">
                      <a:lumMod val="25000"/>
                    </a:schemeClr>
                  </a:solidFill>
                  <a:latin typeface="Microsoft YaHei"/>
                  <a:ea typeface="Microsoft YaHei"/>
                  <a:cs typeface="+mn-ea"/>
                </a:rPr>
                <a:t>实验装置</a:t>
              </a: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64635E24-E356-5456-0FE0-1605AE1A4C58}"/>
                </a:ext>
              </a:extLst>
            </p:cNvPr>
            <p:cNvCxnSpPr>
              <a:cxnSpLocks/>
            </p:cNvCxnSpPr>
            <p:nvPr/>
          </p:nvCxnSpPr>
          <p:spPr>
            <a:xfrm>
              <a:off x="7068620" y="2284759"/>
              <a:ext cx="3798000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2C98FB9-D570-B61C-E8B1-867C62048056}"/>
                </a:ext>
              </a:extLst>
            </p:cNvPr>
            <p:cNvGrpSpPr/>
            <p:nvPr/>
          </p:nvGrpSpPr>
          <p:grpSpPr>
            <a:xfrm>
              <a:off x="7163048" y="1687762"/>
              <a:ext cx="823395" cy="713334"/>
              <a:chOff x="7857580" y="1687762"/>
              <a:chExt cx="823395" cy="713334"/>
            </a:xfrm>
          </p:grpSpPr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21477BC-B018-9B6F-E310-4115E0D71E22}"/>
                  </a:ext>
                </a:extLst>
              </p:cNvPr>
              <p:cNvSpPr txBox="1"/>
              <p:nvPr/>
            </p:nvSpPr>
            <p:spPr>
              <a:xfrm>
                <a:off x="7857580" y="1693210"/>
                <a:ext cx="78739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pattFill prst="narHorz">
                      <a:fgClr>
                        <a:prstClr val="white">
                          <a:lumMod val="75000"/>
                        </a:prstClr>
                      </a:fgClr>
                      <a:bgClr>
                        <a:prstClr val="white"/>
                      </a:bgClr>
                    </a:patt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03</a:t>
                </a:r>
                <a:endPara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pattFill prst="narHorz">
                    <a:fgClr>
                      <a:prstClr val="white">
                        <a:lumMod val="75000"/>
                      </a:prstClr>
                    </a:fgClr>
                    <a:bgClr>
                      <a:prstClr val="white"/>
                    </a:bgClr>
                  </a:patt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2898D8B6-0DD2-7D47-95CB-B24FBF3D93ED}"/>
                  </a:ext>
                </a:extLst>
              </p:cNvPr>
              <p:cNvSpPr txBox="1"/>
              <p:nvPr/>
            </p:nvSpPr>
            <p:spPr>
              <a:xfrm>
                <a:off x="7880751" y="1687762"/>
                <a:ext cx="800224" cy="707886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7EC5"/>
                    </a:solid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03</a:t>
                </a:r>
                <a:endPara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537EC5"/>
                  </a:solid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424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6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2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CD60CF-8B37-4D43-B6DB-459760125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43A91E-4B8F-4C8B-B054-331C4EFF94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Purpose of the Experiment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EB9653-9A41-4FC0-BEBF-20D0E1DBEA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1DE5E04-CCB2-4C3B-8647-04D0A73AB9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9807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75014A2-64F4-4438-A3A8-7E872AB231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19609D-DA98-42DF-9A6D-2664C5A3A308}"/>
              </a:ext>
            </a:extLst>
          </p:cNvPr>
          <p:cNvSpPr txBox="1"/>
          <p:nvPr/>
        </p:nvSpPr>
        <p:spPr>
          <a:xfrm>
            <a:off x="1542861" y="1481265"/>
            <a:ext cx="10374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rgbClr val="142E60"/>
                </a:solidFill>
                <a:latin typeface="+mj-ea"/>
                <a:ea typeface="+mj-ea"/>
              </a:rPr>
              <a:t>01</a:t>
            </a:r>
            <a:endParaRPr lang="zh-CN" altLang="en-US" sz="5400" b="1" dirty="0">
              <a:solidFill>
                <a:srgbClr val="142E60"/>
              </a:solidFill>
              <a:latin typeface="+mj-ea"/>
              <a:ea typeface="+mj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E5881C7-905D-48B6-9262-23C18D5F9533}"/>
              </a:ext>
            </a:extLst>
          </p:cNvPr>
          <p:cNvCxnSpPr>
            <a:cxnSpLocks/>
          </p:cNvCxnSpPr>
          <p:nvPr/>
        </p:nvCxnSpPr>
        <p:spPr>
          <a:xfrm>
            <a:off x="2798262" y="1532042"/>
            <a:ext cx="0" cy="821776"/>
          </a:xfrm>
          <a:prstGeom prst="line">
            <a:avLst/>
          </a:prstGeom>
          <a:ln w="19050">
            <a:solidFill>
              <a:schemeClr val="accent3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1">
            <a:extLst>
              <a:ext uri="{FF2B5EF4-FFF2-40B4-BE49-F238E27FC236}">
                <a16:creationId xmlns:a16="http://schemas.microsoft.com/office/drawing/2014/main" id="{2AFA6EFB-66D1-4BC1-B67E-FE2F044B6DA1}"/>
              </a:ext>
            </a:extLst>
          </p:cNvPr>
          <p:cNvSpPr txBox="1">
            <a:spLocks/>
          </p:cNvSpPr>
          <p:nvPr/>
        </p:nvSpPr>
        <p:spPr>
          <a:xfrm>
            <a:off x="3198685" y="1661162"/>
            <a:ext cx="7577309" cy="58105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通过实验了解停留时间分布测定的基本原理及实验方法。</a:t>
            </a:r>
            <a:endParaRPr kumimoji="1"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09E029-469B-4953-8410-7FEDF3F62E2F}"/>
              </a:ext>
            </a:extLst>
          </p:cNvPr>
          <p:cNvSpPr txBox="1"/>
          <p:nvPr/>
        </p:nvSpPr>
        <p:spPr>
          <a:xfrm>
            <a:off x="1542861" y="2690234"/>
            <a:ext cx="10374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>
                <a:solidFill>
                  <a:srgbClr val="142E60"/>
                </a:solidFill>
                <a:latin typeface="+mj-ea"/>
                <a:ea typeface="+mj-ea"/>
              </a:rPr>
              <a:t>02</a:t>
            </a:r>
            <a:endParaRPr lang="zh-CN" altLang="en-US" sz="5400" b="1">
              <a:solidFill>
                <a:srgbClr val="142E60"/>
              </a:solidFill>
              <a:latin typeface="+mj-ea"/>
              <a:ea typeface="+mj-ea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E9E8F18-F8A7-4347-B55D-CAF0C2A12DF5}"/>
              </a:ext>
            </a:extLst>
          </p:cNvPr>
          <p:cNvCxnSpPr>
            <a:cxnSpLocks/>
          </p:cNvCxnSpPr>
          <p:nvPr/>
        </p:nvCxnSpPr>
        <p:spPr>
          <a:xfrm>
            <a:off x="2798262" y="2741011"/>
            <a:ext cx="0" cy="821776"/>
          </a:xfrm>
          <a:prstGeom prst="line">
            <a:avLst/>
          </a:prstGeom>
          <a:ln w="19050">
            <a:solidFill>
              <a:schemeClr val="accent3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1">
            <a:extLst>
              <a:ext uri="{FF2B5EF4-FFF2-40B4-BE49-F238E27FC236}">
                <a16:creationId xmlns:a16="http://schemas.microsoft.com/office/drawing/2014/main" id="{A8DA0CC1-898E-4130-B2DE-DA0532294D92}"/>
              </a:ext>
            </a:extLst>
          </p:cNvPr>
          <p:cNvSpPr txBox="1">
            <a:spLocks/>
          </p:cNvSpPr>
          <p:nvPr/>
        </p:nvSpPr>
        <p:spPr>
          <a:xfrm>
            <a:off x="3198686" y="2584372"/>
            <a:ext cx="7577309" cy="1135054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了解物料流经搅拌釜反应器时停留时间分布的规律及其影响因素。</a:t>
            </a:r>
            <a:endParaRPr kumimoji="1"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8A83FD-EB3D-F9CE-4DC8-3632F8733824}"/>
              </a:ext>
            </a:extLst>
          </p:cNvPr>
          <p:cNvSpPr txBox="1"/>
          <p:nvPr/>
        </p:nvSpPr>
        <p:spPr>
          <a:xfrm>
            <a:off x="1542862" y="3878415"/>
            <a:ext cx="10374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rgbClr val="142E60"/>
                </a:solidFill>
                <a:latin typeface="+mj-ea"/>
                <a:ea typeface="+mj-ea"/>
              </a:rPr>
              <a:t>03</a:t>
            </a:r>
            <a:endParaRPr lang="zh-CN" altLang="en-US" sz="5400" b="1" dirty="0">
              <a:solidFill>
                <a:srgbClr val="142E60"/>
              </a:solidFill>
              <a:latin typeface="+mj-ea"/>
              <a:ea typeface="+mj-ea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F0F894E-A53A-9F52-1DC2-CC4C71BCA524}"/>
              </a:ext>
            </a:extLst>
          </p:cNvPr>
          <p:cNvCxnSpPr>
            <a:cxnSpLocks/>
          </p:cNvCxnSpPr>
          <p:nvPr/>
        </p:nvCxnSpPr>
        <p:spPr>
          <a:xfrm>
            <a:off x="2798263" y="3929192"/>
            <a:ext cx="0" cy="821776"/>
          </a:xfrm>
          <a:prstGeom prst="line">
            <a:avLst/>
          </a:prstGeom>
          <a:ln w="19050">
            <a:solidFill>
              <a:schemeClr val="accent3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11">
            <a:extLst>
              <a:ext uri="{FF2B5EF4-FFF2-40B4-BE49-F238E27FC236}">
                <a16:creationId xmlns:a16="http://schemas.microsoft.com/office/drawing/2014/main" id="{F77EF3B3-7084-B546-8187-EC272537D1DD}"/>
              </a:ext>
            </a:extLst>
          </p:cNvPr>
          <p:cNvSpPr txBox="1">
            <a:spLocks/>
          </p:cNvSpPr>
          <p:nvPr/>
        </p:nvSpPr>
        <p:spPr>
          <a:xfrm>
            <a:off x="3198686" y="3949980"/>
            <a:ext cx="7577309" cy="58105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掌握停留时间分布的统计特征值的计算方法。</a:t>
            </a:r>
            <a:endParaRPr kumimoji="1"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FC0588-4602-DB4B-01AF-C0A649712FE9}"/>
              </a:ext>
            </a:extLst>
          </p:cNvPr>
          <p:cNvSpPr txBox="1"/>
          <p:nvPr/>
        </p:nvSpPr>
        <p:spPr>
          <a:xfrm>
            <a:off x="1542861" y="5036607"/>
            <a:ext cx="10374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rgbClr val="142E60"/>
                </a:solidFill>
                <a:latin typeface="+mj-ea"/>
                <a:ea typeface="+mj-ea"/>
              </a:rPr>
              <a:t>04</a:t>
            </a:r>
            <a:endParaRPr lang="zh-CN" altLang="en-US" sz="5400" b="1" dirty="0">
              <a:solidFill>
                <a:srgbClr val="142E60"/>
              </a:solidFill>
              <a:latin typeface="+mj-ea"/>
              <a:ea typeface="+mj-ea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B2DCA3E-0FE5-15AB-9AA6-9E7ED70217BE}"/>
              </a:ext>
            </a:extLst>
          </p:cNvPr>
          <p:cNvCxnSpPr>
            <a:cxnSpLocks/>
          </p:cNvCxnSpPr>
          <p:nvPr/>
        </p:nvCxnSpPr>
        <p:spPr>
          <a:xfrm>
            <a:off x="2798262" y="5087384"/>
            <a:ext cx="0" cy="821776"/>
          </a:xfrm>
          <a:prstGeom prst="line">
            <a:avLst/>
          </a:prstGeom>
          <a:ln w="19050">
            <a:solidFill>
              <a:schemeClr val="accent3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11">
            <a:extLst>
              <a:ext uri="{FF2B5EF4-FFF2-40B4-BE49-F238E27FC236}">
                <a16:creationId xmlns:a16="http://schemas.microsoft.com/office/drawing/2014/main" id="{8DFF0701-A2E6-655A-1E1F-0B867D46C6CC}"/>
              </a:ext>
            </a:extLst>
          </p:cNvPr>
          <p:cNvSpPr txBox="1">
            <a:spLocks/>
          </p:cNvSpPr>
          <p:nvPr/>
        </p:nvSpPr>
        <p:spPr>
          <a:xfrm>
            <a:off x="3198685" y="4930745"/>
            <a:ext cx="7577309" cy="1135054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学会用理想搅拌釜反应器的串联模型来描述实验系统的流动特征。</a:t>
            </a:r>
            <a:endParaRPr kumimoji="1"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380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"/>
                            </p:stCondLst>
                            <p:childTnLst>
                              <p:par>
                                <p:cTn id="4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1" grpId="0"/>
      <p:bldP spid="2" grpId="0"/>
      <p:bldP spid="7" grpId="0"/>
      <p:bldP spid="12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BE86D-B64D-98AA-C557-E342C1CE6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395F223B-C215-681E-BD78-BEF1B6E41F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FCF680AB-A4FD-E89B-8B22-BD5ADFEB0D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Experimental Theory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54D4A7-CB9B-6210-B065-BFD23AF927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C4474B-E182-6185-7EA0-AB9C190C60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3592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3DA15-3901-7DD2-2434-8D88E94A4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90B8B6E-AE4D-0ECD-301A-956FC596BF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816ADDB-AF4B-6B9D-0736-8C5D1B404D6B}"/>
              </a:ext>
            </a:extLst>
          </p:cNvPr>
          <p:cNvSpPr txBox="1"/>
          <p:nvPr/>
        </p:nvSpPr>
        <p:spPr>
          <a:xfrm>
            <a:off x="1612106" y="1412439"/>
            <a:ext cx="911576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sz="2400" dirty="0"/>
              <a:t>停留时间分布测定所采用的方法主要是</a:t>
            </a:r>
            <a:r>
              <a:rPr lang="zh-CN" altLang="en-US" sz="2400" b="1" dirty="0">
                <a:solidFill>
                  <a:srgbClr val="142E60"/>
                </a:solidFill>
              </a:rPr>
              <a:t>示踪响应法</a:t>
            </a:r>
            <a:r>
              <a:rPr lang="zh-CN" altLang="en-US" sz="2400" dirty="0"/>
              <a:t>。即在反应器入口以一定的方式加入示踪剂，然后通过测定反应器出口处示踪的浓度的变化，间接描述反应器内流体的停留时间，常用示踪剂的加入方法有脉冲输入、阶跃输入和周期输入，本实验采用</a:t>
            </a:r>
            <a:r>
              <a:rPr lang="zh-CN" altLang="en-US" sz="2400" b="1" dirty="0">
                <a:solidFill>
                  <a:srgbClr val="142E60"/>
                </a:solidFill>
              </a:rPr>
              <a:t>脉冲输入法</a:t>
            </a:r>
            <a:r>
              <a:rPr lang="zh-CN" altLang="en-US" sz="2400" dirty="0"/>
              <a:t>。脉冲输入法是在极短的时间内，将示踪剂从系统入口处注入进口物料，注入的示踪剂量应不影响进口物料原有流动特性，在反应器出口检测示踪剂浓度随时间的变化曲线。通过对进入反应器的示踪剂做物料衡算：</a:t>
            </a:r>
            <a:endParaRPr lang="en-US" altLang="zh-CN" sz="2400" dirty="0"/>
          </a:p>
          <a:p>
            <a:pPr indent="457200"/>
            <a:endParaRPr lang="en-US" altLang="zh-CN" sz="2400" dirty="0"/>
          </a:p>
          <a:p>
            <a:pPr indent="457200"/>
            <a:endParaRPr lang="en-US" altLang="zh-CN" sz="2400" dirty="0"/>
          </a:p>
          <a:p>
            <a:pPr indent="457200"/>
            <a:r>
              <a:rPr lang="en-US" altLang="zh-CN" sz="2400" dirty="0"/>
              <a:t>V</a:t>
            </a:r>
            <a:r>
              <a:rPr lang="zh-CN" altLang="en-US" sz="2400" dirty="0"/>
              <a:t>为进口物料流量、</a:t>
            </a:r>
            <a:r>
              <a:rPr lang="en-US" altLang="zh-CN" sz="2400" dirty="0"/>
              <a:t>M</a:t>
            </a:r>
            <a:r>
              <a:rPr lang="zh-CN" altLang="en-US" sz="2400" dirty="0"/>
              <a:t>为示踪剂加入总量。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E05368F-3D41-88DF-FC0E-EA278512EAAF}"/>
                  </a:ext>
                </a:extLst>
              </p:cNvPr>
              <p:cNvSpPr txBox="1"/>
              <p:nvPr/>
            </p:nvSpPr>
            <p:spPr>
              <a:xfrm>
                <a:off x="4517555" y="4440667"/>
                <a:ext cx="315689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𝑉𝐶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𝑀𝐸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E05368F-3D41-88DF-FC0E-EA278512E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555" y="4440667"/>
                <a:ext cx="3156890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1721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05BD4-8BFA-669C-4F66-A865EEBA8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4376A5E-DB1B-7E2B-A2F9-5ACE552A43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ADCD453-B940-07DA-9764-155B75561B54}"/>
              </a:ext>
            </a:extLst>
          </p:cNvPr>
          <p:cNvSpPr txBox="1"/>
          <p:nvPr/>
        </p:nvSpPr>
        <p:spPr>
          <a:xfrm>
            <a:off x="1612106" y="1412439"/>
            <a:ext cx="91157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sz="2400" dirty="0"/>
              <a:t>假设加入的示踪剂全部从反应器出口流出，则：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BEF31E3-3B6F-5C50-13C3-6424B9D61CFE}"/>
                  </a:ext>
                </a:extLst>
              </p:cNvPr>
              <p:cNvSpPr txBox="1"/>
              <p:nvPr/>
            </p:nvSpPr>
            <p:spPr>
              <a:xfrm>
                <a:off x="4769611" y="2188261"/>
                <a:ext cx="2652777" cy="9323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𝑉𝐶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BEF31E3-3B6F-5C50-13C3-6424B9D61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611" y="2188261"/>
                <a:ext cx="2652777" cy="9323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E4DFB9D-3F54-E3BC-3484-23F77093683D}"/>
                  </a:ext>
                </a:extLst>
              </p:cNvPr>
              <p:cNvSpPr txBox="1"/>
              <p:nvPr/>
            </p:nvSpPr>
            <p:spPr>
              <a:xfrm>
                <a:off x="1612106" y="3351496"/>
                <a:ext cx="911576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57200"/>
                <a:r>
                  <a:rPr lang="zh-CN" altLang="en-US" sz="2400" dirty="0"/>
                  <a:t>由于实验在稳态下进行，进口体积流量</a:t>
                </a:r>
                <a:r>
                  <a:rPr lang="en-US" altLang="zh-CN" sz="2400" dirty="0"/>
                  <a:t>V</a:t>
                </a:r>
                <a:r>
                  <a:rPr lang="zh-CN" altLang="en-US" sz="2400" dirty="0"/>
                  <a:t>为常数，故停留时间分布密度函数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dirty="0" smtClean="0"/>
                      <m:t>E</m:t>
                    </m:r>
                    <m:r>
                      <m:rPr>
                        <m:nor/>
                      </m:rPr>
                      <a:rPr lang="en-US" altLang="zh-CN" sz="2400" dirty="0" smtClean="0"/>
                      <m:t>(</m:t>
                    </m:r>
                    <m:r>
                      <m:rPr>
                        <m:nor/>
                      </m:rPr>
                      <a:rPr lang="en-US" altLang="zh-CN" sz="2400" dirty="0" smtClean="0"/>
                      <m:t>t</m:t>
                    </m:r>
                    <m:r>
                      <m:rPr>
                        <m:nor/>
                      </m:rPr>
                      <a:rPr lang="en-US" altLang="zh-CN" sz="2400" dirty="0" smtClean="0"/>
                      <m:t>)</m:t>
                    </m:r>
                  </m:oMath>
                </a14:m>
                <a:r>
                  <a:rPr lang="zh-CN" altLang="en-US" sz="2400" dirty="0"/>
                  <a:t>可通过下式计算：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E4DFB9D-3F54-E3BC-3484-23F770936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106" y="3351496"/>
                <a:ext cx="9115765" cy="830997"/>
              </a:xfrm>
              <a:prstGeom prst="rect">
                <a:avLst/>
              </a:prstGeom>
              <a:blipFill>
                <a:blip r:embed="rId3"/>
                <a:stretch>
                  <a:fillRect l="-1003" t="-5882" r="-60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0B17D4CD-F2AE-BADC-4CF4-842C62362208}"/>
              </a:ext>
            </a:extLst>
          </p:cNvPr>
          <p:cNvSpPr txBox="1"/>
          <p:nvPr/>
        </p:nvSpPr>
        <p:spPr>
          <a:xfrm>
            <a:off x="5633357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10CF089-9941-C38E-F00B-87ACB2301E58}"/>
                  </a:ext>
                </a:extLst>
              </p:cNvPr>
              <p:cNvSpPr txBox="1"/>
              <p:nvPr/>
            </p:nvSpPr>
            <p:spPr>
              <a:xfrm>
                <a:off x="4769610" y="4413421"/>
                <a:ext cx="3700115" cy="10543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10CF089-9941-C38E-F00B-87ACB2301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610" y="4413421"/>
                <a:ext cx="3700115" cy="10543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005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" grpId="0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57308-312A-2DB2-2B2D-BF77714C1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EAACCDC-0D3B-30D0-9AF3-B860D30970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7883566-33A5-B246-664B-ADA9F0B31560}"/>
              </a:ext>
            </a:extLst>
          </p:cNvPr>
          <p:cNvSpPr txBox="1"/>
          <p:nvPr/>
        </p:nvSpPr>
        <p:spPr>
          <a:xfrm>
            <a:off x="1538117" y="2005165"/>
            <a:ext cx="91157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sz="2400" dirty="0"/>
              <a:t>由停留时间分布函数的定义，分布函数</a:t>
            </a:r>
            <a:r>
              <a:rPr lang="en-US" altLang="zh-CN" sz="2400" dirty="0"/>
              <a:t>F(t)</a:t>
            </a:r>
            <a:r>
              <a:rPr lang="zh-CN" altLang="en-US" sz="2400" dirty="0"/>
              <a:t>可通过下式计算：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7FF586C-4B5F-E8A6-0C99-44188BE6E5B6}"/>
                  </a:ext>
                </a:extLst>
              </p:cNvPr>
              <p:cNvSpPr txBox="1"/>
              <p:nvPr/>
            </p:nvSpPr>
            <p:spPr>
              <a:xfrm>
                <a:off x="4695622" y="2780987"/>
                <a:ext cx="2534861" cy="9635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800" b="0" i="0" dirty="0" smtClean="0"/>
                        <m:t>F</m:t>
                      </m:r>
                      <m:r>
                        <m:rPr>
                          <m:nor/>
                        </m:rPr>
                        <a:rPr lang="en-US" altLang="zh-CN" sz="2800" dirty="0" smtClean="0"/>
                        <m:t>(</m:t>
                      </m:r>
                      <m:r>
                        <m:rPr>
                          <m:sty m:val="p"/>
                        </m:rPr>
                        <a:rPr lang="en-US" altLang="zh-CN" sz="2800" i="1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altLang="zh-CN" sz="2800" dirty="0" smtClean="0"/>
                        <m:t>)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7FF586C-4B5F-E8A6-0C99-44188BE6E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622" y="2780987"/>
                <a:ext cx="2534861" cy="9635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A74B6640-4B73-99A4-5C46-F6345B1DE54A}"/>
              </a:ext>
            </a:extLst>
          </p:cNvPr>
          <p:cNvSpPr txBox="1"/>
          <p:nvPr/>
        </p:nvSpPr>
        <p:spPr>
          <a:xfrm>
            <a:off x="1538117" y="3944222"/>
            <a:ext cx="91157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sz="2400" dirty="0"/>
              <a:t>类似地，可计算平均停留时间和方差这两个统计特征值。</a:t>
            </a:r>
            <a:endParaRPr lang="en-US" altLang="zh-CN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D4615A-7387-CD76-E9F2-2B3EF5927365}"/>
              </a:ext>
            </a:extLst>
          </p:cNvPr>
          <p:cNvSpPr txBox="1"/>
          <p:nvPr/>
        </p:nvSpPr>
        <p:spPr>
          <a:xfrm>
            <a:off x="5559368" y="356452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85C923-F6B4-C094-6F2D-2FF0514DCA6F}"/>
              </a:ext>
            </a:extLst>
          </p:cNvPr>
          <p:cNvSpPr txBox="1"/>
          <p:nvPr/>
        </p:nvSpPr>
        <p:spPr>
          <a:xfrm>
            <a:off x="4769610" y="4413421"/>
            <a:ext cx="3700115" cy="105439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94156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8A577F19-66CC-426C-8942-98DC21B6F7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实验装置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C78868D5-B00E-4C59-B46E-48CD347321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Experimental Device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A6ABBB-4CC4-4170-81BC-72E9C5F291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8968B4-524F-4BC3-9ED2-CD8A7071DF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4363" y="2584510"/>
            <a:ext cx="1365733" cy="1238250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439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5AC68BD4-D0A2-4F1F-BE56-9B508D364E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实验装置 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4F442A76-4BB0-EAFD-CE80-33C17566E834}"/>
              </a:ext>
            </a:extLst>
          </p:cNvPr>
          <p:cNvSpPr txBox="1">
            <a:spLocks/>
          </p:cNvSpPr>
          <p:nvPr/>
        </p:nvSpPr>
        <p:spPr>
          <a:xfrm>
            <a:off x="8156448" y="1563457"/>
            <a:ext cx="3635513" cy="3731086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反应器为有机玻璃制造的搅拌釜，共有四个釜串联在一起。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示踪剂为氯化钾水溶液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计算机控制电磁阀将示踪剂注入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。每个搅拌釜出料均接有电导率仪，可在线测量出口水溶液的电导率变化，进而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从电导率计算得出示踪剂的浓度变化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21CBC2A-9275-49AF-C14B-02081C9852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4"/>
          <a:stretch/>
        </p:blipFill>
        <p:spPr>
          <a:xfrm>
            <a:off x="177106" y="1333438"/>
            <a:ext cx="7716894" cy="460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44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E9890-C93C-E5B2-1501-EA831AB3B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BBBE7EB1-AF51-7F2A-13FF-6352A171C5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实验装置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4F68201D-CD6B-E546-E4B7-04D30AC83A81}"/>
              </a:ext>
            </a:extLst>
          </p:cNvPr>
          <p:cNvSpPr txBox="1">
            <a:spLocks/>
          </p:cNvSpPr>
          <p:nvPr/>
        </p:nvSpPr>
        <p:spPr>
          <a:xfrm>
            <a:off x="8205434" y="1311625"/>
            <a:ext cx="3635513" cy="488204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>
              <a:lnSpc>
                <a:spcPts val="25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反应器为有机玻璃制造的搅拌釜，共有三个釜串联在一起，另外一个大的为单釜。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示踪剂为饱和</a:t>
            </a:r>
            <a:r>
              <a:rPr lang="en-US" altLang="zh-CN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KCl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水溶液，用注射器注入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indent="457200">
              <a:lnSpc>
                <a:spcPts val="25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1-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水箱；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indent="457200">
              <a:lnSpc>
                <a:spcPts val="25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2-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水泵：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indent="457200">
              <a:lnSpc>
                <a:spcPts val="25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3-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转子流量计；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indent="457200">
              <a:lnSpc>
                <a:spcPts val="25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5-KCL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的进样口；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indent="457200">
              <a:lnSpc>
                <a:spcPts val="25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7-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进水阀；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indent="457200">
              <a:lnSpc>
                <a:spcPts val="25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8-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搅拌电机；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indent="457200">
              <a:lnSpc>
                <a:spcPts val="25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9-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釜式反应器；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indent="457200">
              <a:lnSpc>
                <a:spcPts val="25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10-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溢流口；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indent="457200">
              <a:lnSpc>
                <a:spcPts val="25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11-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电导电极；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indent="457200">
              <a:lnSpc>
                <a:spcPts val="25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12-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回流阀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A61BE6-32B7-5394-E1F8-E7A5083FF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21" y="1333438"/>
            <a:ext cx="7636864" cy="444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96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97702-F311-824F-6149-5FF3C0A2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4C93DB3-D08F-2FA7-56A7-302F9F7D9F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403F3704-FF9A-F5B8-D628-84B36D7662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Experimental Procedure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36D683-2503-1A8F-1D14-EFD2BE1AA9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62B101-D558-ECEC-5767-D7B255CE28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91335" y="2584510"/>
            <a:ext cx="1365733" cy="1238250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9064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5AC68BD4-D0A2-4F1F-BE56-9B508D364E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4F442A76-4BB0-EAFD-CE80-33C17566E834}"/>
              </a:ext>
            </a:extLst>
          </p:cNvPr>
          <p:cNvSpPr txBox="1">
            <a:spLocks/>
          </p:cNvSpPr>
          <p:nvPr/>
        </p:nvSpPr>
        <p:spPr>
          <a:xfrm>
            <a:off x="902207" y="1546436"/>
            <a:ext cx="10387585" cy="29589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．实验前准备工作：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配制饱和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KCl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水液体待用。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连接好入水管线，打开自来水阀门，使管路充满水。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检查电极导线连接是否正确。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学习数据采集处理系统的使用方法。</a:t>
            </a:r>
          </a:p>
        </p:txBody>
      </p:sp>
    </p:spTree>
    <p:extLst>
      <p:ext uri="{BB962C8B-B14F-4D97-AF65-F5344CB8AC3E}">
        <p14:creationId xmlns:p14="http://schemas.microsoft.com/office/powerpoint/2010/main" val="273224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5691B-9E96-BB7B-2DE1-10ECBF79B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B430F263-3E9E-9D95-E7CE-EEE2F94251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F6AA898E-95F6-DBBD-048F-A111AF9541E5}"/>
              </a:ext>
            </a:extLst>
          </p:cNvPr>
          <p:cNvSpPr txBox="1">
            <a:spLocks/>
          </p:cNvSpPr>
          <p:nvPr/>
        </p:nvSpPr>
        <p:spPr>
          <a:xfrm>
            <a:off x="902207" y="1334165"/>
            <a:ext cx="10387585" cy="4527586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2.1 </a:t>
            </a:r>
            <a:r>
              <a:rPr lang="zh-CN" altLang="en-US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实验操作 </a:t>
            </a:r>
            <a:r>
              <a:rPr lang="en-US" altLang="zh-CN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- </a:t>
            </a:r>
            <a:r>
              <a:rPr lang="zh-CN" altLang="en-US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装置一操作要点：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启动水泵、搅拌器和电导率仪，调校四台电导率仪，搅拌器转速调为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档。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打开进口阀门，调整水的流量至规定数值（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～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50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升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小时）。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启动微机并打开数字采集处理系统，学会使用方法，修改有关参数至实验条件。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在示踪剂瓶中加入适量示踪剂，调节至一定的压力。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进口体积流量稳定后开始实验，观察出口电导率变化的趋势，待达到设定实验周期后结束实验，打印结果。</a:t>
            </a:r>
          </a:p>
        </p:txBody>
      </p:sp>
    </p:spTree>
    <p:extLst>
      <p:ext uri="{BB962C8B-B14F-4D97-AF65-F5344CB8AC3E}">
        <p14:creationId xmlns:p14="http://schemas.microsoft.com/office/powerpoint/2010/main" val="128120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05EEE-7A8F-C6D3-16FB-E817D6CE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BACEDFBA-C9CE-1C28-4D7B-20EB1C9F30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294E20A9-BE28-31B1-B1D6-3215A0AE2DE1}"/>
              </a:ext>
            </a:extLst>
          </p:cNvPr>
          <p:cNvSpPr txBox="1">
            <a:spLocks/>
          </p:cNvSpPr>
          <p:nvPr/>
        </p:nvSpPr>
        <p:spPr>
          <a:xfrm>
            <a:off x="902207" y="1138221"/>
            <a:ext cx="10387585" cy="5007718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2.2 </a:t>
            </a:r>
            <a:r>
              <a:rPr lang="zh-CN" altLang="en-US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实验操作 </a:t>
            </a:r>
            <a:r>
              <a:rPr lang="en-US" altLang="zh-CN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- </a:t>
            </a:r>
            <a:r>
              <a:rPr lang="zh-CN" altLang="en-US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装置二操作要点：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打开总电源，启动水泵、搅拌器和电导率仪，三台搅拌器的转速调为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200 rpm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打开串联反应器进口阀门，调节水流量维持在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20~30 L/h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之间某值，直到各釜充满水，并能正常从最后一级流出。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启动计算机，打开数据采集处理系统。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在注射器中加入适量（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7~10 mL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）的示踪剂。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串联反应器进口体积流量稳定后，用注射器注入示踪剂，观察各反应器出口电导率的变化；待达到设定实验周期后，结束实验，保存实验结果。</a:t>
            </a:r>
          </a:p>
        </p:txBody>
      </p:sp>
    </p:spTree>
    <p:extLst>
      <p:ext uri="{BB962C8B-B14F-4D97-AF65-F5344CB8AC3E}">
        <p14:creationId xmlns:p14="http://schemas.microsoft.com/office/powerpoint/2010/main" val="24627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ABD76-2471-07DB-FCB2-884AD13EE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7B80AF41-1463-596C-C32B-22B9650E87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20B40640-2EF7-CB25-622F-504D279D4604}"/>
              </a:ext>
            </a:extLst>
          </p:cNvPr>
          <p:cNvSpPr txBox="1">
            <a:spLocks/>
          </p:cNvSpPr>
          <p:nvPr/>
        </p:nvSpPr>
        <p:spPr>
          <a:xfrm>
            <a:off x="902207" y="1595421"/>
            <a:ext cx="10387585" cy="235058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结束实验：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将进口流量调节到最大，冲洗反应釜和管路中的示踪剂。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冲洗完毕，关闭总电源开关，打开釜底排水阀，将水排空。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lphaLcParenR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退出数据采集处理系统，关闭计算机。</a:t>
            </a:r>
          </a:p>
        </p:txBody>
      </p:sp>
    </p:spTree>
    <p:extLst>
      <p:ext uri="{BB962C8B-B14F-4D97-AF65-F5344CB8AC3E}">
        <p14:creationId xmlns:p14="http://schemas.microsoft.com/office/powerpoint/2010/main" val="15856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271B36-F5BE-4419-BEC5-FE9CB50369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</a:rPr>
              <a:t>原始数据记录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161A34-650F-4DE9-A863-478FAD8E12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>
                <a:cs typeface="+mn-ea"/>
              </a:rPr>
              <a:t>Raw Data Logging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2E602DD4-840E-4C90-835B-959558B806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52ACAD2D-D345-488B-B3C0-8C897B90E6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00004" y="2584510"/>
            <a:ext cx="1365733" cy="1238250"/>
          </a:xfrm>
        </p:spPr>
        <p:txBody>
          <a:bodyPr/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4633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75014A2-64F4-4438-A3A8-7E872AB231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原始数据记录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3186E71-58D8-4DB2-AD5F-5F6C0B575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447970"/>
              </p:ext>
            </p:extLst>
          </p:nvPr>
        </p:nvGraphicFramePr>
        <p:xfrm>
          <a:off x="503474" y="2756923"/>
          <a:ext cx="11173223" cy="34326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0740">
                  <a:extLst>
                    <a:ext uri="{9D8B030D-6E8A-4147-A177-3AD203B41FA5}">
                      <a16:colId xmlns:a16="http://schemas.microsoft.com/office/drawing/2014/main" val="2366967200"/>
                    </a:ext>
                  </a:extLst>
                </a:gridCol>
                <a:gridCol w="1686283">
                  <a:extLst>
                    <a:ext uri="{9D8B030D-6E8A-4147-A177-3AD203B41FA5}">
                      <a16:colId xmlns:a16="http://schemas.microsoft.com/office/drawing/2014/main" val="603640493"/>
                    </a:ext>
                  </a:extLst>
                </a:gridCol>
                <a:gridCol w="729620">
                  <a:extLst>
                    <a:ext uri="{9D8B030D-6E8A-4147-A177-3AD203B41FA5}">
                      <a16:colId xmlns:a16="http://schemas.microsoft.com/office/drawing/2014/main" val="2022790474"/>
                    </a:ext>
                  </a:extLst>
                </a:gridCol>
                <a:gridCol w="729620">
                  <a:extLst>
                    <a:ext uri="{9D8B030D-6E8A-4147-A177-3AD203B41FA5}">
                      <a16:colId xmlns:a16="http://schemas.microsoft.com/office/drawing/2014/main" val="2999177813"/>
                    </a:ext>
                  </a:extLst>
                </a:gridCol>
                <a:gridCol w="729620">
                  <a:extLst>
                    <a:ext uri="{9D8B030D-6E8A-4147-A177-3AD203B41FA5}">
                      <a16:colId xmlns:a16="http://schemas.microsoft.com/office/drawing/2014/main" val="2500498991"/>
                    </a:ext>
                  </a:extLst>
                </a:gridCol>
                <a:gridCol w="729620">
                  <a:extLst>
                    <a:ext uri="{9D8B030D-6E8A-4147-A177-3AD203B41FA5}">
                      <a16:colId xmlns:a16="http://schemas.microsoft.com/office/drawing/2014/main" val="2407460840"/>
                    </a:ext>
                  </a:extLst>
                </a:gridCol>
                <a:gridCol w="729620">
                  <a:extLst>
                    <a:ext uri="{9D8B030D-6E8A-4147-A177-3AD203B41FA5}">
                      <a16:colId xmlns:a16="http://schemas.microsoft.com/office/drawing/2014/main" val="737434396"/>
                    </a:ext>
                  </a:extLst>
                </a:gridCol>
                <a:gridCol w="729620">
                  <a:extLst>
                    <a:ext uri="{9D8B030D-6E8A-4147-A177-3AD203B41FA5}">
                      <a16:colId xmlns:a16="http://schemas.microsoft.com/office/drawing/2014/main" val="1972129175"/>
                    </a:ext>
                  </a:extLst>
                </a:gridCol>
                <a:gridCol w="729620">
                  <a:extLst>
                    <a:ext uri="{9D8B030D-6E8A-4147-A177-3AD203B41FA5}">
                      <a16:colId xmlns:a16="http://schemas.microsoft.com/office/drawing/2014/main" val="2042848493"/>
                    </a:ext>
                  </a:extLst>
                </a:gridCol>
                <a:gridCol w="729620">
                  <a:extLst>
                    <a:ext uri="{9D8B030D-6E8A-4147-A177-3AD203B41FA5}">
                      <a16:colId xmlns:a16="http://schemas.microsoft.com/office/drawing/2014/main" val="1634460097"/>
                    </a:ext>
                  </a:extLst>
                </a:gridCol>
                <a:gridCol w="729620">
                  <a:extLst>
                    <a:ext uri="{9D8B030D-6E8A-4147-A177-3AD203B41FA5}">
                      <a16:colId xmlns:a16="http://schemas.microsoft.com/office/drawing/2014/main" val="2581217359"/>
                    </a:ext>
                  </a:extLst>
                </a:gridCol>
                <a:gridCol w="729620">
                  <a:extLst>
                    <a:ext uri="{9D8B030D-6E8A-4147-A177-3AD203B41FA5}">
                      <a16:colId xmlns:a16="http://schemas.microsoft.com/office/drawing/2014/main" val="247691438"/>
                    </a:ext>
                  </a:extLst>
                </a:gridCol>
              </a:tblGrid>
              <a:tr h="62635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搅拌器转速档位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77466083"/>
                  </a:ext>
                </a:extLst>
              </a:tr>
              <a:tr h="701574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142E60"/>
                          </a:solidFill>
                        </a:rPr>
                        <a:t>3</a:t>
                      </a:r>
                      <a:endParaRPr lang="zh-CN" altLang="en-US" sz="1800" b="1" dirty="0">
                        <a:solidFill>
                          <a:srgbClr val="142E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142E60"/>
                          </a:solidFill>
                        </a:rPr>
                        <a:t>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87756302"/>
                  </a:ext>
                </a:extLst>
              </a:tr>
              <a:tr h="701574"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rgbClr val="142E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电导率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545614"/>
                  </a:ext>
                </a:extLst>
              </a:tr>
              <a:tr h="701574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800" b="1" kern="1200" dirty="0">
                        <a:solidFill>
                          <a:srgbClr val="142E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142E60"/>
                          </a:solidFill>
                        </a:rPr>
                        <a:t>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8359139"/>
                  </a:ext>
                </a:extLst>
              </a:tr>
              <a:tr h="701574"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rgbClr val="142E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电导率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3770056"/>
                  </a:ext>
                </a:extLst>
              </a:tr>
            </a:tbl>
          </a:graphicData>
        </a:graphic>
      </p:graphicFrame>
      <p:sp>
        <p:nvSpPr>
          <p:cNvPr id="12" name="文本占位符 7">
            <a:extLst>
              <a:ext uri="{FF2B5EF4-FFF2-40B4-BE49-F238E27FC236}">
                <a16:creationId xmlns:a16="http://schemas.microsoft.com/office/drawing/2014/main" id="{A7BD1370-C804-4784-A447-107662A211BD}"/>
              </a:ext>
            </a:extLst>
          </p:cNvPr>
          <p:cNvSpPr txBox="1">
            <a:spLocks/>
          </p:cNvSpPr>
          <p:nvPr/>
        </p:nvSpPr>
        <p:spPr>
          <a:xfrm>
            <a:off x="3118287" y="1089782"/>
            <a:ext cx="5955426" cy="585866"/>
          </a:xfrm>
          <a:prstGeom prst="rect">
            <a:avLst/>
          </a:prstGeom>
        </p:spPr>
        <p:txBody>
          <a:bodyPr vert="horz" wrap="square" lIns="90000" tIns="45720" rIns="91440" bIns="46800" rtlCol="0">
            <a:sp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>
                <a:solidFill>
                  <a:srgbClr val="537EC5"/>
                </a:solidFill>
                <a:latin typeface="Microsoft YaHei"/>
                <a:ea typeface="Microsoft YaHei"/>
              </a:rPr>
              <a:t>表</a:t>
            </a:r>
            <a:r>
              <a:rPr lang="en-US" altLang="zh-CN" dirty="0">
                <a:solidFill>
                  <a:srgbClr val="537EC5"/>
                </a:solidFill>
                <a:latin typeface="Microsoft YaHei"/>
                <a:ea typeface="Microsoft YaHei"/>
              </a:rPr>
              <a:t>1 </a:t>
            </a:r>
            <a:r>
              <a:rPr lang="zh-CN" altLang="en-US" dirty="0">
                <a:solidFill>
                  <a:srgbClr val="537EC5"/>
                </a:solidFill>
                <a:latin typeface="Microsoft YaHei"/>
                <a:ea typeface="Microsoft YaHei"/>
              </a:rPr>
              <a:t>装置一（四釜）实验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537EC5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13" name="文本占位符 8">
            <a:extLst>
              <a:ext uri="{FF2B5EF4-FFF2-40B4-BE49-F238E27FC236}">
                <a16:creationId xmlns:a16="http://schemas.microsoft.com/office/drawing/2014/main" id="{A9576DDC-0B84-45EF-BBFD-AE361619DA2C}"/>
              </a:ext>
            </a:extLst>
          </p:cNvPr>
          <p:cNvSpPr txBox="1">
            <a:spLocks/>
          </p:cNvSpPr>
          <p:nvPr/>
        </p:nvSpPr>
        <p:spPr>
          <a:xfrm>
            <a:off x="-11826" y="1918300"/>
            <a:ext cx="12203826" cy="462755"/>
          </a:xfrm>
          <a:prstGeom prst="rect">
            <a:avLst/>
          </a:prstGeom>
        </p:spPr>
        <p:txBody>
          <a:bodyPr vert="horz" wrap="square" lIns="90000" tIns="45720" rIns="91440" bIns="46800" rtlCol="0">
            <a:sp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示踪剂剂量：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___________    </a:t>
            </a: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室温：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__________   </a:t>
            </a: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压力：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__________   </a:t>
            </a: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流量：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__________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42E60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026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4C073-0E4C-EC7C-A939-8C3E10419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992BBE1-BDEE-9BAF-0A22-C7B606180D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原始数据记录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29E192B-EB6E-15EA-F7B1-48C157B81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427136"/>
              </p:ext>
            </p:extLst>
          </p:nvPr>
        </p:nvGraphicFramePr>
        <p:xfrm>
          <a:off x="503474" y="2756923"/>
          <a:ext cx="11040826" cy="3284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2696">
                  <a:extLst>
                    <a:ext uri="{9D8B030D-6E8A-4147-A177-3AD203B41FA5}">
                      <a16:colId xmlns:a16="http://schemas.microsoft.com/office/drawing/2014/main" val="603640493"/>
                    </a:ext>
                  </a:extLst>
                </a:gridCol>
                <a:gridCol w="896813">
                  <a:extLst>
                    <a:ext uri="{9D8B030D-6E8A-4147-A177-3AD203B41FA5}">
                      <a16:colId xmlns:a16="http://schemas.microsoft.com/office/drawing/2014/main" val="2022790474"/>
                    </a:ext>
                  </a:extLst>
                </a:gridCol>
                <a:gridCol w="896813">
                  <a:extLst>
                    <a:ext uri="{9D8B030D-6E8A-4147-A177-3AD203B41FA5}">
                      <a16:colId xmlns:a16="http://schemas.microsoft.com/office/drawing/2014/main" val="2999177813"/>
                    </a:ext>
                  </a:extLst>
                </a:gridCol>
                <a:gridCol w="896813">
                  <a:extLst>
                    <a:ext uri="{9D8B030D-6E8A-4147-A177-3AD203B41FA5}">
                      <a16:colId xmlns:a16="http://schemas.microsoft.com/office/drawing/2014/main" val="2500498991"/>
                    </a:ext>
                  </a:extLst>
                </a:gridCol>
                <a:gridCol w="896813">
                  <a:extLst>
                    <a:ext uri="{9D8B030D-6E8A-4147-A177-3AD203B41FA5}">
                      <a16:colId xmlns:a16="http://schemas.microsoft.com/office/drawing/2014/main" val="2407460840"/>
                    </a:ext>
                  </a:extLst>
                </a:gridCol>
                <a:gridCol w="896813">
                  <a:extLst>
                    <a:ext uri="{9D8B030D-6E8A-4147-A177-3AD203B41FA5}">
                      <a16:colId xmlns:a16="http://schemas.microsoft.com/office/drawing/2014/main" val="737434396"/>
                    </a:ext>
                  </a:extLst>
                </a:gridCol>
                <a:gridCol w="896813">
                  <a:extLst>
                    <a:ext uri="{9D8B030D-6E8A-4147-A177-3AD203B41FA5}">
                      <a16:colId xmlns:a16="http://schemas.microsoft.com/office/drawing/2014/main" val="1972129175"/>
                    </a:ext>
                  </a:extLst>
                </a:gridCol>
                <a:gridCol w="896813">
                  <a:extLst>
                    <a:ext uri="{9D8B030D-6E8A-4147-A177-3AD203B41FA5}">
                      <a16:colId xmlns:a16="http://schemas.microsoft.com/office/drawing/2014/main" val="2042848493"/>
                    </a:ext>
                  </a:extLst>
                </a:gridCol>
                <a:gridCol w="896813">
                  <a:extLst>
                    <a:ext uri="{9D8B030D-6E8A-4147-A177-3AD203B41FA5}">
                      <a16:colId xmlns:a16="http://schemas.microsoft.com/office/drawing/2014/main" val="1634460097"/>
                    </a:ext>
                  </a:extLst>
                </a:gridCol>
                <a:gridCol w="896813">
                  <a:extLst>
                    <a:ext uri="{9D8B030D-6E8A-4147-A177-3AD203B41FA5}">
                      <a16:colId xmlns:a16="http://schemas.microsoft.com/office/drawing/2014/main" val="2581217359"/>
                    </a:ext>
                  </a:extLst>
                </a:gridCol>
                <a:gridCol w="896813">
                  <a:extLst>
                    <a:ext uri="{9D8B030D-6E8A-4147-A177-3AD203B41FA5}">
                      <a16:colId xmlns:a16="http://schemas.microsoft.com/office/drawing/2014/main" val="247691438"/>
                    </a:ext>
                  </a:extLst>
                </a:gridCol>
              </a:tblGrid>
              <a:tr h="10137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77466083"/>
                  </a:ext>
                </a:extLst>
              </a:tr>
              <a:tr h="113546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142E60"/>
                          </a:solidFill>
                        </a:rPr>
                        <a:t>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87756302"/>
                  </a:ext>
                </a:extLst>
              </a:tr>
              <a:tr h="11354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电导率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545614"/>
                  </a:ext>
                </a:extLst>
              </a:tr>
            </a:tbl>
          </a:graphicData>
        </a:graphic>
      </p:graphicFrame>
      <p:sp>
        <p:nvSpPr>
          <p:cNvPr id="12" name="文本占位符 7">
            <a:extLst>
              <a:ext uri="{FF2B5EF4-FFF2-40B4-BE49-F238E27FC236}">
                <a16:creationId xmlns:a16="http://schemas.microsoft.com/office/drawing/2014/main" id="{3B8E5D39-EACB-CBDC-CF11-862BBBA3F3F7}"/>
              </a:ext>
            </a:extLst>
          </p:cNvPr>
          <p:cNvSpPr txBox="1">
            <a:spLocks/>
          </p:cNvSpPr>
          <p:nvPr/>
        </p:nvSpPr>
        <p:spPr>
          <a:xfrm>
            <a:off x="3118287" y="1089782"/>
            <a:ext cx="5955426" cy="585866"/>
          </a:xfrm>
          <a:prstGeom prst="rect">
            <a:avLst/>
          </a:prstGeom>
        </p:spPr>
        <p:txBody>
          <a:bodyPr vert="horz" wrap="square" lIns="90000" tIns="45720" rIns="91440" bIns="46800" rtlCol="0">
            <a:sp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>
                <a:solidFill>
                  <a:srgbClr val="537EC5"/>
                </a:solidFill>
                <a:latin typeface="Microsoft YaHei"/>
                <a:ea typeface="Microsoft YaHei"/>
              </a:rPr>
              <a:t>表</a:t>
            </a:r>
            <a:r>
              <a:rPr lang="en-US" altLang="zh-CN" dirty="0">
                <a:solidFill>
                  <a:srgbClr val="537EC5"/>
                </a:solidFill>
                <a:latin typeface="Microsoft YaHei"/>
                <a:ea typeface="Microsoft YaHei"/>
              </a:rPr>
              <a:t>2 </a:t>
            </a:r>
            <a:r>
              <a:rPr lang="zh-CN" altLang="en-US" dirty="0">
                <a:solidFill>
                  <a:srgbClr val="537EC5"/>
                </a:solidFill>
                <a:latin typeface="Microsoft YaHei"/>
                <a:ea typeface="Microsoft YaHei"/>
              </a:rPr>
              <a:t>装置二（三釜）实验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537EC5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13" name="文本占位符 8">
            <a:extLst>
              <a:ext uri="{FF2B5EF4-FFF2-40B4-BE49-F238E27FC236}">
                <a16:creationId xmlns:a16="http://schemas.microsoft.com/office/drawing/2014/main" id="{99E37017-AA24-C3EF-F968-DA8CF86C4D59}"/>
              </a:ext>
            </a:extLst>
          </p:cNvPr>
          <p:cNvSpPr txBox="1">
            <a:spLocks/>
          </p:cNvSpPr>
          <p:nvPr/>
        </p:nvSpPr>
        <p:spPr>
          <a:xfrm>
            <a:off x="-11826" y="1918300"/>
            <a:ext cx="12203826" cy="462755"/>
          </a:xfrm>
          <a:prstGeom prst="rect">
            <a:avLst/>
          </a:prstGeom>
        </p:spPr>
        <p:txBody>
          <a:bodyPr vert="horz" wrap="square" lIns="90000" tIns="45720" rIns="91440" bIns="46800" rtlCol="0">
            <a:sp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示踪剂剂量：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___________    </a:t>
            </a: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室温：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__________   </a:t>
            </a: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压力：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__________   </a:t>
            </a: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流量：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__________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42E60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49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562A8C0-8F2C-47D3-8A37-B8C4AA1823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</a:rPr>
              <a:t>实验注意事项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C0984FE2-0199-44CC-A32E-BDD888E705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white">
                    <a:lumMod val="75000"/>
                  </a:prstClr>
                </a:solidFill>
                <a:cs typeface="+mn-ea"/>
              </a:rPr>
              <a:t>Experimental Considerations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A82438B-89EB-4990-B25E-BC40676FFF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8907C4F-3590-49A9-AB68-F32249C0A3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97063" y="2598328"/>
            <a:ext cx="1365733" cy="1238250"/>
          </a:xfrm>
        </p:spPr>
        <p:txBody>
          <a:bodyPr/>
          <a:lstStyle/>
          <a:p>
            <a:r>
              <a:rPr lang="en-US" altLang="zh-CN" dirty="0"/>
              <a:t>06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0153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5AC68BD4-D0A2-4F1F-BE56-9B508D364E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实验注意事项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4F442A76-4BB0-EAFD-CE80-33C17566E834}"/>
              </a:ext>
            </a:extLst>
          </p:cNvPr>
          <p:cNvSpPr txBox="1">
            <a:spLocks/>
          </p:cNvSpPr>
          <p:nvPr/>
        </p:nvSpPr>
        <p:spPr>
          <a:xfrm>
            <a:off x="902207" y="1872280"/>
            <a:ext cx="10387585" cy="2830711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．启动水泵、搅拌器和电导率仪后，需调校四台电导率仪。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．待串联反应器进口体积流量稳定后，再用注射器注入示踪剂。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．结束实验后要将进口流量调节至最大，将反应釜和管路中的示踪剂冲洗干净。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．最后应打开釜底排水阀，将水排空。</a:t>
            </a:r>
          </a:p>
        </p:txBody>
      </p:sp>
    </p:spTree>
    <p:extLst>
      <p:ext uri="{BB962C8B-B14F-4D97-AF65-F5344CB8AC3E}">
        <p14:creationId xmlns:p14="http://schemas.microsoft.com/office/powerpoint/2010/main" val="132667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6C085D-210D-4709-8317-1FD7DF94FB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悉心指导！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B8561F0-57DF-4F3A-A95B-4017EAD34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感谢各位老师的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DB1CE9A-1F6B-4D88-ABAF-CE351598C9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Thanks For Your Guidance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EFDA9D-5AF5-4CEE-AF94-4FEE7A4CA2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zh-CN" altLang="zh-CN" dirty="0"/>
              <a:t>日期</a:t>
            </a:r>
            <a:r>
              <a:rPr lang="en-US" altLang="zh-CN" dirty="0"/>
              <a:t> | 2024/12/03</a:t>
            </a:r>
            <a:endParaRPr lang="zh-CN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E6B932-A0E4-4445-955C-DDF651E25750}"/>
              </a:ext>
            </a:extLst>
          </p:cNvPr>
          <p:cNvSpPr/>
          <p:nvPr/>
        </p:nvSpPr>
        <p:spPr>
          <a:xfrm>
            <a:off x="667504" y="4972417"/>
            <a:ext cx="3680976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cs typeface="+mn-ea"/>
            </a:endParaRPr>
          </a:p>
        </p:txBody>
      </p:sp>
      <p:sp>
        <p:nvSpPr>
          <p:cNvPr id="12" name="文本占位符 5">
            <a:extLst>
              <a:ext uri="{FF2B5EF4-FFF2-40B4-BE49-F238E27FC236}">
                <a16:creationId xmlns:a16="http://schemas.microsoft.com/office/drawing/2014/main" id="{C2C450D5-F597-CAF2-A428-2B1CBF4E72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948271" y="4361226"/>
            <a:ext cx="3680975" cy="348133"/>
          </a:xfrm>
        </p:spPr>
        <p:txBody>
          <a:bodyPr/>
          <a:lstStyle/>
          <a:p>
            <a:r>
              <a:rPr lang="zh-CN" altLang="zh-CN" dirty="0"/>
              <a:t>指导老师</a:t>
            </a:r>
            <a:r>
              <a:rPr lang="en-US" altLang="zh-CN" dirty="0"/>
              <a:t> | </a:t>
            </a:r>
            <a:r>
              <a:rPr lang="zh-CN" altLang="en-US" dirty="0"/>
              <a:t>肖宗源</a:t>
            </a:r>
            <a:r>
              <a:rPr lang="en-US" altLang="zh-CN" dirty="0"/>
              <a:t>/</a:t>
            </a:r>
            <a:r>
              <a:rPr lang="zh-CN" altLang="en-US" dirty="0"/>
              <a:t>洪文晶 陈学云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17" name="文本占位符 4">
            <a:extLst>
              <a:ext uri="{FF2B5EF4-FFF2-40B4-BE49-F238E27FC236}">
                <a16:creationId xmlns:a16="http://schemas.microsoft.com/office/drawing/2014/main" id="{461231EB-F399-73C6-DEB9-590F2C7B7A6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8974" y="4361226"/>
            <a:ext cx="2686049" cy="348133"/>
          </a:xfrm>
        </p:spPr>
        <p:txBody>
          <a:bodyPr/>
          <a:lstStyle/>
          <a:p>
            <a:r>
              <a:rPr lang="en-US" altLang="zh-CN" dirty="0">
                <a:latin typeface="Arial"/>
                <a:cs typeface="+mn-ea"/>
              </a:rPr>
              <a:t>A3</a:t>
            </a:r>
            <a:r>
              <a:rPr lang="zh-CN" altLang="en-US" dirty="0">
                <a:latin typeface="Arial"/>
                <a:cs typeface="+mn-ea"/>
              </a:rPr>
              <a:t> </a:t>
            </a:r>
            <a:r>
              <a:rPr lang="en-US" altLang="zh-CN" dirty="0">
                <a:latin typeface="Arial"/>
                <a:cs typeface="+mn-ea"/>
              </a:rPr>
              <a:t>| </a:t>
            </a:r>
            <a:r>
              <a:rPr lang="zh-CN" altLang="en-US" dirty="0">
                <a:latin typeface="Arial"/>
                <a:cs typeface="+mn-ea"/>
              </a:rPr>
              <a:t>陈丽娇 张智翔</a:t>
            </a:r>
          </a:p>
        </p:txBody>
      </p:sp>
    </p:spTree>
    <p:extLst>
      <p:ext uri="{BB962C8B-B14F-4D97-AF65-F5344CB8AC3E}">
        <p14:creationId xmlns:p14="http://schemas.microsoft.com/office/powerpoint/2010/main" val="28553216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标准排版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1348</TotalTime>
  <Words>1046</Words>
  <Application>Microsoft Office PowerPoint</Application>
  <PresentationFormat>宽屏</PresentationFormat>
  <Paragraphs>165</Paragraphs>
  <Slides>22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Calibri</vt:lpstr>
      <vt:lpstr>Cambria Math</vt:lpstr>
      <vt:lpstr>Times New Roman</vt:lpstr>
      <vt:lpstr>等线</vt:lpstr>
      <vt:lpstr>微软雅黑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林 佩弦</dc:creator>
  <cp:lastModifiedBy>丽娇 陈</cp:lastModifiedBy>
  <cp:revision>13</cp:revision>
  <dcterms:created xsi:type="dcterms:W3CDTF">2019-12-06T03:38:09Z</dcterms:created>
  <dcterms:modified xsi:type="dcterms:W3CDTF">2024-12-09T10:16:25Z</dcterms:modified>
</cp:coreProperties>
</file>