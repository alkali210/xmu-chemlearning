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459" r:id="rId2"/>
    <p:sldId id="380" r:id="rId3"/>
    <p:sldId id="463" r:id="rId4"/>
    <p:sldId id="460" r:id="rId5"/>
    <p:sldId id="462" r:id="rId6"/>
    <p:sldId id="461" r:id="rId7"/>
    <p:sldId id="464" r:id="rId8"/>
    <p:sldId id="383" r:id="rId9"/>
    <p:sldId id="384" r:id="rId10"/>
    <p:sldId id="385" r:id="rId11"/>
    <p:sldId id="386" r:id="rId12"/>
    <p:sldId id="387" r:id="rId13"/>
    <p:sldId id="388" r:id="rId1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45794"/>
    <a:srgbClr val="FFFFCC"/>
    <a:srgbClr val="66FFCC"/>
    <a:srgbClr val="66FFFF"/>
    <a:srgbClr val="17385F"/>
    <a:srgbClr val="0033CC"/>
    <a:srgbClr val="000099"/>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p:cViewPr varScale="1">
        <p:scale>
          <a:sx n="114" d="100"/>
          <a:sy n="114" d="100"/>
        </p:scale>
        <p:origin x="1506"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95E73C-8546-4191-8953-8D133B8AD474}" type="datetimeFigureOut">
              <a:rPr lang="zh-CN" altLang="en-US" smtClean="0"/>
              <a:t>2024/12/10</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651E8A-F9F8-4534-B221-B771A591F8DC}" type="slidenum">
              <a:rPr lang="zh-CN" altLang="en-US" smtClean="0"/>
              <a:t>‹#›</a:t>
            </a:fld>
            <a:endParaRPr lang="zh-CN" altLang="en-US"/>
          </a:p>
        </p:txBody>
      </p:sp>
    </p:spTree>
    <p:extLst>
      <p:ext uri="{BB962C8B-B14F-4D97-AF65-F5344CB8AC3E}">
        <p14:creationId xmlns:p14="http://schemas.microsoft.com/office/powerpoint/2010/main" val="34577915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67941" name="AutoShape 2405"/>
          <p:cNvSpPr>
            <a:spLocks noChangeArrowheads="1"/>
          </p:cNvSpPr>
          <p:nvPr/>
        </p:nvSpPr>
        <p:spPr bwMode="gray">
          <a:xfrm>
            <a:off x="0" y="1752600"/>
            <a:ext cx="9144000" cy="2514600"/>
          </a:xfrm>
          <a:prstGeom prst="flowChartDocument">
            <a:avLst/>
          </a:prstGeom>
          <a:ln>
            <a:noFill/>
          </a:ln>
          <a:effectLst>
            <a:glow rad="63500">
              <a:schemeClr val="accent2">
                <a:alpha val="45000"/>
                <a:satMod val="120000"/>
              </a:schemeClr>
            </a:glow>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2">
            <a:schemeClr val="accent2"/>
          </a:fillRef>
          <a:effectRef idx="1">
            <a:schemeClr val="accent2"/>
          </a:effectRef>
          <a:fontRef idx="minor">
            <a:schemeClr val="dk1"/>
          </a:fontRef>
        </p:style>
        <p:txBody>
          <a:bodyPr wrap="none" anchor="ctr"/>
          <a:lstStyle/>
          <a:p>
            <a:endParaRPr lang="zh-CN" altLang="en-US" sz="1350"/>
          </a:p>
        </p:txBody>
      </p:sp>
      <p:sp>
        <p:nvSpPr>
          <p:cNvPr id="67940" name="AutoShape 2404"/>
          <p:cNvSpPr>
            <a:spLocks noChangeArrowheads="1"/>
          </p:cNvSpPr>
          <p:nvPr/>
        </p:nvSpPr>
        <p:spPr bwMode="gray">
          <a:xfrm>
            <a:off x="0" y="304800"/>
            <a:ext cx="9144000" cy="2209800"/>
          </a:xfrm>
          <a:prstGeom prst="flowChartDocumen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8100000" algn="ctr" rotWithShape="0">
                    <a:schemeClr val="bg2"/>
                  </a:outerShdw>
                </a:effectLst>
              </a14:hiddenEffects>
            </a:ext>
          </a:extLst>
        </p:spPr>
        <p:txBody>
          <a:bodyPr wrap="none" anchor="ctr"/>
          <a:lstStyle/>
          <a:p>
            <a:endParaRPr lang="zh-CN" altLang="en-US" sz="1350"/>
          </a:p>
        </p:txBody>
      </p:sp>
      <p:sp>
        <p:nvSpPr>
          <p:cNvPr id="67931" name="AutoShape 2395"/>
          <p:cNvSpPr>
            <a:spLocks noChangeArrowheads="1"/>
          </p:cNvSpPr>
          <p:nvPr/>
        </p:nvSpPr>
        <p:spPr bwMode="gray">
          <a:xfrm>
            <a:off x="0" y="0"/>
            <a:ext cx="9144000" cy="2057400"/>
          </a:xfrm>
          <a:prstGeom prst="flowChartDocument">
            <a:avLst/>
          </a:prstGeom>
          <a:gradFill rotWithShape="0">
            <a:gsLst>
              <a:gs pos="0">
                <a:schemeClr val="accent2"/>
              </a:gs>
              <a:gs pos="100000">
                <a:schemeClr val="hlink"/>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8100000" algn="ctr" rotWithShape="0">
                    <a:schemeClr val="bg2"/>
                  </a:outerShdw>
                </a:effectLst>
              </a14:hiddenEffects>
            </a:ext>
          </a:extLst>
        </p:spPr>
        <p:txBody>
          <a:bodyPr wrap="none" anchor="ctr"/>
          <a:lstStyle/>
          <a:p>
            <a:endParaRPr lang="zh-CN" altLang="en-US" sz="1350"/>
          </a:p>
        </p:txBody>
      </p:sp>
      <p:sp>
        <p:nvSpPr>
          <p:cNvPr id="67930" name="Oval 2394"/>
          <p:cNvSpPr>
            <a:spLocks noChangeArrowheads="1"/>
          </p:cNvSpPr>
          <p:nvPr/>
        </p:nvSpPr>
        <p:spPr bwMode="gray">
          <a:xfrm>
            <a:off x="722313" y="1752600"/>
            <a:ext cx="552450" cy="508000"/>
          </a:xfrm>
          <a:prstGeom prst="ellipse">
            <a:avLst/>
          </a:prstGeom>
          <a:gradFill rotWithShape="0">
            <a:gsLst>
              <a:gs pos="0">
                <a:srgbClr val="86B9FF"/>
              </a:gs>
              <a:gs pos="12000">
                <a:schemeClr val="hlink">
                  <a:alpha val="53000"/>
                </a:schemeClr>
              </a:gs>
              <a:gs pos="100000">
                <a:schemeClr val="accent2"/>
              </a:gs>
            </a:gsLst>
            <a:path path="rect">
              <a:fillToRect r="100000" b="100000"/>
            </a:path>
          </a:gradFill>
          <a:ln>
            <a:noFill/>
          </a:ln>
          <a:effectLst/>
        </p:spPr>
        <p:txBody>
          <a:bodyPr wrap="none" anchor="ctr"/>
          <a:lstStyle/>
          <a:p>
            <a:endParaRPr lang="zh-CN" altLang="en-US" sz="1350"/>
          </a:p>
        </p:txBody>
      </p:sp>
      <p:sp>
        <p:nvSpPr>
          <p:cNvPr id="67934" name="Oval 2398"/>
          <p:cNvSpPr>
            <a:spLocks noChangeArrowheads="1"/>
          </p:cNvSpPr>
          <p:nvPr/>
        </p:nvSpPr>
        <p:spPr bwMode="gray">
          <a:xfrm>
            <a:off x="2971800" y="1773239"/>
            <a:ext cx="230188" cy="207963"/>
          </a:xfrm>
          <a:prstGeom prst="ellipse">
            <a:avLst/>
          </a:prstGeom>
          <a:gradFill rotWithShape="0">
            <a:gsLst>
              <a:gs pos="27000">
                <a:schemeClr val="hlink">
                  <a:alpha val="0"/>
                </a:schemeClr>
              </a:gs>
              <a:gs pos="100000">
                <a:schemeClr val="accent2"/>
              </a:gs>
            </a:gsLst>
            <a:path path="rect">
              <a:fillToRect r="100000" b="100000"/>
            </a:path>
          </a:gradFill>
          <a:ln>
            <a:noFill/>
          </a:ln>
          <a:effectLst/>
        </p:spPr>
        <p:txBody>
          <a:bodyPr wrap="none" anchor="ctr"/>
          <a:lstStyle/>
          <a:p>
            <a:endParaRPr lang="zh-CN" altLang="en-US" sz="1350"/>
          </a:p>
        </p:txBody>
      </p:sp>
      <p:sp>
        <p:nvSpPr>
          <p:cNvPr id="67935" name="Oval 2399"/>
          <p:cNvSpPr>
            <a:spLocks noChangeArrowheads="1"/>
          </p:cNvSpPr>
          <p:nvPr/>
        </p:nvSpPr>
        <p:spPr bwMode="gray">
          <a:xfrm>
            <a:off x="2247901" y="2271713"/>
            <a:ext cx="538163" cy="495300"/>
          </a:xfrm>
          <a:prstGeom prst="ellipse">
            <a:avLst/>
          </a:prstGeom>
          <a:gradFill rotWithShape="0">
            <a:gsLst>
              <a:gs pos="13000">
                <a:schemeClr val="hlink">
                  <a:alpha val="58000"/>
                </a:schemeClr>
              </a:gs>
              <a:gs pos="100000">
                <a:schemeClr val="accent2"/>
              </a:gs>
            </a:gsLst>
            <a:path path="rect">
              <a:fillToRect r="100000" b="100000"/>
            </a:path>
          </a:gradFill>
          <a:ln>
            <a:noFill/>
          </a:ln>
          <a:effectLst/>
        </p:spPr>
        <p:txBody>
          <a:bodyPr wrap="none" anchor="ctr"/>
          <a:lstStyle/>
          <a:p>
            <a:endParaRPr lang="zh-CN" altLang="en-US" sz="1350"/>
          </a:p>
        </p:txBody>
      </p:sp>
      <p:sp>
        <p:nvSpPr>
          <p:cNvPr id="13848" name="Rectangle 536"/>
          <p:cNvSpPr>
            <a:spLocks noGrp="1" noChangeArrowheads="1"/>
          </p:cNvSpPr>
          <p:nvPr>
            <p:ph type="ctrTitle" sz="quarter"/>
          </p:nvPr>
        </p:nvSpPr>
        <p:spPr bwMode="black">
          <a:xfrm>
            <a:off x="210344" y="2519363"/>
            <a:ext cx="8723313" cy="1123950"/>
          </a:xfrm>
        </p:spPr>
        <p:txBody>
          <a:bodyPr/>
          <a:lstStyle>
            <a:lvl1pPr algn="ctr">
              <a:defRPr sz="3600">
                <a:solidFill>
                  <a:schemeClr val="tx1"/>
                </a:solidFill>
                <a:ea typeface="굴림" pitchFamily="50" charset="-127"/>
              </a:defRPr>
            </a:lvl1pPr>
          </a:lstStyle>
          <a:p>
            <a:pPr lvl="0"/>
            <a:r>
              <a:rPr lang="zh-CN" altLang="en-US" noProof="0"/>
              <a:t>单击此处编辑母版标题样式</a:t>
            </a:r>
            <a:endParaRPr lang="en-US" altLang="ko-KR" noProof="0" dirty="0"/>
          </a:p>
        </p:txBody>
      </p:sp>
      <p:sp>
        <p:nvSpPr>
          <p:cNvPr id="15" name="Rectangle 536"/>
          <p:cNvSpPr txBox="1">
            <a:spLocks noChangeArrowheads="1"/>
          </p:cNvSpPr>
          <p:nvPr/>
        </p:nvSpPr>
        <p:spPr bwMode="black">
          <a:xfrm>
            <a:off x="2247901" y="4405858"/>
            <a:ext cx="5295379" cy="1123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bodyPr>
          <a:lstStyle>
            <a:lvl1pPr algn="r" rtl="0" eaLnBrk="1" fontAlgn="base" hangingPunct="1">
              <a:spcBef>
                <a:spcPct val="0"/>
              </a:spcBef>
              <a:spcAft>
                <a:spcPct val="0"/>
              </a:spcAft>
              <a:defRPr sz="4800" b="1">
                <a:solidFill>
                  <a:schemeClr val="tx1"/>
                </a:solidFill>
                <a:latin typeface="微软雅黑" pitchFamily="34" charset="-122"/>
                <a:ea typeface="굴림" pitchFamily="50" charset="-127"/>
                <a:cs typeface="+mj-cs"/>
              </a:defRPr>
            </a:lvl1pPr>
            <a:lvl2pPr algn="l" rtl="0" eaLnBrk="1" fontAlgn="base" hangingPunct="1">
              <a:spcBef>
                <a:spcPct val="0"/>
              </a:spcBef>
              <a:spcAft>
                <a:spcPct val="0"/>
              </a:spcAft>
              <a:defRPr sz="3200" b="1">
                <a:solidFill>
                  <a:schemeClr val="tx1"/>
                </a:solidFill>
                <a:latin typeface="Verdana" pitchFamily="34" charset="0"/>
              </a:defRPr>
            </a:lvl2pPr>
            <a:lvl3pPr algn="l" rtl="0" eaLnBrk="1" fontAlgn="base" hangingPunct="1">
              <a:spcBef>
                <a:spcPct val="0"/>
              </a:spcBef>
              <a:spcAft>
                <a:spcPct val="0"/>
              </a:spcAft>
              <a:defRPr sz="3200" b="1">
                <a:solidFill>
                  <a:schemeClr val="tx1"/>
                </a:solidFill>
                <a:latin typeface="Verdana" pitchFamily="34" charset="0"/>
              </a:defRPr>
            </a:lvl3pPr>
            <a:lvl4pPr algn="l" rtl="0" eaLnBrk="1" fontAlgn="base" hangingPunct="1">
              <a:spcBef>
                <a:spcPct val="0"/>
              </a:spcBef>
              <a:spcAft>
                <a:spcPct val="0"/>
              </a:spcAft>
              <a:defRPr sz="3200" b="1">
                <a:solidFill>
                  <a:schemeClr val="tx1"/>
                </a:solidFill>
                <a:latin typeface="Verdana" pitchFamily="34" charset="0"/>
              </a:defRPr>
            </a:lvl4pPr>
            <a:lvl5pPr algn="l" rtl="0" eaLnBrk="1" fontAlgn="base" hangingPunct="1">
              <a:spcBef>
                <a:spcPct val="0"/>
              </a:spcBef>
              <a:spcAft>
                <a:spcPct val="0"/>
              </a:spcAft>
              <a:defRPr sz="3200" b="1">
                <a:solidFill>
                  <a:schemeClr val="tx1"/>
                </a:solidFill>
                <a:latin typeface="Verdana" pitchFamily="34" charset="0"/>
              </a:defRPr>
            </a:lvl5pPr>
            <a:lvl6pPr marL="457200" algn="l" rtl="0" eaLnBrk="1" fontAlgn="base" hangingPunct="1">
              <a:spcBef>
                <a:spcPct val="0"/>
              </a:spcBef>
              <a:spcAft>
                <a:spcPct val="0"/>
              </a:spcAft>
              <a:defRPr sz="3200" b="1">
                <a:solidFill>
                  <a:schemeClr val="tx1"/>
                </a:solidFill>
                <a:latin typeface="Verdana" pitchFamily="34" charset="0"/>
              </a:defRPr>
            </a:lvl6pPr>
            <a:lvl7pPr marL="914400" algn="l" rtl="0" eaLnBrk="1" fontAlgn="base" hangingPunct="1">
              <a:spcBef>
                <a:spcPct val="0"/>
              </a:spcBef>
              <a:spcAft>
                <a:spcPct val="0"/>
              </a:spcAft>
              <a:defRPr sz="3200" b="1">
                <a:solidFill>
                  <a:schemeClr val="tx1"/>
                </a:solidFill>
                <a:latin typeface="Verdana" pitchFamily="34" charset="0"/>
              </a:defRPr>
            </a:lvl7pPr>
            <a:lvl8pPr marL="1371600" algn="l" rtl="0" eaLnBrk="1" fontAlgn="base" hangingPunct="1">
              <a:spcBef>
                <a:spcPct val="0"/>
              </a:spcBef>
              <a:spcAft>
                <a:spcPct val="0"/>
              </a:spcAft>
              <a:defRPr sz="3200" b="1">
                <a:solidFill>
                  <a:schemeClr val="tx1"/>
                </a:solidFill>
                <a:latin typeface="Verdana" pitchFamily="34" charset="0"/>
              </a:defRPr>
            </a:lvl8pPr>
            <a:lvl9pPr marL="1828800" algn="l" rtl="0" eaLnBrk="1" fontAlgn="base" hangingPunct="1">
              <a:spcBef>
                <a:spcPct val="0"/>
              </a:spcBef>
              <a:spcAft>
                <a:spcPct val="0"/>
              </a:spcAft>
              <a:defRPr sz="3200" b="1">
                <a:solidFill>
                  <a:schemeClr val="tx1"/>
                </a:solidFill>
                <a:latin typeface="Verdana" pitchFamily="34" charset="0"/>
              </a:defRPr>
            </a:lvl9pPr>
          </a:lstStyle>
          <a:p>
            <a:endParaRPr lang="en-US" altLang="ko-KR" sz="3600" dirty="0"/>
          </a:p>
        </p:txBody>
      </p:sp>
      <p:sp>
        <p:nvSpPr>
          <p:cNvPr id="16" name="Rectangle 536"/>
          <p:cNvSpPr txBox="1">
            <a:spLocks noChangeArrowheads="1"/>
          </p:cNvSpPr>
          <p:nvPr/>
        </p:nvSpPr>
        <p:spPr bwMode="black">
          <a:xfrm>
            <a:off x="2067137" y="4234408"/>
            <a:ext cx="5009728" cy="1123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bodyPr>
          <a:lstStyle>
            <a:lvl1pPr algn="r" rtl="0" eaLnBrk="1" fontAlgn="base" hangingPunct="1">
              <a:spcBef>
                <a:spcPct val="0"/>
              </a:spcBef>
              <a:spcAft>
                <a:spcPct val="0"/>
              </a:spcAft>
              <a:defRPr sz="4800" b="1">
                <a:solidFill>
                  <a:schemeClr val="tx1"/>
                </a:solidFill>
                <a:latin typeface="微软雅黑" pitchFamily="34" charset="-122"/>
                <a:ea typeface="굴림" pitchFamily="50" charset="-127"/>
                <a:cs typeface="+mj-cs"/>
              </a:defRPr>
            </a:lvl1pPr>
            <a:lvl2pPr algn="l" rtl="0" eaLnBrk="1" fontAlgn="base" hangingPunct="1">
              <a:spcBef>
                <a:spcPct val="0"/>
              </a:spcBef>
              <a:spcAft>
                <a:spcPct val="0"/>
              </a:spcAft>
              <a:defRPr sz="3200" b="1">
                <a:solidFill>
                  <a:schemeClr val="tx1"/>
                </a:solidFill>
                <a:latin typeface="Verdana" pitchFamily="34" charset="0"/>
              </a:defRPr>
            </a:lvl2pPr>
            <a:lvl3pPr algn="l" rtl="0" eaLnBrk="1" fontAlgn="base" hangingPunct="1">
              <a:spcBef>
                <a:spcPct val="0"/>
              </a:spcBef>
              <a:spcAft>
                <a:spcPct val="0"/>
              </a:spcAft>
              <a:defRPr sz="3200" b="1">
                <a:solidFill>
                  <a:schemeClr val="tx1"/>
                </a:solidFill>
                <a:latin typeface="Verdana" pitchFamily="34" charset="0"/>
              </a:defRPr>
            </a:lvl3pPr>
            <a:lvl4pPr algn="l" rtl="0" eaLnBrk="1" fontAlgn="base" hangingPunct="1">
              <a:spcBef>
                <a:spcPct val="0"/>
              </a:spcBef>
              <a:spcAft>
                <a:spcPct val="0"/>
              </a:spcAft>
              <a:defRPr sz="3200" b="1">
                <a:solidFill>
                  <a:schemeClr val="tx1"/>
                </a:solidFill>
                <a:latin typeface="Verdana" pitchFamily="34" charset="0"/>
              </a:defRPr>
            </a:lvl4pPr>
            <a:lvl5pPr algn="l" rtl="0" eaLnBrk="1" fontAlgn="base" hangingPunct="1">
              <a:spcBef>
                <a:spcPct val="0"/>
              </a:spcBef>
              <a:spcAft>
                <a:spcPct val="0"/>
              </a:spcAft>
              <a:defRPr sz="3200" b="1">
                <a:solidFill>
                  <a:schemeClr val="tx1"/>
                </a:solidFill>
                <a:latin typeface="Verdana" pitchFamily="34" charset="0"/>
              </a:defRPr>
            </a:lvl5pPr>
            <a:lvl6pPr marL="457200" algn="l" rtl="0" eaLnBrk="1" fontAlgn="base" hangingPunct="1">
              <a:spcBef>
                <a:spcPct val="0"/>
              </a:spcBef>
              <a:spcAft>
                <a:spcPct val="0"/>
              </a:spcAft>
              <a:defRPr sz="3200" b="1">
                <a:solidFill>
                  <a:schemeClr val="tx1"/>
                </a:solidFill>
                <a:latin typeface="Verdana" pitchFamily="34" charset="0"/>
              </a:defRPr>
            </a:lvl6pPr>
            <a:lvl7pPr marL="914400" algn="l" rtl="0" eaLnBrk="1" fontAlgn="base" hangingPunct="1">
              <a:spcBef>
                <a:spcPct val="0"/>
              </a:spcBef>
              <a:spcAft>
                <a:spcPct val="0"/>
              </a:spcAft>
              <a:defRPr sz="3200" b="1">
                <a:solidFill>
                  <a:schemeClr val="tx1"/>
                </a:solidFill>
                <a:latin typeface="Verdana" pitchFamily="34" charset="0"/>
              </a:defRPr>
            </a:lvl7pPr>
            <a:lvl8pPr marL="1371600" algn="l" rtl="0" eaLnBrk="1" fontAlgn="base" hangingPunct="1">
              <a:spcBef>
                <a:spcPct val="0"/>
              </a:spcBef>
              <a:spcAft>
                <a:spcPct val="0"/>
              </a:spcAft>
              <a:defRPr sz="3200" b="1">
                <a:solidFill>
                  <a:schemeClr val="tx1"/>
                </a:solidFill>
                <a:latin typeface="Verdana" pitchFamily="34" charset="0"/>
              </a:defRPr>
            </a:lvl8pPr>
            <a:lvl9pPr marL="1828800" algn="l" rtl="0" eaLnBrk="1" fontAlgn="base" hangingPunct="1">
              <a:spcBef>
                <a:spcPct val="0"/>
              </a:spcBef>
              <a:spcAft>
                <a:spcPct val="0"/>
              </a:spcAft>
              <a:defRPr sz="3200" b="1">
                <a:solidFill>
                  <a:schemeClr val="tx1"/>
                </a:solidFill>
                <a:latin typeface="Verdana" pitchFamily="34" charset="0"/>
              </a:defRPr>
            </a:lvl9pPr>
          </a:lstStyle>
          <a:p>
            <a:pPr algn="ctr"/>
            <a:endParaRPr lang="en-US" altLang="ko-KR" sz="3600" dirty="0"/>
          </a:p>
        </p:txBody>
      </p:sp>
    </p:spTree>
    <p:extLst>
      <p:ext uri="{BB962C8B-B14F-4D97-AF65-F5344CB8AC3E}">
        <p14:creationId xmlns:p14="http://schemas.microsoft.com/office/powerpoint/2010/main" val="3213586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标题和内容">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176837" y="948267"/>
            <a:ext cx="8780896" cy="5698066"/>
          </a:xfrm>
        </p:spPr>
        <p:txBody>
          <a:bodyPr/>
          <a:lstStyle>
            <a:lvl1pPr>
              <a:lnSpc>
                <a:spcPts val="2800"/>
              </a:lnSpc>
              <a:defRPr/>
            </a:lvl1pPr>
            <a:lvl2pPr>
              <a:lnSpc>
                <a:spcPts val="2800"/>
              </a:lnSpc>
              <a:defRPr sz="1800" b="1"/>
            </a:lvl2pPr>
            <a:lvl3pPr>
              <a:lnSpc>
                <a:spcPts val="2800"/>
              </a:lnSpc>
              <a:defRPr/>
            </a:lvl3pPr>
            <a:lvl4pPr>
              <a:lnSpc>
                <a:spcPts val="2800"/>
              </a:lnSpc>
              <a:defRPr/>
            </a:lvl4pPr>
            <a:lvl5pPr>
              <a:lnSpc>
                <a:spcPts val="2800"/>
              </a:lnSpc>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6" name="标题 5"/>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247438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2"/>
            <a:ext cx="7772400" cy="1362075"/>
          </a:xfrm>
        </p:spPr>
        <p:txBody>
          <a:bodyPr anchor="t"/>
          <a:lstStyle>
            <a:lvl1pPr algn="l">
              <a:defRPr sz="3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编辑母版文本样式</a:t>
            </a:r>
          </a:p>
        </p:txBody>
      </p:sp>
    </p:spTree>
    <p:extLst>
      <p:ext uri="{BB962C8B-B14F-4D97-AF65-F5344CB8AC3E}">
        <p14:creationId xmlns:p14="http://schemas.microsoft.com/office/powerpoint/2010/main" val="24575440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81000" y="1143000"/>
            <a:ext cx="4152900" cy="49530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86300" y="1143000"/>
            <a:ext cx="4152900" cy="49530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3182808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83568" y="114498"/>
            <a:ext cx="8229600" cy="63832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内容占位符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内容占位符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775809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83569" y="115329"/>
            <a:ext cx="7444736" cy="609600"/>
          </a:xfrm>
        </p:spPr>
        <p:txBody>
          <a:bodyPr/>
          <a:lstStyle/>
          <a:p>
            <a:r>
              <a:rPr lang="zh-CN" altLang="en-US"/>
              <a:t>单击此处编辑母版标题样式</a:t>
            </a:r>
          </a:p>
        </p:txBody>
      </p:sp>
    </p:spTree>
    <p:extLst>
      <p:ext uri="{BB962C8B-B14F-4D97-AF65-F5344CB8AC3E}">
        <p14:creationId xmlns:p14="http://schemas.microsoft.com/office/powerpoint/2010/main" val="26400786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9659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73050"/>
            <a:ext cx="3008313" cy="1162050"/>
          </a:xfrm>
        </p:spPr>
        <p:txBody>
          <a:bodyPr anchor="b"/>
          <a:lstStyle>
            <a:lvl1pPr algn="l">
              <a:defRPr sz="1500" b="1"/>
            </a:lvl1pPr>
          </a:lstStyle>
          <a:p>
            <a:r>
              <a:rPr lang="zh-CN" altLang="en-US"/>
              <a:t>单击此处编辑母版标题样式</a:t>
            </a:r>
          </a:p>
        </p:txBody>
      </p:sp>
      <p:sp>
        <p:nvSpPr>
          <p:cNvPr id="3" name="内容占位符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编辑母版文本样式</a:t>
            </a:r>
          </a:p>
        </p:txBody>
      </p:sp>
    </p:spTree>
    <p:extLst>
      <p:ext uri="{BB962C8B-B14F-4D97-AF65-F5344CB8AC3E}">
        <p14:creationId xmlns:p14="http://schemas.microsoft.com/office/powerpoint/2010/main" val="4013927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15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编辑母版文本样式</a:t>
            </a:r>
          </a:p>
        </p:txBody>
      </p:sp>
      <p:sp>
        <p:nvSpPr>
          <p:cNvPr id="6" name="灯片编号占位符 5"/>
          <p:cNvSpPr>
            <a:spLocks noGrp="1"/>
          </p:cNvSpPr>
          <p:nvPr>
            <p:ph type="sldNum" sz="quarter" idx="11"/>
          </p:nvPr>
        </p:nvSpPr>
        <p:spPr/>
        <p:txBody>
          <a:bodyPr/>
          <a:lstStyle>
            <a:lvl1pPr>
              <a:defRPr/>
            </a:lvl1pPr>
          </a:lstStyle>
          <a:p>
            <a:fld id="{CF00B2EB-ABB7-41F5-A8C2-C05D23AA509A}" type="slidenum">
              <a:rPr lang="zh-CN" altLang="en-US" smtClean="0"/>
              <a:pPr/>
              <a:t>‹#›</a:t>
            </a:fld>
            <a:endParaRPr lang="zh-CN" altLang="en-US"/>
          </a:p>
        </p:txBody>
      </p:sp>
    </p:spTree>
    <p:extLst>
      <p:ext uri="{BB962C8B-B14F-4D97-AF65-F5344CB8AC3E}">
        <p14:creationId xmlns:p14="http://schemas.microsoft.com/office/powerpoint/2010/main" val="26180967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5960438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5600" y="152400"/>
            <a:ext cx="2133600" cy="59436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4800" y="152400"/>
            <a:ext cx="6248400" cy="5943600"/>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5993208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675675" y="127686"/>
            <a:ext cx="7772400" cy="609600"/>
          </a:xfrm>
        </p:spPr>
        <p:txBody>
          <a:bodyPr/>
          <a:lstStyle/>
          <a:p>
            <a:r>
              <a:rPr lang="zh-CN" altLang="en-US"/>
              <a:t>单击此处编辑母版标题样式</a:t>
            </a:r>
          </a:p>
        </p:txBody>
      </p:sp>
      <p:sp>
        <p:nvSpPr>
          <p:cNvPr id="3" name="图表占位符 2"/>
          <p:cNvSpPr>
            <a:spLocks noGrp="1"/>
          </p:cNvSpPr>
          <p:nvPr>
            <p:ph type="chart" idx="1"/>
          </p:nvPr>
        </p:nvSpPr>
        <p:spPr>
          <a:xfrm>
            <a:off x="381000" y="1143000"/>
            <a:ext cx="8458200" cy="4953000"/>
          </a:xfrm>
        </p:spPr>
        <p:txBody>
          <a:bodyPr/>
          <a:lstStyle/>
          <a:p>
            <a:r>
              <a:rPr lang="zh-CN" altLang="en-US"/>
              <a:t>单击图标添加图表</a:t>
            </a:r>
          </a:p>
        </p:txBody>
      </p:sp>
    </p:spTree>
    <p:extLst>
      <p:ext uri="{BB962C8B-B14F-4D97-AF65-F5344CB8AC3E}">
        <p14:creationId xmlns:p14="http://schemas.microsoft.com/office/powerpoint/2010/main" val="17357222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75675" y="127686"/>
            <a:ext cx="7772400" cy="609600"/>
          </a:xfrm>
        </p:spPr>
        <p:txBody>
          <a:bodyPr/>
          <a:lstStyle/>
          <a:p>
            <a:r>
              <a:rPr lang="zh-CN" altLang="en-US"/>
              <a:t>单击此处编辑母版标题样式</a:t>
            </a:r>
          </a:p>
        </p:txBody>
      </p:sp>
      <p:sp>
        <p:nvSpPr>
          <p:cNvPr id="3" name="表格占位符 2"/>
          <p:cNvSpPr>
            <a:spLocks noGrp="1"/>
          </p:cNvSpPr>
          <p:nvPr>
            <p:ph type="tbl" idx="1"/>
          </p:nvPr>
        </p:nvSpPr>
        <p:spPr>
          <a:xfrm>
            <a:off x="381000" y="1143000"/>
            <a:ext cx="8458200" cy="4953000"/>
          </a:xfrm>
        </p:spPr>
        <p:txBody>
          <a:bodyPr/>
          <a:lstStyle/>
          <a:p>
            <a:r>
              <a:rPr lang="zh-CN" altLang="en-US"/>
              <a:t>单击图标添加表格</a:t>
            </a:r>
          </a:p>
        </p:txBody>
      </p:sp>
    </p:spTree>
    <p:extLst>
      <p:ext uri="{BB962C8B-B14F-4D97-AF65-F5344CB8AC3E}">
        <p14:creationId xmlns:p14="http://schemas.microsoft.com/office/powerpoint/2010/main" val="1955949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_标题幻灯片">
    <p:spTree>
      <p:nvGrpSpPr>
        <p:cNvPr id="1" name=""/>
        <p:cNvGrpSpPr/>
        <p:nvPr/>
      </p:nvGrpSpPr>
      <p:grpSpPr>
        <a:xfrm>
          <a:off x="0" y="0"/>
          <a:ext cx="0" cy="0"/>
          <a:chOff x="0" y="0"/>
          <a:chExt cx="0" cy="0"/>
        </a:xfrm>
      </p:grpSpPr>
      <p:sp>
        <p:nvSpPr>
          <p:cNvPr id="13848" name="Rectangle 536"/>
          <p:cNvSpPr>
            <a:spLocks noGrp="1" noChangeArrowheads="1"/>
          </p:cNvSpPr>
          <p:nvPr>
            <p:ph type="ctrTitle" sz="quarter"/>
          </p:nvPr>
        </p:nvSpPr>
        <p:spPr bwMode="black">
          <a:xfrm>
            <a:off x="210344" y="2519363"/>
            <a:ext cx="8723313" cy="1123950"/>
          </a:xfrm>
        </p:spPr>
        <p:txBody>
          <a:bodyPr/>
          <a:lstStyle>
            <a:lvl1pPr algn="ctr">
              <a:defRPr sz="3600">
                <a:solidFill>
                  <a:schemeClr val="tx1"/>
                </a:solidFill>
                <a:ea typeface="굴림" pitchFamily="50" charset="-127"/>
              </a:defRPr>
            </a:lvl1pPr>
          </a:lstStyle>
          <a:p>
            <a:pPr lvl="0"/>
            <a:r>
              <a:rPr lang="zh-CN" altLang="en-US" noProof="0"/>
              <a:t>单击此处编辑母版标题样式</a:t>
            </a:r>
            <a:endParaRPr lang="en-US" altLang="ko-KR" noProof="0" dirty="0"/>
          </a:p>
        </p:txBody>
      </p:sp>
    </p:spTree>
    <p:extLst>
      <p:ext uri="{BB962C8B-B14F-4D97-AF65-F5344CB8AC3E}">
        <p14:creationId xmlns:p14="http://schemas.microsoft.com/office/powerpoint/2010/main" val="2104231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12534" name="Rectangle 246"/>
          <p:cNvSpPr>
            <a:spLocks noChangeArrowheads="1"/>
          </p:cNvSpPr>
          <p:nvPr/>
        </p:nvSpPr>
        <p:spPr bwMode="gray">
          <a:xfrm>
            <a:off x="0" y="0"/>
            <a:ext cx="9144000" cy="838200"/>
          </a:xfrm>
          <a:prstGeom prst="rect">
            <a:avLst/>
          </a:prstGeom>
          <a:gradFill rotWithShape="0">
            <a:gsLst>
              <a:gs pos="0">
                <a:schemeClr val="hlink"/>
              </a:gs>
              <a:gs pos="100000">
                <a:schemeClr val="hlink">
                  <a:gamma/>
                  <a:tint val="21176"/>
                  <a:invGamma/>
                </a:scheme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12310" name="Rectangle 22"/>
          <p:cNvSpPr>
            <a:spLocks noGrp="1" noChangeArrowheads="1"/>
          </p:cNvSpPr>
          <p:nvPr>
            <p:ph type="body" idx="1"/>
          </p:nvPr>
        </p:nvSpPr>
        <p:spPr bwMode="auto">
          <a:xfrm>
            <a:off x="381000" y="1143000"/>
            <a:ext cx="84582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ko-KR" dirty="0"/>
              <a:t> Click to edit Master text styles</a:t>
            </a:r>
          </a:p>
          <a:p>
            <a:pPr lvl="1"/>
            <a:r>
              <a:rPr lang="en-US" altLang="ko-KR" dirty="0"/>
              <a:t>Second level</a:t>
            </a:r>
          </a:p>
          <a:p>
            <a:pPr lvl="2"/>
            <a:r>
              <a:rPr lang="en-US" altLang="ko-KR" dirty="0"/>
              <a:t>Third level</a:t>
            </a:r>
          </a:p>
          <a:p>
            <a:pPr lvl="3"/>
            <a:r>
              <a:rPr lang="en-US" altLang="ko-KR" dirty="0"/>
              <a:t>Fourth level</a:t>
            </a:r>
          </a:p>
          <a:p>
            <a:pPr lvl="4"/>
            <a:r>
              <a:rPr lang="en-US" altLang="ko-KR" dirty="0"/>
              <a:t>Fifth level</a:t>
            </a:r>
          </a:p>
        </p:txBody>
      </p:sp>
      <p:sp>
        <p:nvSpPr>
          <p:cNvPr id="12313" name="Rectangle 25"/>
          <p:cNvSpPr>
            <a:spLocks noGrp="1" noChangeArrowheads="1"/>
          </p:cNvSpPr>
          <p:nvPr>
            <p:ph type="sldNum" sz="quarter" idx="4"/>
          </p:nvPr>
        </p:nvSpPr>
        <p:spPr bwMode="ltGray">
          <a:xfrm>
            <a:off x="4572000" y="6477000"/>
            <a:ext cx="533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900" b="1">
                <a:solidFill>
                  <a:schemeClr val="hlink"/>
                </a:solidFill>
                <a:latin typeface="+mn-lt"/>
                <a:ea typeface="굴림" pitchFamily="50" charset="-127"/>
              </a:defRPr>
            </a:lvl1pPr>
          </a:lstStyle>
          <a:p>
            <a:fld id="{CF00B2EB-ABB7-41F5-A8C2-C05D23AA509A}" type="slidenum">
              <a:rPr lang="zh-CN" altLang="en-US" smtClean="0"/>
              <a:pPr/>
              <a:t>‹#›</a:t>
            </a:fld>
            <a:endParaRPr lang="zh-CN" altLang="en-US"/>
          </a:p>
        </p:txBody>
      </p:sp>
      <p:sp>
        <p:nvSpPr>
          <p:cNvPr id="12309" name="Rectangle 21"/>
          <p:cNvSpPr>
            <a:spLocks noGrp="1" noChangeArrowheads="1"/>
          </p:cNvSpPr>
          <p:nvPr>
            <p:ph type="title"/>
          </p:nvPr>
        </p:nvSpPr>
        <p:spPr bwMode="gray">
          <a:xfrm>
            <a:off x="683569" y="127686"/>
            <a:ext cx="7444736"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ko-KR"/>
          </a:p>
        </p:txBody>
      </p:sp>
      <p:pic>
        <p:nvPicPr>
          <p:cNvPr id="12548" name="Picture 260" descr="http://astroleaks.lamost.org/wp-content/uploads/2012/03/Logo_Python.png"/>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0" y="116632"/>
            <a:ext cx="632464" cy="6324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62315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rtl="0" eaLnBrk="1" fontAlgn="base" hangingPunct="1">
        <a:spcBef>
          <a:spcPct val="0"/>
        </a:spcBef>
        <a:spcAft>
          <a:spcPct val="0"/>
        </a:spcAft>
        <a:defRPr sz="2400" b="1">
          <a:solidFill>
            <a:schemeClr val="tx1"/>
          </a:solidFill>
          <a:latin typeface="微软雅黑" pitchFamily="34" charset="-122"/>
          <a:ea typeface="微软雅黑" pitchFamily="34" charset="-122"/>
          <a:cs typeface="+mj-cs"/>
        </a:defRPr>
      </a:lvl1pPr>
      <a:lvl2pPr algn="l" rtl="0" eaLnBrk="1" fontAlgn="base" hangingPunct="1">
        <a:spcBef>
          <a:spcPct val="0"/>
        </a:spcBef>
        <a:spcAft>
          <a:spcPct val="0"/>
        </a:spcAft>
        <a:defRPr sz="2400" b="1">
          <a:solidFill>
            <a:schemeClr val="tx1"/>
          </a:solidFill>
          <a:latin typeface="Verdana" pitchFamily="34" charset="0"/>
        </a:defRPr>
      </a:lvl2pPr>
      <a:lvl3pPr algn="l" rtl="0" eaLnBrk="1" fontAlgn="base" hangingPunct="1">
        <a:spcBef>
          <a:spcPct val="0"/>
        </a:spcBef>
        <a:spcAft>
          <a:spcPct val="0"/>
        </a:spcAft>
        <a:defRPr sz="2400" b="1">
          <a:solidFill>
            <a:schemeClr val="tx1"/>
          </a:solidFill>
          <a:latin typeface="Verdana" pitchFamily="34" charset="0"/>
        </a:defRPr>
      </a:lvl3pPr>
      <a:lvl4pPr algn="l" rtl="0" eaLnBrk="1" fontAlgn="base" hangingPunct="1">
        <a:spcBef>
          <a:spcPct val="0"/>
        </a:spcBef>
        <a:spcAft>
          <a:spcPct val="0"/>
        </a:spcAft>
        <a:defRPr sz="2400" b="1">
          <a:solidFill>
            <a:schemeClr val="tx1"/>
          </a:solidFill>
          <a:latin typeface="Verdana" pitchFamily="34" charset="0"/>
        </a:defRPr>
      </a:lvl4pPr>
      <a:lvl5pPr algn="l" rtl="0" eaLnBrk="1" fontAlgn="base" hangingPunct="1">
        <a:spcBef>
          <a:spcPct val="0"/>
        </a:spcBef>
        <a:spcAft>
          <a:spcPct val="0"/>
        </a:spcAft>
        <a:defRPr sz="2400" b="1">
          <a:solidFill>
            <a:schemeClr val="tx1"/>
          </a:solidFill>
          <a:latin typeface="Verdana" pitchFamily="34" charset="0"/>
        </a:defRPr>
      </a:lvl5pPr>
      <a:lvl6pPr marL="342900" algn="l" rtl="0" eaLnBrk="1" fontAlgn="base" hangingPunct="1">
        <a:spcBef>
          <a:spcPct val="0"/>
        </a:spcBef>
        <a:spcAft>
          <a:spcPct val="0"/>
        </a:spcAft>
        <a:defRPr sz="2400" b="1">
          <a:solidFill>
            <a:schemeClr val="tx1"/>
          </a:solidFill>
          <a:latin typeface="Verdana" pitchFamily="34" charset="0"/>
        </a:defRPr>
      </a:lvl6pPr>
      <a:lvl7pPr marL="685800" algn="l" rtl="0" eaLnBrk="1" fontAlgn="base" hangingPunct="1">
        <a:spcBef>
          <a:spcPct val="0"/>
        </a:spcBef>
        <a:spcAft>
          <a:spcPct val="0"/>
        </a:spcAft>
        <a:defRPr sz="2400" b="1">
          <a:solidFill>
            <a:schemeClr val="tx1"/>
          </a:solidFill>
          <a:latin typeface="Verdana" pitchFamily="34" charset="0"/>
        </a:defRPr>
      </a:lvl7pPr>
      <a:lvl8pPr marL="1028700" algn="l" rtl="0" eaLnBrk="1" fontAlgn="base" hangingPunct="1">
        <a:spcBef>
          <a:spcPct val="0"/>
        </a:spcBef>
        <a:spcAft>
          <a:spcPct val="0"/>
        </a:spcAft>
        <a:defRPr sz="2400" b="1">
          <a:solidFill>
            <a:schemeClr val="tx1"/>
          </a:solidFill>
          <a:latin typeface="Verdana" pitchFamily="34" charset="0"/>
        </a:defRPr>
      </a:lvl8pPr>
      <a:lvl9pPr marL="1371600" algn="l" rtl="0" eaLnBrk="1" fontAlgn="base" hangingPunct="1">
        <a:spcBef>
          <a:spcPct val="0"/>
        </a:spcBef>
        <a:spcAft>
          <a:spcPct val="0"/>
        </a:spcAft>
        <a:defRPr sz="2400" b="1">
          <a:solidFill>
            <a:schemeClr val="tx1"/>
          </a:solidFill>
          <a:latin typeface="Verdana" pitchFamily="34" charset="0"/>
        </a:defRPr>
      </a:lvl9pPr>
    </p:titleStyle>
    <p:bodyStyle>
      <a:lvl1pPr marL="257175" indent="-257175" algn="l" rtl="0" eaLnBrk="1" fontAlgn="base" hangingPunct="1">
        <a:lnSpc>
          <a:spcPts val="2800"/>
        </a:lnSpc>
        <a:spcBef>
          <a:spcPct val="20000"/>
        </a:spcBef>
        <a:spcAft>
          <a:spcPct val="0"/>
        </a:spcAft>
        <a:buClr>
          <a:schemeClr val="hlink"/>
        </a:buClr>
        <a:buFont typeface="Wingdings" pitchFamily="2" charset="2"/>
        <a:buChar char="v"/>
        <a:defRPr sz="2000" b="1">
          <a:solidFill>
            <a:schemeClr val="tx1"/>
          </a:solidFill>
          <a:latin typeface="微软雅黑" pitchFamily="34" charset="-122"/>
          <a:ea typeface="微软雅黑" pitchFamily="34" charset="-122"/>
          <a:cs typeface="+mn-cs"/>
        </a:defRPr>
      </a:lvl1pPr>
      <a:lvl2pPr marL="557213" indent="-214313" algn="l" rtl="0" eaLnBrk="1" fontAlgn="base" hangingPunct="1">
        <a:lnSpc>
          <a:spcPts val="2800"/>
        </a:lnSpc>
        <a:spcBef>
          <a:spcPct val="20000"/>
        </a:spcBef>
        <a:spcAft>
          <a:spcPct val="0"/>
        </a:spcAft>
        <a:buClr>
          <a:schemeClr val="accent1"/>
        </a:buClr>
        <a:buSzPct val="60000"/>
        <a:buFont typeface="Wingdings" pitchFamily="2" charset="2"/>
        <a:buChar char="n"/>
        <a:defRPr sz="2000">
          <a:solidFill>
            <a:schemeClr val="tx1"/>
          </a:solidFill>
          <a:latin typeface="微软雅黑" pitchFamily="34" charset="-122"/>
          <a:ea typeface="微软雅黑" pitchFamily="34" charset="-122"/>
        </a:defRPr>
      </a:lvl2pPr>
      <a:lvl3pPr marL="857250" indent="-171450" algn="l" rtl="0" eaLnBrk="1" fontAlgn="base" hangingPunct="1">
        <a:lnSpc>
          <a:spcPts val="2800"/>
        </a:lnSpc>
        <a:spcBef>
          <a:spcPct val="20000"/>
        </a:spcBef>
        <a:spcAft>
          <a:spcPct val="0"/>
        </a:spcAft>
        <a:buClr>
          <a:schemeClr val="accent2"/>
        </a:buClr>
        <a:buSzPct val="60000"/>
        <a:buFont typeface="Wingdings" pitchFamily="2" charset="2"/>
        <a:buChar char="n"/>
        <a:defRPr sz="2000">
          <a:solidFill>
            <a:schemeClr val="tx1"/>
          </a:solidFill>
          <a:latin typeface="微软雅黑" pitchFamily="34" charset="-122"/>
          <a:ea typeface="微软雅黑" pitchFamily="34" charset="-122"/>
        </a:defRPr>
      </a:lvl3pPr>
      <a:lvl4pPr marL="1200150" indent="-171450" algn="l" rtl="0" eaLnBrk="1" fontAlgn="base" hangingPunct="1">
        <a:lnSpc>
          <a:spcPts val="2800"/>
        </a:lnSpc>
        <a:spcBef>
          <a:spcPct val="20000"/>
        </a:spcBef>
        <a:spcAft>
          <a:spcPct val="0"/>
        </a:spcAft>
        <a:buClr>
          <a:schemeClr val="hlink"/>
        </a:buClr>
        <a:buSzPct val="60000"/>
        <a:buFont typeface="Wingdings" pitchFamily="2" charset="2"/>
        <a:buChar char="n"/>
        <a:defRPr sz="1600">
          <a:solidFill>
            <a:schemeClr val="tx1"/>
          </a:solidFill>
          <a:latin typeface="微软雅黑" pitchFamily="34" charset="-122"/>
          <a:ea typeface="微软雅黑" pitchFamily="34" charset="-122"/>
        </a:defRPr>
      </a:lvl4pPr>
      <a:lvl5pPr marL="1543050" indent="-171450" algn="l" rtl="0" eaLnBrk="1" fontAlgn="base" hangingPunct="1">
        <a:lnSpc>
          <a:spcPts val="2800"/>
        </a:lnSpc>
        <a:spcBef>
          <a:spcPct val="20000"/>
        </a:spcBef>
        <a:spcAft>
          <a:spcPct val="0"/>
        </a:spcAft>
        <a:buClr>
          <a:schemeClr val="hlink"/>
        </a:buClr>
        <a:buSzPct val="60000"/>
        <a:buFont typeface="Wingdings" pitchFamily="2" charset="2"/>
        <a:buChar char="n"/>
        <a:defRPr sz="1600">
          <a:solidFill>
            <a:schemeClr val="tx1"/>
          </a:solidFill>
          <a:latin typeface="微软雅黑" pitchFamily="34" charset="-122"/>
          <a:ea typeface="微软雅黑" pitchFamily="34" charset="-122"/>
        </a:defRPr>
      </a:lvl5pPr>
      <a:lvl6pPr marL="1885950" indent="-171450" algn="l" rtl="0" eaLnBrk="1" fontAlgn="base" hangingPunct="1">
        <a:spcBef>
          <a:spcPct val="20000"/>
        </a:spcBef>
        <a:spcAft>
          <a:spcPct val="0"/>
        </a:spcAft>
        <a:buClr>
          <a:schemeClr val="hlink"/>
        </a:buClr>
        <a:buSzPct val="60000"/>
        <a:buFont typeface="Wingdings" pitchFamily="2" charset="2"/>
        <a:buChar char="n"/>
        <a:defRPr sz="1500">
          <a:solidFill>
            <a:schemeClr val="tx1"/>
          </a:solidFill>
          <a:latin typeface="+mn-lt"/>
        </a:defRPr>
      </a:lvl6pPr>
      <a:lvl7pPr marL="2228850" indent="-171450" algn="l" rtl="0" eaLnBrk="1" fontAlgn="base" hangingPunct="1">
        <a:spcBef>
          <a:spcPct val="20000"/>
        </a:spcBef>
        <a:spcAft>
          <a:spcPct val="0"/>
        </a:spcAft>
        <a:buClr>
          <a:schemeClr val="hlink"/>
        </a:buClr>
        <a:buSzPct val="60000"/>
        <a:buFont typeface="Wingdings" pitchFamily="2" charset="2"/>
        <a:buChar char="n"/>
        <a:defRPr sz="1500">
          <a:solidFill>
            <a:schemeClr val="tx1"/>
          </a:solidFill>
          <a:latin typeface="+mn-lt"/>
        </a:defRPr>
      </a:lvl7pPr>
      <a:lvl8pPr marL="2571750" indent="-171450" algn="l" rtl="0" eaLnBrk="1" fontAlgn="base" hangingPunct="1">
        <a:spcBef>
          <a:spcPct val="20000"/>
        </a:spcBef>
        <a:spcAft>
          <a:spcPct val="0"/>
        </a:spcAft>
        <a:buClr>
          <a:schemeClr val="hlink"/>
        </a:buClr>
        <a:buSzPct val="60000"/>
        <a:buFont typeface="Wingdings" pitchFamily="2" charset="2"/>
        <a:buChar char="n"/>
        <a:defRPr sz="1500">
          <a:solidFill>
            <a:schemeClr val="tx1"/>
          </a:solidFill>
          <a:latin typeface="+mn-lt"/>
        </a:defRPr>
      </a:lvl8pPr>
      <a:lvl9pPr marL="2914650" indent="-171450" algn="l" rtl="0" eaLnBrk="1" fontAlgn="base" hangingPunct="1">
        <a:spcBef>
          <a:spcPct val="20000"/>
        </a:spcBef>
        <a:spcAft>
          <a:spcPct val="0"/>
        </a:spcAft>
        <a:buClr>
          <a:schemeClr val="hlink"/>
        </a:buClr>
        <a:buSzPct val="60000"/>
        <a:buFont typeface="Wingdings" pitchFamily="2" charset="2"/>
        <a:buChar char="n"/>
        <a:defRPr sz="1500">
          <a:solidFill>
            <a:schemeClr val="tx1"/>
          </a:solidFill>
          <a:latin typeface="+mn-lt"/>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sz="quarter"/>
          </p:nvPr>
        </p:nvSpPr>
        <p:spPr/>
        <p:txBody>
          <a:bodyPr/>
          <a:lstStyle/>
          <a:p>
            <a:r>
              <a:rPr lang="zh-CN" altLang="en-US"/>
              <a:t>函数的参数传递</a:t>
            </a:r>
          </a:p>
        </p:txBody>
      </p:sp>
    </p:spTree>
    <p:extLst>
      <p:ext uri="{BB962C8B-B14F-4D97-AF65-F5344CB8AC3E}">
        <p14:creationId xmlns:p14="http://schemas.microsoft.com/office/powerpoint/2010/main" val="212992865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76836" y="948267"/>
            <a:ext cx="8931667" cy="608525"/>
          </a:xfrm>
        </p:spPr>
        <p:txBody>
          <a:bodyPr/>
          <a:lstStyle/>
          <a:p>
            <a:pPr marL="0" indent="0">
              <a:lnSpc>
                <a:spcPct val="150000"/>
              </a:lnSpc>
              <a:spcAft>
                <a:spcPts val="600"/>
              </a:spcAft>
              <a:buFont typeface="Wingdings" panose="05000000000000000000" pitchFamily="2" charset="2"/>
              <a:buChar char="l"/>
            </a:pPr>
            <a:r>
              <a:rPr lang="en-US" altLang="zh-CN" sz="1800"/>
              <a:t>Python</a:t>
            </a:r>
            <a:r>
              <a:rPr lang="zh-CN" altLang="en-US" sz="1800" dirty="0"/>
              <a:t>中的变量是一个对象的引用，变量与变量之间的赋值是对</a:t>
            </a:r>
            <a:r>
              <a:rPr lang="zh-CN" altLang="en-US" sz="1800" dirty="0">
                <a:solidFill>
                  <a:srgbClr val="C00000"/>
                </a:solidFill>
              </a:rPr>
              <a:t>同一个对象</a:t>
            </a:r>
            <a:r>
              <a:rPr lang="zh-CN" altLang="en-US" sz="1800"/>
              <a:t>的引用</a:t>
            </a:r>
            <a:endParaRPr lang="en-US" altLang="zh-CN" sz="1800"/>
          </a:p>
        </p:txBody>
      </p:sp>
      <p:sp>
        <p:nvSpPr>
          <p:cNvPr id="3" name="标题 2"/>
          <p:cNvSpPr>
            <a:spLocks noGrp="1"/>
          </p:cNvSpPr>
          <p:nvPr>
            <p:ph type="title"/>
          </p:nvPr>
        </p:nvSpPr>
        <p:spPr/>
        <p:txBody>
          <a:bodyPr/>
          <a:lstStyle/>
          <a:p>
            <a:r>
              <a:rPr lang="en-US" altLang="zh-CN" dirty="0">
                <a:solidFill>
                  <a:srgbClr val="245794"/>
                </a:solidFill>
              </a:rPr>
              <a:t>8.2  </a:t>
            </a:r>
            <a:r>
              <a:rPr lang="zh-CN" altLang="en-US" dirty="0">
                <a:solidFill>
                  <a:srgbClr val="245794"/>
                </a:solidFill>
              </a:rPr>
              <a:t>函数的参数传递</a:t>
            </a:r>
            <a:endParaRPr lang="zh-CN" altLang="en-US" dirty="0"/>
          </a:p>
        </p:txBody>
      </p:sp>
      <p:sp>
        <p:nvSpPr>
          <p:cNvPr id="4" name="矩形 3"/>
          <p:cNvSpPr/>
          <p:nvPr/>
        </p:nvSpPr>
        <p:spPr>
          <a:xfrm>
            <a:off x="397456" y="1764220"/>
            <a:ext cx="3168352" cy="1200329"/>
          </a:xfrm>
          <a:prstGeom prst="rect">
            <a:avLst/>
          </a:prstGeom>
          <a:ln>
            <a:solidFill>
              <a:schemeClr val="tx2">
                <a:lumMod val="40000"/>
                <a:lumOff val="60000"/>
              </a:schemeClr>
            </a:solidFill>
          </a:ln>
        </p:spPr>
        <p:txBody>
          <a:bodyPr wrap="square">
            <a:spAutoFit/>
          </a:bodyPr>
          <a:lstStyle/>
          <a:p>
            <a:r>
              <a:rPr lang="en-US" altLang="zh-CN" dirty="0"/>
              <a:t>&gt;&gt;&gt; x=1</a:t>
            </a:r>
          </a:p>
          <a:p>
            <a:r>
              <a:rPr lang="en-US" altLang="zh-CN" dirty="0"/>
              <a:t>&gt;&gt;&gt; y=x</a:t>
            </a:r>
          </a:p>
          <a:p>
            <a:r>
              <a:rPr lang="en-US" altLang="zh-CN" dirty="0"/>
              <a:t>&gt;&gt;&gt; id(x),id(y)</a:t>
            </a:r>
          </a:p>
          <a:p>
            <a:r>
              <a:rPr lang="en-US" altLang="zh-CN" dirty="0">
                <a:solidFill>
                  <a:schemeClr val="accent2">
                    <a:lumMod val="75000"/>
                  </a:schemeClr>
                </a:solidFill>
              </a:rPr>
              <a:t>(30000, 30000)</a:t>
            </a:r>
            <a:endParaRPr lang="zh-CN" altLang="en-US" dirty="0">
              <a:solidFill>
                <a:schemeClr val="accent2">
                  <a:lumMod val="75000"/>
                </a:schemeClr>
              </a:solidFill>
            </a:endParaRPr>
          </a:p>
        </p:txBody>
      </p:sp>
      <p:sp>
        <p:nvSpPr>
          <p:cNvPr id="5" name="矩形 4"/>
          <p:cNvSpPr/>
          <p:nvPr/>
        </p:nvSpPr>
        <p:spPr>
          <a:xfrm>
            <a:off x="107505" y="3066181"/>
            <a:ext cx="5472608" cy="458908"/>
          </a:xfrm>
          <a:prstGeom prst="rect">
            <a:avLst/>
          </a:prstGeom>
        </p:spPr>
        <p:txBody>
          <a:bodyPr wrap="square">
            <a:spAutoFit/>
          </a:bodyPr>
          <a:lstStyle/>
          <a:p>
            <a:pPr fontAlgn="base">
              <a:lnSpc>
                <a:spcPct val="150000"/>
              </a:lnSpc>
              <a:spcBef>
                <a:spcPct val="20000"/>
              </a:spcBef>
              <a:spcAft>
                <a:spcPts val="600"/>
              </a:spcAft>
              <a:buClr>
                <a:schemeClr val="hlink"/>
              </a:buClr>
              <a:buFont typeface="Wingdings" panose="05000000000000000000" pitchFamily="2" charset="2"/>
              <a:buChar char="l"/>
            </a:pPr>
            <a:r>
              <a:rPr lang="zh-CN" altLang="en-US" b="1" dirty="0">
                <a:latin typeface="微软雅黑" pitchFamily="34" charset="-122"/>
                <a:ea typeface="微软雅黑" pitchFamily="34" charset="-122"/>
              </a:rPr>
              <a:t>当变量重新赋值时，则变量指向一个新分配的对象。</a:t>
            </a:r>
          </a:p>
        </p:txBody>
      </p:sp>
      <p:sp>
        <p:nvSpPr>
          <p:cNvPr id="6" name="矩形 5"/>
          <p:cNvSpPr/>
          <p:nvPr/>
        </p:nvSpPr>
        <p:spPr>
          <a:xfrm>
            <a:off x="389987" y="3855175"/>
            <a:ext cx="3024336" cy="1477328"/>
          </a:xfrm>
          <a:prstGeom prst="rect">
            <a:avLst/>
          </a:prstGeom>
          <a:ln>
            <a:solidFill>
              <a:schemeClr val="tx2">
                <a:lumMod val="40000"/>
                <a:lumOff val="60000"/>
              </a:schemeClr>
            </a:solidFill>
          </a:ln>
        </p:spPr>
        <p:txBody>
          <a:bodyPr wrap="square">
            <a:spAutoFit/>
          </a:bodyPr>
          <a:lstStyle/>
          <a:p>
            <a:r>
              <a:rPr lang="zh-CN" altLang="en-US" dirty="0"/>
              <a:t>&gt;&gt;&gt; x=90</a:t>
            </a:r>
          </a:p>
          <a:p>
            <a:r>
              <a:rPr lang="zh-CN" altLang="en-US" dirty="0"/>
              <a:t>&gt;&gt;&gt; id(x),id(y)</a:t>
            </a:r>
          </a:p>
          <a:p>
            <a:r>
              <a:rPr lang="zh-CN" altLang="en-US" dirty="0">
                <a:solidFill>
                  <a:schemeClr val="accent2">
                    <a:lumMod val="75000"/>
                  </a:schemeClr>
                </a:solidFill>
              </a:rPr>
              <a:t>(</a:t>
            </a:r>
            <a:r>
              <a:rPr lang="en-US" altLang="zh-CN" dirty="0">
                <a:solidFill>
                  <a:schemeClr val="accent2">
                    <a:lumMod val="75000"/>
                  </a:schemeClr>
                </a:solidFill>
              </a:rPr>
              <a:t>50000</a:t>
            </a:r>
            <a:r>
              <a:rPr lang="zh-CN" altLang="en-US" dirty="0">
                <a:solidFill>
                  <a:schemeClr val="accent2">
                    <a:lumMod val="75000"/>
                  </a:schemeClr>
                </a:solidFill>
              </a:rPr>
              <a:t>, </a:t>
            </a:r>
            <a:r>
              <a:rPr lang="en-US" altLang="zh-CN" dirty="0">
                <a:solidFill>
                  <a:schemeClr val="accent2">
                    <a:lumMod val="75000"/>
                  </a:schemeClr>
                </a:solidFill>
              </a:rPr>
              <a:t>30000</a:t>
            </a:r>
            <a:r>
              <a:rPr lang="zh-CN" altLang="en-US" dirty="0">
                <a:solidFill>
                  <a:schemeClr val="accent2">
                    <a:lumMod val="75000"/>
                  </a:schemeClr>
                </a:solidFill>
              </a:rPr>
              <a:t>)</a:t>
            </a:r>
          </a:p>
          <a:p>
            <a:r>
              <a:rPr lang="zh-CN" altLang="en-US" dirty="0"/>
              <a:t>&gt;&gt;&gt; x,y</a:t>
            </a:r>
          </a:p>
          <a:p>
            <a:r>
              <a:rPr lang="zh-CN" altLang="en-US" dirty="0">
                <a:solidFill>
                  <a:schemeClr val="accent2">
                    <a:lumMod val="75000"/>
                  </a:schemeClr>
                </a:solidFill>
              </a:rPr>
              <a:t>(90, 1)</a:t>
            </a:r>
          </a:p>
        </p:txBody>
      </p:sp>
      <p:cxnSp>
        <p:nvCxnSpPr>
          <p:cNvPr id="19" name="直接箭头连接符 18"/>
          <p:cNvCxnSpPr>
            <a:stCxn id="4" idx="2"/>
            <a:endCxn id="6" idx="0"/>
          </p:cNvCxnSpPr>
          <p:nvPr/>
        </p:nvCxnSpPr>
        <p:spPr bwMode="auto">
          <a:xfrm flipH="1">
            <a:off x="1902155" y="2964549"/>
            <a:ext cx="79477" cy="890626"/>
          </a:xfrm>
          <a:prstGeom prst="straightConnector1">
            <a:avLst/>
          </a:prstGeom>
          <a:solidFill>
            <a:schemeClr val="accent1"/>
          </a:solidFill>
          <a:ln w="9525" cap="flat" cmpd="sng" algn="ctr">
            <a:solidFill>
              <a:srgbClr val="C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矩形 9">
            <a:extLst>
              <a:ext uri="{FF2B5EF4-FFF2-40B4-BE49-F238E27FC236}">
                <a16:creationId xmlns:a16="http://schemas.microsoft.com/office/drawing/2014/main" id="{85E9B57B-2FB5-4025-9667-5AF7AF165D7C}"/>
              </a:ext>
            </a:extLst>
          </p:cNvPr>
          <p:cNvSpPr/>
          <p:nvPr/>
        </p:nvSpPr>
        <p:spPr>
          <a:xfrm>
            <a:off x="5501843" y="2204864"/>
            <a:ext cx="1083752" cy="21602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7" name="矩形 16">
            <a:extLst>
              <a:ext uri="{FF2B5EF4-FFF2-40B4-BE49-F238E27FC236}">
                <a16:creationId xmlns:a16="http://schemas.microsoft.com/office/drawing/2014/main" id="{B37D96CC-1FD6-43CE-8DF2-13D120220259}"/>
              </a:ext>
            </a:extLst>
          </p:cNvPr>
          <p:cNvSpPr/>
          <p:nvPr/>
        </p:nvSpPr>
        <p:spPr>
          <a:xfrm>
            <a:off x="5501843" y="2420888"/>
            <a:ext cx="1083752" cy="21602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8" name="矩形 17">
            <a:extLst>
              <a:ext uri="{FF2B5EF4-FFF2-40B4-BE49-F238E27FC236}">
                <a16:creationId xmlns:a16="http://schemas.microsoft.com/office/drawing/2014/main" id="{AC20F324-49A6-4034-9FC2-F5724951A994}"/>
              </a:ext>
            </a:extLst>
          </p:cNvPr>
          <p:cNvSpPr/>
          <p:nvPr/>
        </p:nvSpPr>
        <p:spPr>
          <a:xfrm>
            <a:off x="5501843" y="2645301"/>
            <a:ext cx="1083752" cy="216024"/>
          </a:xfrm>
          <a:prstGeom prst="rect">
            <a:avLst/>
          </a:prstGeom>
          <a:solidFill>
            <a:schemeClr val="tx2">
              <a:lumMod val="40000"/>
              <a:lumOff val="60000"/>
            </a:schemeClr>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20" name="矩形 19">
            <a:extLst>
              <a:ext uri="{FF2B5EF4-FFF2-40B4-BE49-F238E27FC236}">
                <a16:creationId xmlns:a16="http://schemas.microsoft.com/office/drawing/2014/main" id="{27519D81-DA36-4AA5-968E-571BA7F4B09C}"/>
              </a:ext>
            </a:extLst>
          </p:cNvPr>
          <p:cNvSpPr/>
          <p:nvPr/>
        </p:nvSpPr>
        <p:spPr>
          <a:xfrm>
            <a:off x="5501843" y="2861325"/>
            <a:ext cx="1083752" cy="216024"/>
          </a:xfrm>
          <a:prstGeom prst="rect">
            <a:avLst/>
          </a:prstGeom>
          <a:solidFill>
            <a:schemeClr val="tx2">
              <a:lumMod val="40000"/>
              <a:lumOff val="60000"/>
            </a:schemeClr>
          </a:solidFill>
          <a:ln>
            <a:solidFill>
              <a:schemeClr val="accent1"/>
            </a:solidFill>
          </a:ln>
        </p:spPr>
        <p:txBody>
          <a:bodyPr wrap="square" rtlCol="0" anchor="ctr">
            <a:spAutoFit/>
          </a:bodyPr>
          <a:lstStyle/>
          <a:p>
            <a:pPr algn="ctr">
              <a:spcAft>
                <a:spcPts val="0"/>
              </a:spcAft>
            </a:pPr>
            <a:endParaRPr lang="zh-CN" altLang="en-US" kern="0" dirty="0">
              <a:solidFill>
                <a:srgbClr val="800000"/>
              </a:solidFill>
              <a:latin typeface="Courier New"/>
              <a:ea typeface="宋体"/>
              <a:cs typeface="Times New Roman"/>
            </a:endParaRPr>
          </a:p>
        </p:txBody>
      </p:sp>
      <p:sp>
        <p:nvSpPr>
          <p:cNvPr id="21" name="矩形 20">
            <a:extLst>
              <a:ext uri="{FF2B5EF4-FFF2-40B4-BE49-F238E27FC236}">
                <a16:creationId xmlns:a16="http://schemas.microsoft.com/office/drawing/2014/main" id="{86AE6B36-C262-4AFB-92C1-19E74937D698}"/>
              </a:ext>
            </a:extLst>
          </p:cNvPr>
          <p:cNvSpPr/>
          <p:nvPr/>
        </p:nvSpPr>
        <p:spPr>
          <a:xfrm>
            <a:off x="5501843" y="3077349"/>
            <a:ext cx="1083752" cy="216024"/>
          </a:xfrm>
          <a:prstGeom prst="rect">
            <a:avLst/>
          </a:prstGeom>
          <a:solidFill>
            <a:schemeClr val="tx2">
              <a:lumMod val="40000"/>
              <a:lumOff val="60000"/>
            </a:schemeClr>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24" name="矩形 23">
            <a:extLst>
              <a:ext uri="{FF2B5EF4-FFF2-40B4-BE49-F238E27FC236}">
                <a16:creationId xmlns:a16="http://schemas.microsoft.com/office/drawing/2014/main" id="{8236C509-6C8C-4AA5-8179-EA0701DE66F3}"/>
              </a:ext>
            </a:extLst>
          </p:cNvPr>
          <p:cNvSpPr/>
          <p:nvPr/>
        </p:nvSpPr>
        <p:spPr>
          <a:xfrm>
            <a:off x="5501843" y="3293373"/>
            <a:ext cx="1083752" cy="216024"/>
          </a:xfrm>
          <a:prstGeom prst="rect">
            <a:avLst/>
          </a:prstGeom>
          <a:solidFill>
            <a:schemeClr val="tx2">
              <a:lumMod val="40000"/>
              <a:lumOff val="60000"/>
            </a:schemeClr>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26" name="矩形 25">
            <a:extLst>
              <a:ext uri="{FF2B5EF4-FFF2-40B4-BE49-F238E27FC236}">
                <a16:creationId xmlns:a16="http://schemas.microsoft.com/office/drawing/2014/main" id="{112283CE-A2B9-4DE0-9D3B-311934F80CEC}"/>
              </a:ext>
            </a:extLst>
          </p:cNvPr>
          <p:cNvSpPr/>
          <p:nvPr/>
        </p:nvSpPr>
        <p:spPr>
          <a:xfrm>
            <a:off x="5510322" y="3517787"/>
            <a:ext cx="1083752" cy="21602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27" name="矩形 26">
            <a:extLst>
              <a:ext uri="{FF2B5EF4-FFF2-40B4-BE49-F238E27FC236}">
                <a16:creationId xmlns:a16="http://schemas.microsoft.com/office/drawing/2014/main" id="{C6FC41ED-31CD-44F3-94FF-33408C19BCC7}"/>
              </a:ext>
            </a:extLst>
          </p:cNvPr>
          <p:cNvSpPr/>
          <p:nvPr/>
        </p:nvSpPr>
        <p:spPr>
          <a:xfrm>
            <a:off x="5510322" y="3733811"/>
            <a:ext cx="1083752" cy="21602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28" name="矩形 27">
            <a:extLst>
              <a:ext uri="{FF2B5EF4-FFF2-40B4-BE49-F238E27FC236}">
                <a16:creationId xmlns:a16="http://schemas.microsoft.com/office/drawing/2014/main" id="{3529358C-F4FB-4E4E-88CE-7A4C9A9A8ABE}"/>
              </a:ext>
            </a:extLst>
          </p:cNvPr>
          <p:cNvSpPr/>
          <p:nvPr/>
        </p:nvSpPr>
        <p:spPr>
          <a:xfrm>
            <a:off x="5510322" y="3949835"/>
            <a:ext cx="1083752" cy="21602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29" name="矩形 28">
            <a:extLst>
              <a:ext uri="{FF2B5EF4-FFF2-40B4-BE49-F238E27FC236}">
                <a16:creationId xmlns:a16="http://schemas.microsoft.com/office/drawing/2014/main" id="{FE214BDB-8D47-46CC-8AC5-3429C0746246}"/>
              </a:ext>
            </a:extLst>
          </p:cNvPr>
          <p:cNvSpPr/>
          <p:nvPr/>
        </p:nvSpPr>
        <p:spPr>
          <a:xfrm>
            <a:off x="5510322" y="4165859"/>
            <a:ext cx="1083752" cy="21602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2" name="文本框 11">
            <a:extLst>
              <a:ext uri="{FF2B5EF4-FFF2-40B4-BE49-F238E27FC236}">
                <a16:creationId xmlns:a16="http://schemas.microsoft.com/office/drawing/2014/main" id="{D0939252-E4BF-4DCE-A80B-1261C5283584}"/>
              </a:ext>
            </a:extLst>
          </p:cNvPr>
          <p:cNvSpPr txBox="1"/>
          <p:nvPr/>
        </p:nvSpPr>
        <p:spPr>
          <a:xfrm>
            <a:off x="5858777" y="2725699"/>
            <a:ext cx="525327" cy="584775"/>
          </a:xfrm>
          <a:prstGeom prst="rect">
            <a:avLst/>
          </a:prstGeom>
          <a:noFill/>
        </p:spPr>
        <p:txBody>
          <a:bodyPr wrap="square" rtlCol="0">
            <a:spAutoFit/>
          </a:bodyPr>
          <a:lstStyle/>
          <a:p>
            <a:r>
              <a:rPr lang="en-US" altLang="zh-CN" sz="3200" dirty="0"/>
              <a:t>1</a:t>
            </a:r>
            <a:endParaRPr lang="zh-CN" altLang="en-US" sz="3200" dirty="0"/>
          </a:p>
        </p:txBody>
      </p:sp>
      <p:sp>
        <p:nvSpPr>
          <p:cNvPr id="30" name="矩形 29">
            <a:extLst>
              <a:ext uri="{FF2B5EF4-FFF2-40B4-BE49-F238E27FC236}">
                <a16:creationId xmlns:a16="http://schemas.microsoft.com/office/drawing/2014/main" id="{286830BD-7467-4553-86F7-062FD3B81BEF}"/>
              </a:ext>
            </a:extLst>
          </p:cNvPr>
          <p:cNvSpPr/>
          <p:nvPr/>
        </p:nvSpPr>
        <p:spPr>
          <a:xfrm>
            <a:off x="5511869" y="4378515"/>
            <a:ext cx="1083752" cy="216024"/>
          </a:xfrm>
          <a:prstGeom prst="rect">
            <a:avLst/>
          </a:prstGeom>
          <a:no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31" name="矩形 30">
            <a:extLst>
              <a:ext uri="{FF2B5EF4-FFF2-40B4-BE49-F238E27FC236}">
                <a16:creationId xmlns:a16="http://schemas.microsoft.com/office/drawing/2014/main" id="{2B60160E-B04E-48A9-AC75-BDF6B1EF8BD2}"/>
              </a:ext>
            </a:extLst>
          </p:cNvPr>
          <p:cNvSpPr/>
          <p:nvPr/>
        </p:nvSpPr>
        <p:spPr>
          <a:xfrm>
            <a:off x="5511869" y="4594539"/>
            <a:ext cx="1083752" cy="216024"/>
          </a:xfrm>
          <a:prstGeom prst="rect">
            <a:avLst/>
          </a:prstGeom>
          <a:no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32" name="矩形 31">
            <a:extLst>
              <a:ext uri="{FF2B5EF4-FFF2-40B4-BE49-F238E27FC236}">
                <a16:creationId xmlns:a16="http://schemas.microsoft.com/office/drawing/2014/main" id="{D1E1E5FA-73B0-428E-BA56-44A2B1E9B31C}"/>
              </a:ext>
            </a:extLst>
          </p:cNvPr>
          <p:cNvSpPr/>
          <p:nvPr/>
        </p:nvSpPr>
        <p:spPr>
          <a:xfrm>
            <a:off x="5511869" y="4810563"/>
            <a:ext cx="1083752" cy="216024"/>
          </a:xfrm>
          <a:prstGeom prst="rect">
            <a:avLst/>
          </a:prstGeom>
          <a:no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33" name="矩形 32">
            <a:extLst>
              <a:ext uri="{FF2B5EF4-FFF2-40B4-BE49-F238E27FC236}">
                <a16:creationId xmlns:a16="http://schemas.microsoft.com/office/drawing/2014/main" id="{BF0CF6B3-240E-446C-9A55-98F08C19E7E4}"/>
              </a:ext>
            </a:extLst>
          </p:cNvPr>
          <p:cNvSpPr/>
          <p:nvPr/>
        </p:nvSpPr>
        <p:spPr>
          <a:xfrm>
            <a:off x="5511869" y="5026587"/>
            <a:ext cx="1083752" cy="216024"/>
          </a:xfrm>
          <a:prstGeom prst="rect">
            <a:avLst/>
          </a:prstGeom>
          <a:no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34" name="矩形 33">
            <a:extLst>
              <a:ext uri="{FF2B5EF4-FFF2-40B4-BE49-F238E27FC236}">
                <a16:creationId xmlns:a16="http://schemas.microsoft.com/office/drawing/2014/main" id="{5795631D-9FE9-4E4C-BFEC-957B7A8332FC}"/>
              </a:ext>
            </a:extLst>
          </p:cNvPr>
          <p:cNvSpPr/>
          <p:nvPr/>
        </p:nvSpPr>
        <p:spPr>
          <a:xfrm>
            <a:off x="5510322" y="5244647"/>
            <a:ext cx="1083752" cy="21602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35" name="矩形 34">
            <a:extLst>
              <a:ext uri="{FF2B5EF4-FFF2-40B4-BE49-F238E27FC236}">
                <a16:creationId xmlns:a16="http://schemas.microsoft.com/office/drawing/2014/main" id="{62894CE6-ED43-404F-9EF8-9BBC4D3AF796}"/>
              </a:ext>
            </a:extLst>
          </p:cNvPr>
          <p:cNvSpPr/>
          <p:nvPr/>
        </p:nvSpPr>
        <p:spPr>
          <a:xfrm>
            <a:off x="5510322" y="5460671"/>
            <a:ext cx="1083752" cy="21602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36" name="矩形 35">
            <a:extLst>
              <a:ext uri="{FF2B5EF4-FFF2-40B4-BE49-F238E27FC236}">
                <a16:creationId xmlns:a16="http://schemas.microsoft.com/office/drawing/2014/main" id="{A33956E6-8E18-4465-90E9-2FD86D0448D0}"/>
              </a:ext>
            </a:extLst>
          </p:cNvPr>
          <p:cNvSpPr/>
          <p:nvPr/>
        </p:nvSpPr>
        <p:spPr>
          <a:xfrm>
            <a:off x="5510322" y="5676695"/>
            <a:ext cx="1083752" cy="216024"/>
          </a:xfrm>
          <a:prstGeom prst="rect">
            <a:avLst/>
          </a:prstGeom>
          <a:ln>
            <a:solidFill>
              <a:schemeClr val="accent1"/>
            </a:solidFill>
          </a:ln>
        </p:spPr>
        <p:txBody>
          <a:bodyPr wrap="square" rtlCol="0" anchor="ctr">
            <a:spAutoFit/>
          </a:bodyPr>
          <a:lstStyle/>
          <a:p>
            <a:pPr algn="ctr">
              <a:spcAft>
                <a:spcPts val="0"/>
              </a:spcAft>
            </a:pPr>
            <a:endParaRPr lang="zh-CN" altLang="en-US" kern="0" dirty="0">
              <a:solidFill>
                <a:srgbClr val="800000"/>
              </a:solidFill>
              <a:latin typeface="Courier New"/>
              <a:ea typeface="宋体"/>
              <a:cs typeface="Times New Roman"/>
            </a:endParaRPr>
          </a:p>
        </p:txBody>
      </p:sp>
      <p:sp>
        <p:nvSpPr>
          <p:cNvPr id="37" name="矩形 36">
            <a:extLst>
              <a:ext uri="{FF2B5EF4-FFF2-40B4-BE49-F238E27FC236}">
                <a16:creationId xmlns:a16="http://schemas.microsoft.com/office/drawing/2014/main" id="{26E7A2BB-3FE8-4091-ABE7-5D91D97C3C1C}"/>
              </a:ext>
            </a:extLst>
          </p:cNvPr>
          <p:cNvSpPr/>
          <p:nvPr/>
        </p:nvSpPr>
        <p:spPr>
          <a:xfrm>
            <a:off x="5510322" y="5892719"/>
            <a:ext cx="1083752" cy="21602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4" name="文本框 13">
            <a:extLst>
              <a:ext uri="{FF2B5EF4-FFF2-40B4-BE49-F238E27FC236}">
                <a16:creationId xmlns:a16="http://schemas.microsoft.com/office/drawing/2014/main" id="{2A5ECDBE-AE57-45AE-B4FF-664CA64C7258}"/>
              </a:ext>
            </a:extLst>
          </p:cNvPr>
          <p:cNvSpPr txBox="1"/>
          <p:nvPr/>
        </p:nvSpPr>
        <p:spPr>
          <a:xfrm>
            <a:off x="4650626" y="2580208"/>
            <a:ext cx="1026969" cy="369332"/>
          </a:xfrm>
          <a:prstGeom prst="rect">
            <a:avLst/>
          </a:prstGeom>
          <a:noFill/>
        </p:spPr>
        <p:txBody>
          <a:bodyPr wrap="square" rtlCol="0">
            <a:spAutoFit/>
          </a:bodyPr>
          <a:lstStyle/>
          <a:p>
            <a:r>
              <a:rPr lang="en-US" altLang="zh-CN" dirty="0">
                <a:solidFill>
                  <a:schemeClr val="accent2">
                    <a:lumMod val="75000"/>
                  </a:schemeClr>
                </a:solidFill>
              </a:rPr>
              <a:t>30000</a:t>
            </a:r>
            <a:endParaRPr lang="zh-CN" altLang="en-US" dirty="0"/>
          </a:p>
        </p:txBody>
      </p:sp>
      <p:sp>
        <p:nvSpPr>
          <p:cNvPr id="39" name="文本框 38">
            <a:extLst>
              <a:ext uri="{FF2B5EF4-FFF2-40B4-BE49-F238E27FC236}">
                <a16:creationId xmlns:a16="http://schemas.microsoft.com/office/drawing/2014/main" id="{55EDDD9B-B97F-4A96-ABAC-810E392B6FD3}"/>
              </a:ext>
            </a:extLst>
          </p:cNvPr>
          <p:cNvSpPr txBox="1"/>
          <p:nvPr/>
        </p:nvSpPr>
        <p:spPr>
          <a:xfrm>
            <a:off x="5580034" y="5388995"/>
            <a:ext cx="853095" cy="369332"/>
          </a:xfrm>
          <a:prstGeom prst="rect">
            <a:avLst/>
          </a:prstGeom>
          <a:noFill/>
        </p:spPr>
        <p:txBody>
          <a:bodyPr wrap="square">
            <a:spAutoFit/>
          </a:bodyPr>
          <a:lstStyle/>
          <a:p>
            <a:r>
              <a:rPr lang="en-US" altLang="zh-CN" dirty="0"/>
              <a:t>30000</a:t>
            </a:r>
            <a:endParaRPr lang="zh-CN" altLang="en-US" dirty="0"/>
          </a:p>
        </p:txBody>
      </p:sp>
      <p:sp>
        <p:nvSpPr>
          <p:cNvPr id="16" name="文本框 15">
            <a:extLst>
              <a:ext uri="{FF2B5EF4-FFF2-40B4-BE49-F238E27FC236}">
                <a16:creationId xmlns:a16="http://schemas.microsoft.com/office/drawing/2014/main" id="{5383A900-94E7-4A53-A279-89FB13A11EA0}"/>
              </a:ext>
            </a:extLst>
          </p:cNvPr>
          <p:cNvSpPr txBox="1"/>
          <p:nvPr/>
        </p:nvSpPr>
        <p:spPr>
          <a:xfrm>
            <a:off x="6602554" y="5371894"/>
            <a:ext cx="289281" cy="369332"/>
          </a:xfrm>
          <a:prstGeom prst="rect">
            <a:avLst/>
          </a:prstGeom>
          <a:noFill/>
        </p:spPr>
        <p:txBody>
          <a:bodyPr wrap="square" rtlCol="0">
            <a:spAutoFit/>
          </a:bodyPr>
          <a:lstStyle/>
          <a:p>
            <a:r>
              <a:rPr lang="en-US" altLang="zh-CN" dirty="0"/>
              <a:t>x</a:t>
            </a:r>
            <a:endParaRPr lang="zh-CN" altLang="en-US" dirty="0"/>
          </a:p>
        </p:txBody>
      </p:sp>
      <p:sp>
        <p:nvSpPr>
          <p:cNvPr id="40" name="文本框 39">
            <a:extLst>
              <a:ext uri="{FF2B5EF4-FFF2-40B4-BE49-F238E27FC236}">
                <a16:creationId xmlns:a16="http://schemas.microsoft.com/office/drawing/2014/main" id="{CA4FE479-3712-4970-999C-090FC7CA208D}"/>
              </a:ext>
            </a:extLst>
          </p:cNvPr>
          <p:cNvSpPr txBox="1"/>
          <p:nvPr/>
        </p:nvSpPr>
        <p:spPr>
          <a:xfrm>
            <a:off x="6606400" y="5608312"/>
            <a:ext cx="289281" cy="369332"/>
          </a:xfrm>
          <a:prstGeom prst="rect">
            <a:avLst/>
          </a:prstGeom>
          <a:noFill/>
        </p:spPr>
        <p:txBody>
          <a:bodyPr wrap="square" rtlCol="0">
            <a:spAutoFit/>
          </a:bodyPr>
          <a:lstStyle/>
          <a:p>
            <a:r>
              <a:rPr lang="en-US" altLang="zh-CN" dirty="0"/>
              <a:t>y</a:t>
            </a:r>
            <a:endParaRPr lang="zh-CN" altLang="en-US" dirty="0"/>
          </a:p>
        </p:txBody>
      </p:sp>
      <p:sp>
        <p:nvSpPr>
          <p:cNvPr id="42" name="文本框 41">
            <a:extLst>
              <a:ext uri="{FF2B5EF4-FFF2-40B4-BE49-F238E27FC236}">
                <a16:creationId xmlns:a16="http://schemas.microsoft.com/office/drawing/2014/main" id="{7965ABA9-6DBA-4F2E-9890-C7383E9885FD}"/>
              </a:ext>
            </a:extLst>
          </p:cNvPr>
          <p:cNvSpPr txBox="1"/>
          <p:nvPr/>
        </p:nvSpPr>
        <p:spPr>
          <a:xfrm>
            <a:off x="4731032" y="4328241"/>
            <a:ext cx="849002" cy="369332"/>
          </a:xfrm>
          <a:prstGeom prst="rect">
            <a:avLst/>
          </a:prstGeom>
          <a:noFill/>
        </p:spPr>
        <p:txBody>
          <a:bodyPr wrap="square">
            <a:spAutoFit/>
          </a:bodyPr>
          <a:lstStyle/>
          <a:p>
            <a:r>
              <a:rPr lang="en-US" altLang="zh-CN" dirty="0">
                <a:solidFill>
                  <a:schemeClr val="accent2">
                    <a:lumMod val="75000"/>
                  </a:schemeClr>
                </a:solidFill>
              </a:rPr>
              <a:t>50000</a:t>
            </a:r>
            <a:endParaRPr lang="zh-CN" altLang="en-US" dirty="0"/>
          </a:p>
        </p:txBody>
      </p:sp>
      <p:sp>
        <p:nvSpPr>
          <p:cNvPr id="43" name="文本框 42">
            <a:extLst>
              <a:ext uri="{FF2B5EF4-FFF2-40B4-BE49-F238E27FC236}">
                <a16:creationId xmlns:a16="http://schemas.microsoft.com/office/drawing/2014/main" id="{D24AB367-E3BD-4275-B1E2-F23CD1D3053C}"/>
              </a:ext>
            </a:extLst>
          </p:cNvPr>
          <p:cNvSpPr txBox="1"/>
          <p:nvPr/>
        </p:nvSpPr>
        <p:spPr>
          <a:xfrm>
            <a:off x="5580034" y="5614860"/>
            <a:ext cx="853095" cy="369332"/>
          </a:xfrm>
          <a:prstGeom prst="rect">
            <a:avLst/>
          </a:prstGeom>
          <a:noFill/>
        </p:spPr>
        <p:txBody>
          <a:bodyPr wrap="square">
            <a:spAutoFit/>
          </a:bodyPr>
          <a:lstStyle/>
          <a:p>
            <a:r>
              <a:rPr lang="en-US" altLang="zh-CN" dirty="0"/>
              <a:t>30000</a:t>
            </a:r>
            <a:endParaRPr lang="zh-CN" altLang="en-US" dirty="0"/>
          </a:p>
        </p:txBody>
      </p:sp>
      <p:sp>
        <p:nvSpPr>
          <p:cNvPr id="7" name="任意多边形: 形状 6">
            <a:extLst>
              <a:ext uri="{FF2B5EF4-FFF2-40B4-BE49-F238E27FC236}">
                <a16:creationId xmlns:a16="http://schemas.microsoft.com/office/drawing/2014/main" id="{D1E74CE3-7B64-4FB7-92FA-3F5CBADFE036}"/>
              </a:ext>
            </a:extLst>
          </p:cNvPr>
          <p:cNvSpPr/>
          <p:nvPr/>
        </p:nvSpPr>
        <p:spPr>
          <a:xfrm>
            <a:off x="5144460" y="2755782"/>
            <a:ext cx="353536" cy="2811015"/>
          </a:xfrm>
          <a:custGeom>
            <a:avLst/>
            <a:gdLst>
              <a:gd name="connsiteX0" fmla="*/ 1236656 w 1236656"/>
              <a:gd name="connsiteY0" fmla="*/ 2801923 h 2801923"/>
              <a:gd name="connsiteX1" fmla="*/ 1060487 w 1236656"/>
              <a:gd name="connsiteY1" fmla="*/ 2743200 h 2801923"/>
              <a:gd name="connsiteX2" fmla="*/ 699760 w 1236656"/>
              <a:gd name="connsiteY2" fmla="*/ 2600587 h 2801923"/>
              <a:gd name="connsiteX3" fmla="*/ 573925 w 1236656"/>
              <a:gd name="connsiteY3" fmla="*/ 2516697 h 2801923"/>
              <a:gd name="connsiteX4" fmla="*/ 506813 w 1236656"/>
              <a:gd name="connsiteY4" fmla="*/ 2449585 h 2801923"/>
              <a:gd name="connsiteX5" fmla="*/ 473257 w 1236656"/>
              <a:gd name="connsiteY5" fmla="*/ 2416029 h 2801923"/>
              <a:gd name="connsiteX6" fmla="*/ 431312 w 1236656"/>
              <a:gd name="connsiteY6" fmla="*/ 2365695 h 2801923"/>
              <a:gd name="connsiteX7" fmla="*/ 372589 w 1236656"/>
              <a:gd name="connsiteY7" fmla="*/ 2315362 h 2801923"/>
              <a:gd name="connsiteX8" fmla="*/ 271922 w 1236656"/>
              <a:gd name="connsiteY8" fmla="*/ 2164360 h 2801923"/>
              <a:gd name="connsiteX9" fmla="*/ 204810 w 1236656"/>
              <a:gd name="connsiteY9" fmla="*/ 2072081 h 2801923"/>
              <a:gd name="connsiteX10" fmla="*/ 104142 w 1236656"/>
              <a:gd name="connsiteY10" fmla="*/ 1862356 h 2801923"/>
              <a:gd name="connsiteX11" fmla="*/ 62197 w 1236656"/>
              <a:gd name="connsiteY11" fmla="*/ 1770077 h 2801923"/>
              <a:gd name="connsiteX12" fmla="*/ 11863 w 1236656"/>
              <a:gd name="connsiteY12" fmla="*/ 1585519 h 2801923"/>
              <a:gd name="connsiteX13" fmla="*/ 11863 w 1236656"/>
              <a:gd name="connsiteY13" fmla="*/ 1124125 h 2801923"/>
              <a:gd name="connsiteX14" fmla="*/ 171254 w 1236656"/>
              <a:gd name="connsiteY14" fmla="*/ 830510 h 2801923"/>
              <a:gd name="connsiteX15" fmla="*/ 246755 w 1236656"/>
              <a:gd name="connsiteY15" fmla="*/ 738231 h 2801923"/>
              <a:gd name="connsiteX16" fmla="*/ 305478 w 1236656"/>
              <a:gd name="connsiteY16" fmla="*/ 687897 h 2801923"/>
              <a:gd name="connsiteX17" fmla="*/ 364200 w 1236656"/>
              <a:gd name="connsiteY17" fmla="*/ 612396 h 2801923"/>
              <a:gd name="connsiteX18" fmla="*/ 422923 w 1236656"/>
              <a:gd name="connsiteY18" fmla="*/ 562062 h 2801923"/>
              <a:gd name="connsiteX19" fmla="*/ 540369 w 1236656"/>
              <a:gd name="connsiteY19" fmla="*/ 453006 h 2801923"/>
              <a:gd name="connsiteX20" fmla="*/ 573925 w 1236656"/>
              <a:gd name="connsiteY20" fmla="*/ 436228 h 2801923"/>
              <a:gd name="connsiteX21" fmla="*/ 590703 w 1236656"/>
              <a:gd name="connsiteY21" fmla="*/ 411061 h 2801923"/>
              <a:gd name="connsiteX22" fmla="*/ 615870 w 1236656"/>
              <a:gd name="connsiteY22" fmla="*/ 402672 h 2801923"/>
              <a:gd name="connsiteX23" fmla="*/ 624259 w 1236656"/>
              <a:gd name="connsiteY23" fmla="*/ 377505 h 2801923"/>
              <a:gd name="connsiteX24" fmla="*/ 657815 w 1236656"/>
              <a:gd name="connsiteY24" fmla="*/ 360727 h 2801923"/>
              <a:gd name="connsiteX25" fmla="*/ 708149 w 1236656"/>
              <a:gd name="connsiteY25" fmla="*/ 302004 h 2801923"/>
              <a:gd name="connsiteX26" fmla="*/ 817206 w 1236656"/>
              <a:gd name="connsiteY26" fmla="*/ 209725 h 2801923"/>
              <a:gd name="connsiteX27" fmla="*/ 833984 w 1236656"/>
              <a:gd name="connsiteY27" fmla="*/ 184558 h 2801923"/>
              <a:gd name="connsiteX28" fmla="*/ 884318 w 1236656"/>
              <a:gd name="connsiteY28" fmla="*/ 134224 h 2801923"/>
              <a:gd name="connsiteX29" fmla="*/ 901096 w 1236656"/>
              <a:gd name="connsiteY29" fmla="*/ 109057 h 2801923"/>
              <a:gd name="connsiteX30" fmla="*/ 909485 w 1236656"/>
              <a:gd name="connsiteY30" fmla="*/ 83890 h 2801923"/>
              <a:gd name="connsiteX31" fmla="*/ 934652 w 1236656"/>
              <a:gd name="connsiteY31" fmla="*/ 75501 h 2801923"/>
              <a:gd name="connsiteX32" fmla="*/ 951430 w 1236656"/>
              <a:gd name="connsiteY32" fmla="*/ 50334 h 2801923"/>
              <a:gd name="connsiteX33" fmla="*/ 984986 w 1236656"/>
              <a:gd name="connsiteY33" fmla="*/ 33556 h 2801923"/>
              <a:gd name="connsiteX34" fmla="*/ 1035320 w 1236656"/>
              <a:gd name="connsiteY34" fmla="*/ 16778 h 2801923"/>
              <a:gd name="connsiteX35" fmla="*/ 1060487 w 1236656"/>
              <a:gd name="connsiteY35" fmla="*/ 8389 h 2801923"/>
              <a:gd name="connsiteX36" fmla="*/ 1077265 w 1236656"/>
              <a:gd name="connsiteY36" fmla="*/ 0 h 2801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236656" h="2801923">
                <a:moveTo>
                  <a:pt x="1236656" y="2801923"/>
                </a:moveTo>
                <a:cubicBezTo>
                  <a:pt x="1110164" y="2751326"/>
                  <a:pt x="1336785" y="2840717"/>
                  <a:pt x="1060487" y="2743200"/>
                </a:cubicBezTo>
                <a:cubicBezTo>
                  <a:pt x="971209" y="2711690"/>
                  <a:pt x="805687" y="2660171"/>
                  <a:pt x="699760" y="2600587"/>
                </a:cubicBezTo>
                <a:cubicBezTo>
                  <a:pt x="674288" y="2586259"/>
                  <a:pt x="597545" y="2537168"/>
                  <a:pt x="573925" y="2516697"/>
                </a:cubicBezTo>
                <a:cubicBezTo>
                  <a:pt x="550017" y="2495977"/>
                  <a:pt x="529184" y="2471956"/>
                  <a:pt x="506813" y="2449585"/>
                </a:cubicBezTo>
                <a:cubicBezTo>
                  <a:pt x="495628" y="2438400"/>
                  <a:pt x="483384" y="2428181"/>
                  <a:pt x="473257" y="2416029"/>
                </a:cubicBezTo>
                <a:cubicBezTo>
                  <a:pt x="459275" y="2399251"/>
                  <a:pt x="446755" y="2381138"/>
                  <a:pt x="431312" y="2365695"/>
                </a:cubicBezTo>
                <a:cubicBezTo>
                  <a:pt x="413082" y="2347465"/>
                  <a:pt x="390132" y="2334254"/>
                  <a:pt x="372589" y="2315362"/>
                </a:cubicBezTo>
                <a:cubicBezTo>
                  <a:pt x="323195" y="2262168"/>
                  <a:pt x="312730" y="2225572"/>
                  <a:pt x="271922" y="2164360"/>
                </a:cubicBezTo>
                <a:cubicBezTo>
                  <a:pt x="250824" y="2132714"/>
                  <a:pt x="223281" y="2105329"/>
                  <a:pt x="204810" y="2072081"/>
                </a:cubicBezTo>
                <a:cubicBezTo>
                  <a:pt x="167151" y="2004295"/>
                  <a:pt x="137254" y="1932476"/>
                  <a:pt x="104142" y="1862356"/>
                </a:cubicBezTo>
                <a:cubicBezTo>
                  <a:pt x="89714" y="1831803"/>
                  <a:pt x="71906" y="1802440"/>
                  <a:pt x="62197" y="1770077"/>
                </a:cubicBezTo>
                <a:cubicBezTo>
                  <a:pt x="27091" y="1653057"/>
                  <a:pt x="44111" y="1714510"/>
                  <a:pt x="11863" y="1585519"/>
                </a:cubicBezTo>
                <a:cubicBezTo>
                  <a:pt x="-357" y="1402219"/>
                  <a:pt x="-7189" y="1357517"/>
                  <a:pt x="11863" y="1124125"/>
                </a:cubicBezTo>
                <a:cubicBezTo>
                  <a:pt x="18591" y="1041708"/>
                  <a:pt x="169336" y="832854"/>
                  <a:pt x="171254" y="830510"/>
                </a:cubicBezTo>
                <a:cubicBezTo>
                  <a:pt x="196421" y="799750"/>
                  <a:pt x="219516" y="767172"/>
                  <a:pt x="246755" y="738231"/>
                </a:cubicBezTo>
                <a:cubicBezTo>
                  <a:pt x="264424" y="719457"/>
                  <a:pt x="287887" y="706744"/>
                  <a:pt x="305478" y="687897"/>
                </a:cubicBezTo>
                <a:cubicBezTo>
                  <a:pt x="327232" y="664589"/>
                  <a:pt x="342446" y="635704"/>
                  <a:pt x="364200" y="612396"/>
                </a:cubicBezTo>
                <a:cubicBezTo>
                  <a:pt x="381791" y="593549"/>
                  <a:pt x="404180" y="579764"/>
                  <a:pt x="422923" y="562062"/>
                </a:cubicBezTo>
                <a:cubicBezTo>
                  <a:pt x="469540" y="518035"/>
                  <a:pt x="491243" y="481078"/>
                  <a:pt x="540369" y="453006"/>
                </a:cubicBezTo>
                <a:cubicBezTo>
                  <a:pt x="551227" y="446801"/>
                  <a:pt x="562740" y="441821"/>
                  <a:pt x="573925" y="436228"/>
                </a:cubicBezTo>
                <a:cubicBezTo>
                  <a:pt x="579518" y="427839"/>
                  <a:pt x="582830" y="417359"/>
                  <a:pt x="590703" y="411061"/>
                </a:cubicBezTo>
                <a:cubicBezTo>
                  <a:pt x="597608" y="405537"/>
                  <a:pt x="609617" y="408925"/>
                  <a:pt x="615870" y="402672"/>
                </a:cubicBezTo>
                <a:cubicBezTo>
                  <a:pt x="622123" y="396419"/>
                  <a:pt x="618006" y="383758"/>
                  <a:pt x="624259" y="377505"/>
                </a:cubicBezTo>
                <a:cubicBezTo>
                  <a:pt x="633102" y="368662"/>
                  <a:pt x="647811" y="368230"/>
                  <a:pt x="657815" y="360727"/>
                </a:cubicBezTo>
                <a:cubicBezTo>
                  <a:pt x="766935" y="278887"/>
                  <a:pt x="638978" y="366564"/>
                  <a:pt x="708149" y="302004"/>
                </a:cubicBezTo>
                <a:cubicBezTo>
                  <a:pt x="742962" y="269512"/>
                  <a:pt x="790791" y="249347"/>
                  <a:pt x="817206" y="209725"/>
                </a:cubicBezTo>
                <a:cubicBezTo>
                  <a:pt x="822799" y="201336"/>
                  <a:pt x="827286" y="192094"/>
                  <a:pt x="833984" y="184558"/>
                </a:cubicBezTo>
                <a:cubicBezTo>
                  <a:pt x="849748" y="166824"/>
                  <a:pt x="871156" y="153967"/>
                  <a:pt x="884318" y="134224"/>
                </a:cubicBezTo>
                <a:cubicBezTo>
                  <a:pt x="889911" y="125835"/>
                  <a:pt x="896587" y="118075"/>
                  <a:pt x="901096" y="109057"/>
                </a:cubicBezTo>
                <a:cubicBezTo>
                  <a:pt x="905051" y="101148"/>
                  <a:pt x="903232" y="90143"/>
                  <a:pt x="909485" y="83890"/>
                </a:cubicBezTo>
                <a:cubicBezTo>
                  <a:pt x="915738" y="77637"/>
                  <a:pt x="926263" y="78297"/>
                  <a:pt x="934652" y="75501"/>
                </a:cubicBezTo>
                <a:cubicBezTo>
                  <a:pt x="940245" y="67112"/>
                  <a:pt x="943685" y="56789"/>
                  <a:pt x="951430" y="50334"/>
                </a:cubicBezTo>
                <a:cubicBezTo>
                  <a:pt x="961037" y="42328"/>
                  <a:pt x="973375" y="38200"/>
                  <a:pt x="984986" y="33556"/>
                </a:cubicBezTo>
                <a:cubicBezTo>
                  <a:pt x="1001407" y="26988"/>
                  <a:pt x="1018542" y="22371"/>
                  <a:pt x="1035320" y="16778"/>
                </a:cubicBezTo>
                <a:cubicBezTo>
                  <a:pt x="1043709" y="13982"/>
                  <a:pt x="1052578" y="12344"/>
                  <a:pt x="1060487" y="8389"/>
                </a:cubicBezTo>
                <a:lnTo>
                  <a:pt x="1077265" y="0"/>
                </a:lnTo>
              </a:path>
            </a:pathLst>
          </a:custGeom>
          <a:noFill/>
          <a:ln>
            <a:solidFill>
              <a:schemeClr val="accent1"/>
            </a:solidFill>
            <a:headEnd type="none" w="med" len="med"/>
            <a:tailEnd type="arrow" w="med" len="med"/>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charset="0"/>
            </a:endParaRPr>
          </a:p>
        </p:txBody>
      </p:sp>
      <p:sp>
        <p:nvSpPr>
          <p:cNvPr id="11" name="任意多边形: 形状 10">
            <a:extLst>
              <a:ext uri="{FF2B5EF4-FFF2-40B4-BE49-F238E27FC236}">
                <a16:creationId xmlns:a16="http://schemas.microsoft.com/office/drawing/2014/main" id="{107268EE-DBD6-4CC3-8F73-4D4DE33E1F1C}"/>
              </a:ext>
            </a:extLst>
          </p:cNvPr>
          <p:cNvSpPr/>
          <p:nvPr/>
        </p:nvSpPr>
        <p:spPr>
          <a:xfrm>
            <a:off x="4905131" y="2725699"/>
            <a:ext cx="693127" cy="3050823"/>
          </a:xfrm>
          <a:custGeom>
            <a:avLst/>
            <a:gdLst>
              <a:gd name="connsiteX0" fmla="*/ 1140905 w 1140905"/>
              <a:gd name="connsiteY0" fmla="*/ 3020740 h 3020740"/>
              <a:gd name="connsiteX1" fmla="*/ 679511 w 1140905"/>
              <a:gd name="connsiteY1" fmla="*/ 2970406 h 3020740"/>
              <a:gd name="connsiteX2" fmla="*/ 478175 w 1140905"/>
              <a:gd name="connsiteY2" fmla="*/ 2836182 h 3020740"/>
              <a:gd name="connsiteX3" fmla="*/ 411063 w 1140905"/>
              <a:gd name="connsiteY3" fmla="*/ 2777459 h 3020740"/>
              <a:gd name="connsiteX4" fmla="*/ 276839 w 1140905"/>
              <a:gd name="connsiteY4" fmla="*/ 2576123 h 3020740"/>
              <a:gd name="connsiteX5" fmla="*/ 260061 w 1140905"/>
              <a:gd name="connsiteY5" fmla="*/ 2509011 h 3020740"/>
              <a:gd name="connsiteX6" fmla="*/ 226505 w 1140905"/>
              <a:gd name="connsiteY6" fmla="*/ 2358009 h 3020740"/>
              <a:gd name="connsiteX7" fmla="*/ 176172 w 1140905"/>
              <a:gd name="connsiteY7" fmla="*/ 2114729 h 3020740"/>
              <a:gd name="connsiteX8" fmla="*/ 83893 w 1140905"/>
              <a:gd name="connsiteY8" fmla="*/ 1863059 h 3020740"/>
              <a:gd name="connsiteX9" fmla="*/ 25170 w 1140905"/>
              <a:gd name="connsiteY9" fmla="*/ 1644945 h 3020740"/>
              <a:gd name="connsiteX10" fmla="*/ 8392 w 1140905"/>
              <a:gd name="connsiteY10" fmla="*/ 1552666 h 3020740"/>
              <a:gd name="connsiteX11" fmla="*/ 25170 w 1140905"/>
              <a:gd name="connsiteY11" fmla="*/ 998993 h 3020740"/>
              <a:gd name="connsiteX12" fmla="*/ 184561 w 1140905"/>
              <a:gd name="connsiteY12" fmla="*/ 738934 h 3020740"/>
              <a:gd name="connsiteX13" fmla="*/ 394285 w 1140905"/>
              <a:gd name="connsiteY13" fmla="*/ 529209 h 3020740"/>
              <a:gd name="connsiteX14" fmla="*/ 478175 w 1140905"/>
              <a:gd name="connsiteY14" fmla="*/ 445320 h 3020740"/>
              <a:gd name="connsiteX15" fmla="*/ 511731 w 1140905"/>
              <a:gd name="connsiteY15" fmla="*/ 403375 h 3020740"/>
              <a:gd name="connsiteX16" fmla="*/ 578843 w 1140905"/>
              <a:gd name="connsiteY16" fmla="*/ 344652 h 3020740"/>
              <a:gd name="connsiteX17" fmla="*/ 671122 w 1140905"/>
              <a:gd name="connsiteY17" fmla="*/ 243984 h 3020740"/>
              <a:gd name="connsiteX18" fmla="*/ 713067 w 1140905"/>
              <a:gd name="connsiteY18" fmla="*/ 168483 h 3020740"/>
              <a:gd name="connsiteX19" fmla="*/ 746623 w 1140905"/>
              <a:gd name="connsiteY19" fmla="*/ 134927 h 3020740"/>
              <a:gd name="connsiteX20" fmla="*/ 755012 w 1140905"/>
              <a:gd name="connsiteY20" fmla="*/ 109760 h 3020740"/>
              <a:gd name="connsiteX21" fmla="*/ 813735 w 1140905"/>
              <a:gd name="connsiteY21" fmla="*/ 51037 h 3020740"/>
              <a:gd name="connsiteX22" fmla="*/ 830513 w 1140905"/>
              <a:gd name="connsiteY22" fmla="*/ 25870 h 3020740"/>
              <a:gd name="connsiteX23" fmla="*/ 880847 w 1140905"/>
              <a:gd name="connsiteY23" fmla="*/ 703 h 3020740"/>
              <a:gd name="connsiteX24" fmla="*/ 914403 w 1140905"/>
              <a:gd name="connsiteY24" fmla="*/ 703 h 3020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40905" h="3020740">
                <a:moveTo>
                  <a:pt x="1140905" y="3020740"/>
                </a:moveTo>
                <a:cubicBezTo>
                  <a:pt x="987107" y="3003962"/>
                  <a:pt x="828550" y="3011911"/>
                  <a:pt x="679511" y="2970406"/>
                </a:cubicBezTo>
                <a:cubicBezTo>
                  <a:pt x="601809" y="2948767"/>
                  <a:pt x="538877" y="2889296"/>
                  <a:pt x="478175" y="2836182"/>
                </a:cubicBezTo>
                <a:cubicBezTo>
                  <a:pt x="455804" y="2816608"/>
                  <a:pt x="430568" y="2799890"/>
                  <a:pt x="411063" y="2777459"/>
                </a:cubicBezTo>
                <a:cubicBezTo>
                  <a:pt x="366936" y="2726713"/>
                  <a:pt x="303409" y="2646977"/>
                  <a:pt x="276839" y="2576123"/>
                </a:cubicBezTo>
                <a:cubicBezTo>
                  <a:pt x="268742" y="2554532"/>
                  <a:pt x="265246" y="2531480"/>
                  <a:pt x="260061" y="2509011"/>
                </a:cubicBezTo>
                <a:cubicBezTo>
                  <a:pt x="248467" y="2458770"/>
                  <a:pt x="236153" y="2408660"/>
                  <a:pt x="226505" y="2358009"/>
                </a:cubicBezTo>
                <a:cubicBezTo>
                  <a:pt x="219039" y="2318810"/>
                  <a:pt x="195720" y="2178262"/>
                  <a:pt x="176172" y="2114729"/>
                </a:cubicBezTo>
                <a:cubicBezTo>
                  <a:pt x="74274" y="1783559"/>
                  <a:pt x="173698" y="2112517"/>
                  <a:pt x="83893" y="1863059"/>
                </a:cubicBezTo>
                <a:cubicBezTo>
                  <a:pt x="57696" y="1790290"/>
                  <a:pt x="40909" y="1720490"/>
                  <a:pt x="25170" y="1644945"/>
                </a:cubicBezTo>
                <a:cubicBezTo>
                  <a:pt x="18794" y="1614338"/>
                  <a:pt x="13985" y="1583426"/>
                  <a:pt x="8392" y="1552666"/>
                </a:cubicBezTo>
                <a:cubicBezTo>
                  <a:pt x="3427" y="1388809"/>
                  <a:pt x="-14608" y="1161422"/>
                  <a:pt x="25170" y="998993"/>
                </a:cubicBezTo>
                <a:cubicBezTo>
                  <a:pt x="33662" y="964319"/>
                  <a:pt x="162272" y="766572"/>
                  <a:pt x="184561" y="738934"/>
                </a:cubicBezTo>
                <a:cubicBezTo>
                  <a:pt x="281925" y="618202"/>
                  <a:pt x="298059" y="620624"/>
                  <a:pt x="394285" y="529209"/>
                </a:cubicBezTo>
                <a:cubicBezTo>
                  <a:pt x="422956" y="501972"/>
                  <a:pt x="451192" y="474230"/>
                  <a:pt x="478175" y="445320"/>
                </a:cubicBezTo>
                <a:cubicBezTo>
                  <a:pt x="490392" y="432230"/>
                  <a:pt x="499070" y="416036"/>
                  <a:pt x="511731" y="403375"/>
                </a:cubicBezTo>
                <a:cubicBezTo>
                  <a:pt x="577307" y="337799"/>
                  <a:pt x="513491" y="423074"/>
                  <a:pt x="578843" y="344652"/>
                </a:cubicBezTo>
                <a:cubicBezTo>
                  <a:pt x="780247" y="102967"/>
                  <a:pt x="517488" y="397618"/>
                  <a:pt x="671122" y="243984"/>
                </a:cubicBezTo>
                <a:cubicBezTo>
                  <a:pt x="687859" y="227247"/>
                  <a:pt x="702827" y="183111"/>
                  <a:pt x="713067" y="168483"/>
                </a:cubicBezTo>
                <a:cubicBezTo>
                  <a:pt x="722138" y="155524"/>
                  <a:pt x="735438" y="146112"/>
                  <a:pt x="746623" y="134927"/>
                </a:cubicBezTo>
                <a:cubicBezTo>
                  <a:pt x="749419" y="126538"/>
                  <a:pt x="750325" y="117259"/>
                  <a:pt x="755012" y="109760"/>
                </a:cubicBezTo>
                <a:cubicBezTo>
                  <a:pt x="779921" y="69906"/>
                  <a:pt x="782086" y="72137"/>
                  <a:pt x="813735" y="51037"/>
                </a:cubicBezTo>
                <a:cubicBezTo>
                  <a:pt x="819328" y="42648"/>
                  <a:pt x="823384" y="32999"/>
                  <a:pt x="830513" y="25870"/>
                </a:cubicBezTo>
                <a:cubicBezTo>
                  <a:pt x="841589" y="14794"/>
                  <a:pt x="864927" y="2977"/>
                  <a:pt x="880847" y="703"/>
                </a:cubicBezTo>
                <a:cubicBezTo>
                  <a:pt x="891920" y="-879"/>
                  <a:pt x="903218" y="703"/>
                  <a:pt x="914403" y="703"/>
                </a:cubicBezTo>
              </a:path>
            </a:pathLst>
          </a:custGeom>
          <a:noFill/>
          <a:ln>
            <a:solidFill>
              <a:srgbClr val="FF0000"/>
            </a:solidFill>
            <a:headEnd type="none" w="med" len="med"/>
            <a:tailEnd type="arrow" w="med" len="med"/>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charset="0"/>
            </a:endParaRPr>
          </a:p>
        </p:txBody>
      </p:sp>
      <p:sp>
        <p:nvSpPr>
          <p:cNvPr id="13" name="文本框 12">
            <a:extLst>
              <a:ext uri="{FF2B5EF4-FFF2-40B4-BE49-F238E27FC236}">
                <a16:creationId xmlns:a16="http://schemas.microsoft.com/office/drawing/2014/main" id="{0559DD44-ED82-4861-BF95-800A89D46A44}"/>
              </a:ext>
            </a:extLst>
          </p:cNvPr>
          <p:cNvSpPr txBox="1"/>
          <p:nvPr/>
        </p:nvSpPr>
        <p:spPr>
          <a:xfrm>
            <a:off x="290074" y="5490692"/>
            <a:ext cx="4785982" cy="923330"/>
          </a:xfrm>
          <a:prstGeom prst="rect">
            <a:avLst/>
          </a:prstGeom>
          <a:noFill/>
        </p:spPr>
        <p:txBody>
          <a:bodyPr wrap="square" rtlCol="0">
            <a:spAutoFit/>
          </a:bodyPr>
          <a:lstStyle/>
          <a:p>
            <a:r>
              <a:rPr lang="en-US" altLang="zh-CN" dirty="0"/>
              <a:t>x=90</a:t>
            </a:r>
            <a:r>
              <a:rPr lang="zh-CN" altLang="en-US" dirty="0"/>
              <a:t>的执行过程：首先创建整数</a:t>
            </a:r>
            <a:r>
              <a:rPr lang="en-US" altLang="zh-CN" dirty="0"/>
              <a:t>90</a:t>
            </a:r>
            <a:r>
              <a:rPr lang="zh-CN" altLang="en-US" dirty="0"/>
              <a:t>这个对象，然后把该对象的地址赋值给变量</a:t>
            </a:r>
            <a:r>
              <a:rPr lang="en-US" altLang="zh-CN" dirty="0"/>
              <a:t>x</a:t>
            </a:r>
            <a:r>
              <a:rPr lang="zh-CN" altLang="en-US" dirty="0"/>
              <a:t>，</a:t>
            </a:r>
            <a:r>
              <a:rPr lang="en-US" altLang="zh-CN" dirty="0"/>
              <a:t>x</a:t>
            </a:r>
            <a:r>
              <a:rPr lang="zh-CN" altLang="en-US" dirty="0"/>
              <a:t>就指向了</a:t>
            </a:r>
            <a:r>
              <a:rPr lang="en-US" altLang="zh-CN" dirty="0"/>
              <a:t>90</a:t>
            </a:r>
            <a:r>
              <a:rPr lang="zh-CN" altLang="en-US" dirty="0"/>
              <a:t>这个对象。</a:t>
            </a:r>
          </a:p>
        </p:txBody>
      </p:sp>
      <p:sp>
        <p:nvSpPr>
          <p:cNvPr id="41" name="矩形 40">
            <a:extLst>
              <a:ext uri="{FF2B5EF4-FFF2-40B4-BE49-F238E27FC236}">
                <a16:creationId xmlns:a16="http://schemas.microsoft.com/office/drawing/2014/main" id="{4A6BB5FD-3510-4A3A-B1FA-F7E764178970}"/>
              </a:ext>
            </a:extLst>
          </p:cNvPr>
          <p:cNvSpPr/>
          <p:nvPr/>
        </p:nvSpPr>
        <p:spPr>
          <a:xfrm>
            <a:off x="7746189" y="2204864"/>
            <a:ext cx="1083752" cy="21602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44" name="矩形 43">
            <a:extLst>
              <a:ext uri="{FF2B5EF4-FFF2-40B4-BE49-F238E27FC236}">
                <a16:creationId xmlns:a16="http://schemas.microsoft.com/office/drawing/2014/main" id="{6DB32F23-F260-4494-BFCE-B1B46C2B307F}"/>
              </a:ext>
            </a:extLst>
          </p:cNvPr>
          <p:cNvSpPr/>
          <p:nvPr/>
        </p:nvSpPr>
        <p:spPr>
          <a:xfrm>
            <a:off x="7746189" y="2420888"/>
            <a:ext cx="1083752" cy="21602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45" name="矩形 44">
            <a:extLst>
              <a:ext uri="{FF2B5EF4-FFF2-40B4-BE49-F238E27FC236}">
                <a16:creationId xmlns:a16="http://schemas.microsoft.com/office/drawing/2014/main" id="{40262D7D-A4B2-4383-8579-03B281FCEBFF}"/>
              </a:ext>
            </a:extLst>
          </p:cNvPr>
          <p:cNvSpPr/>
          <p:nvPr/>
        </p:nvSpPr>
        <p:spPr>
          <a:xfrm>
            <a:off x="7746189" y="2645301"/>
            <a:ext cx="1083752" cy="216024"/>
          </a:xfrm>
          <a:prstGeom prst="rect">
            <a:avLst/>
          </a:prstGeom>
          <a:solidFill>
            <a:schemeClr val="tx2">
              <a:lumMod val="40000"/>
              <a:lumOff val="60000"/>
            </a:schemeClr>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46" name="矩形 45">
            <a:extLst>
              <a:ext uri="{FF2B5EF4-FFF2-40B4-BE49-F238E27FC236}">
                <a16:creationId xmlns:a16="http://schemas.microsoft.com/office/drawing/2014/main" id="{BF963E91-0582-4FFA-AA32-CB1AF2D9348D}"/>
              </a:ext>
            </a:extLst>
          </p:cNvPr>
          <p:cNvSpPr/>
          <p:nvPr/>
        </p:nvSpPr>
        <p:spPr>
          <a:xfrm>
            <a:off x="7746189" y="2861325"/>
            <a:ext cx="1083752" cy="216024"/>
          </a:xfrm>
          <a:prstGeom prst="rect">
            <a:avLst/>
          </a:prstGeom>
          <a:solidFill>
            <a:schemeClr val="tx2">
              <a:lumMod val="40000"/>
              <a:lumOff val="60000"/>
            </a:schemeClr>
          </a:solidFill>
          <a:ln>
            <a:solidFill>
              <a:schemeClr val="accent1"/>
            </a:solidFill>
          </a:ln>
        </p:spPr>
        <p:txBody>
          <a:bodyPr wrap="square" rtlCol="0" anchor="ctr">
            <a:spAutoFit/>
          </a:bodyPr>
          <a:lstStyle/>
          <a:p>
            <a:pPr algn="ctr">
              <a:spcAft>
                <a:spcPts val="0"/>
              </a:spcAft>
            </a:pPr>
            <a:endParaRPr lang="zh-CN" altLang="en-US" kern="0" dirty="0">
              <a:solidFill>
                <a:srgbClr val="800000"/>
              </a:solidFill>
              <a:latin typeface="Courier New"/>
              <a:ea typeface="宋体"/>
              <a:cs typeface="Times New Roman"/>
            </a:endParaRPr>
          </a:p>
        </p:txBody>
      </p:sp>
      <p:sp>
        <p:nvSpPr>
          <p:cNvPr id="47" name="矩形 46">
            <a:extLst>
              <a:ext uri="{FF2B5EF4-FFF2-40B4-BE49-F238E27FC236}">
                <a16:creationId xmlns:a16="http://schemas.microsoft.com/office/drawing/2014/main" id="{A19537C0-E07C-4C4E-A5FE-B3DCEB70C78E}"/>
              </a:ext>
            </a:extLst>
          </p:cNvPr>
          <p:cNvSpPr/>
          <p:nvPr/>
        </p:nvSpPr>
        <p:spPr>
          <a:xfrm>
            <a:off x="7746189" y="3077349"/>
            <a:ext cx="1083752" cy="216024"/>
          </a:xfrm>
          <a:prstGeom prst="rect">
            <a:avLst/>
          </a:prstGeom>
          <a:solidFill>
            <a:schemeClr val="tx2">
              <a:lumMod val="40000"/>
              <a:lumOff val="60000"/>
            </a:schemeClr>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48" name="矩形 47">
            <a:extLst>
              <a:ext uri="{FF2B5EF4-FFF2-40B4-BE49-F238E27FC236}">
                <a16:creationId xmlns:a16="http://schemas.microsoft.com/office/drawing/2014/main" id="{FE969915-44B8-4458-945B-691A7DC0413D}"/>
              </a:ext>
            </a:extLst>
          </p:cNvPr>
          <p:cNvSpPr/>
          <p:nvPr/>
        </p:nvSpPr>
        <p:spPr>
          <a:xfrm>
            <a:off x="7746189" y="3293373"/>
            <a:ext cx="1083752" cy="216024"/>
          </a:xfrm>
          <a:prstGeom prst="rect">
            <a:avLst/>
          </a:prstGeom>
          <a:solidFill>
            <a:schemeClr val="tx2">
              <a:lumMod val="40000"/>
              <a:lumOff val="60000"/>
            </a:schemeClr>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49" name="矩形 48">
            <a:extLst>
              <a:ext uri="{FF2B5EF4-FFF2-40B4-BE49-F238E27FC236}">
                <a16:creationId xmlns:a16="http://schemas.microsoft.com/office/drawing/2014/main" id="{88DE673D-3DF7-4A42-91E9-41D3A353C65A}"/>
              </a:ext>
            </a:extLst>
          </p:cNvPr>
          <p:cNvSpPr/>
          <p:nvPr/>
        </p:nvSpPr>
        <p:spPr>
          <a:xfrm>
            <a:off x="7754668" y="3517787"/>
            <a:ext cx="1083752" cy="21602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50" name="矩形 49">
            <a:extLst>
              <a:ext uri="{FF2B5EF4-FFF2-40B4-BE49-F238E27FC236}">
                <a16:creationId xmlns:a16="http://schemas.microsoft.com/office/drawing/2014/main" id="{D3422969-9AD1-4B52-B03F-AC904535BABD}"/>
              </a:ext>
            </a:extLst>
          </p:cNvPr>
          <p:cNvSpPr/>
          <p:nvPr/>
        </p:nvSpPr>
        <p:spPr>
          <a:xfrm>
            <a:off x="7754668" y="3733811"/>
            <a:ext cx="1083752" cy="21602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51" name="矩形 50">
            <a:extLst>
              <a:ext uri="{FF2B5EF4-FFF2-40B4-BE49-F238E27FC236}">
                <a16:creationId xmlns:a16="http://schemas.microsoft.com/office/drawing/2014/main" id="{36BE8621-B804-4912-89D6-E5F3395EB9A1}"/>
              </a:ext>
            </a:extLst>
          </p:cNvPr>
          <p:cNvSpPr/>
          <p:nvPr/>
        </p:nvSpPr>
        <p:spPr>
          <a:xfrm>
            <a:off x="7754668" y="3949835"/>
            <a:ext cx="1083752" cy="21602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52" name="矩形 51">
            <a:extLst>
              <a:ext uri="{FF2B5EF4-FFF2-40B4-BE49-F238E27FC236}">
                <a16:creationId xmlns:a16="http://schemas.microsoft.com/office/drawing/2014/main" id="{FC623E34-DE49-4228-B234-B10F08FD389B}"/>
              </a:ext>
            </a:extLst>
          </p:cNvPr>
          <p:cNvSpPr/>
          <p:nvPr/>
        </p:nvSpPr>
        <p:spPr>
          <a:xfrm>
            <a:off x="7754668" y="4165859"/>
            <a:ext cx="1083752" cy="21602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53" name="文本框 52">
            <a:extLst>
              <a:ext uri="{FF2B5EF4-FFF2-40B4-BE49-F238E27FC236}">
                <a16:creationId xmlns:a16="http://schemas.microsoft.com/office/drawing/2014/main" id="{E5FB8BD9-0CF3-440D-89B7-8E102AD30A77}"/>
              </a:ext>
            </a:extLst>
          </p:cNvPr>
          <p:cNvSpPr txBox="1"/>
          <p:nvPr/>
        </p:nvSpPr>
        <p:spPr>
          <a:xfrm>
            <a:off x="8103123" y="2725699"/>
            <a:ext cx="525327" cy="584775"/>
          </a:xfrm>
          <a:prstGeom prst="rect">
            <a:avLst/>
          </a:prstGeom>
          <a:noFill/>
        </p:spPr>
        <p:txBody>
          <a:bodyPr wrap="square" rtlCol="0">
            <a:spAutoFit/>
          </a:bodyPr>
          <a:lstStyle/>
          <a:p>
            <a:r>
              <a:rPr lang="en-US" altLang="zh-CN" sz="3200" dirty="0"/>
              <a:t>1</a:t>
            </a:r>
            <a:endParaRPr lang="zh-CN" altLang="en-US" sz="3200" dirty="0"/>
          </a:p>
        </p:txBody>
      </p:sp>
      <p:sp>
        <p:nvSpPr>
          <p:cNvPr id="54" name="矩形 53">
            <a:extLst>
              <a:ext uri="{FF2B5EF4-FFF2-40B4-BE49-F238E27FC236}">
                <a16:creationId xmlns:a16="http://schemas.microsoft.com/office/drawing/2014/main" id="{4CE5E4B1-F7B4-4625-8126-A0D2C9DB0662}"/>
              </a:ext>
            </a:extLst>
          </p:cNvPr>
          <p:cNvSpPr/>
          <p:nvPr/>
        </p:nvSpPr>
        <p:spPr>
          <a:xfrm>
            <a:off x="7756215" y="4378515"/>
            <a:ext cx="1083752" cy="216024"/>
          </a:xfrm>
          <a:prstGeom prst="rect">
            <a:avLst/>
          </a:prstGeom>
          <a:solidFill>
            <a:schemeClr val="tx2">
              <a:lumMod val="40000"/>
              <a:lumOff val="60000"/>
            </a:schemeClr>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55" name="矩形 54">
            <a:extLst>
              <a:ext uri="{FF2B5EF4-FFF2-40B4-BE49-F238E27FC236}">
                <a16:creationId xmlns:a16="http://schemas.microsoft.com/office/drawing/2014/main" id="{23E5B8CA-93E7-408E-8302-B18F6C3D679B}"/>
              </a:ext>
            </a:extLst>
          </p:cNvPr>
          <p:cNvSpPr/>
          <p:nvPr/>
        </p:nvSpPr>
        <p:spPr>
          <a:xfrm>
            <a:off x="7756215" y="4594539"/>
            <a:ext cx="1083752" cy="216024"/>
          </a:xfrm>
          <a:prstGeom prst="rect">
            <a:avLst/>
          </a:prstGeom>
          <a:solidFill>
            <a:schemeClr val="tx2">
              <a:lumMod val="40000"/>
              <a:lumOff val="60000"/>
            </a:schemeClr>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56" name="矩形 55">
            <a:extLst>
              <a:ext uri="{FF2B5EF4-FFF2-40B4-BE49-F238E27FC236}">
                <a16:creationId xmlns:a16="http://schemas.microsoft.com/office/drawing/2014/main" id="{01C08F2F-E2A2-41B9-87C3-CCEA4DDB020F}"/>
              </a:ext>
            </a:extLst>
          </p:cNvPr>
          <p:cNvSpPr/>
          <p:nvPr/>
        </p:nvSpPr>
        <p:spPr>
          <a:xfrm>
            <a:off x="7756215" y="4810563"/>
            <a:ext cx="1083752" cy="216024"/>
          </a:xfrm>
          <a:prstGeom prst="rect">
            <a:avLst/>
          </a:prstGeom>
          <a:solidFill>
            <a:schemeClr val="tx2">
              <a:lumMod val="40000"/>
              <a:lumOff val="60000"/>
            </a:schemeClr>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57" name="矩形 56">
            <a:extLst>
              <a:ext uri="{FF2B5EF4-FFF2-40B4-BE49-F238E27FC236}">
                <a16:creationId xmlns:a16="http://schemas.microsoft.com/office/drawing/2014/main" id="{58EC71D4-9823-438E-B2CE-4BE7D02EB45B}"/>
              </a:ext>
            </a:extLst>
          </p:cNvPr>
          <p:cNvSpPr/>
          <p:nvPr/>
        </p:nvSpPr>
        <p:spPr>
          <a:xfrm>
            <a:off x="7756215" y="5026587"/>
            <a:ext cx="1083752" cy="216024"/>
          </a:xfrm>
          <a:prstGeom prst="rect">
            <a:avLst/>
          </a:prstGeom>
          <a:solidFill>
            <a:schemeClr val="tx2">
              <a:lumMod val="40000"/>
              <a:lumOff val="60000"/>
            </a:schemeClr>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58" name="矩形 57">
            <a:extLst>
              <a:ext uri="{FF2B5EF4-FFF2-40B4-BE49-F238E27FC236}">
                <a16:creationId xmlns:a16="http://schemas.microsoft.com/office/drawing/2014/main" id="{882EED29-B47B-4B0C-8F94-52AE878B81F4}"/>
              </a:ext>
            </a:extLst>
          </p:cNvPr>
          <p:cNvSpPr/>
          <p:nvPr/>
        </p:nvSpPr>
        <p:spPr>
          <a:xfrm>
            <a:off x="7754668" y="5244647"/>
            <a:ext cx="1083752" cy="21602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59" name="矩形 58">
            <a:extLst>
              <a:ext uri="{FF2B5EF4-FFF2-40B4-BE49-F238E27FC236}">
                <a16:creationId xmlns:a16="http://schemas.microsoft.com/office/drawing/2014/main" id="{C54A678C-376D-4C88-8AE6-CC76DF71ED4E}"/>
              </a:ext>
            </a:extLst>
          </p:cNvPr>
          <p:cNvSpPr/>
          <p:nvPr/>
        </p:nvSpPr>
        <p:spPr>
          <a:xfrm>
            <a:off x="7754668" y="5460671"/>
            <a:ext cx="1083752" cy="21602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60" name="矩形 59">
            <a:extLst>
              <a:ext uri="{FF2B5EF4-FFF2-40B4-BE49-F238E27FC236}">
                <a16:creationId xmlns:a16="http://schemas.microsoft.com/office/drawing/2014/main" id="{0B389E8D-50AD-42CE-844F-858738271FAD}"/>
              </a:ext>
            </a:extLst>
          </p:cNvPr>
          <p:cNvSpPr/>
          <p:nvPr/>
        </p:nvSpPr>
        <p:spPr>
          <a:xfrm>
            <a:off x="7754668" y="5676695"/>
            <a:ext cx="1083752" cy="216024"/>
          </a:xfrm>
          <a:prstGeom prst="rect">
            <a:avLst/>
          </a:prstGeom>
          <a:ln>
            <a:solidFill>
              <a:schemeClr val="accent1"/>
            </a:solidFill>
          </a:ln>
        </p:spPr>
        <p:txBody>
          <a:bodyPr wrap="square" rtlCol="0" anchor="ctr">
            <a:spAutoFit/>
          </a:bodyPr>
          <a:lstStyle/>
          <a:p>
            <a:pPr algn="ctr">
              <a:spcAft>
                <a:spcPts val="0"/>
              </a:spcAft>
            </a:pPr>
            <a:endParaRPr lang="zh-CN" altLang="en-US" kern="0" dirty="0">
              <a:solidFill>
                <a:srgbClr val="800000"/>
              </a:solidFill>
              <a:latin typeface="Courier New"/>
              <a:ea typeface="宋体"/>
              <a:cs typeface="Times New Roman"/>
            </a:endParaRPr>
          </a:p>
        </p:txBody>
      </p:sp>
      <p:sp>
        <p:nvSpPr>
          <p:cNvPr id="61" name="矩形 60">
            <a:extLst>
              <a:ext uri="{FF2B5EF4-FFF2-40B4-BE49-F238E27FC236}">
                <a16:creationId xmlns:a16="http://schemas.microsoft.com/office/drawing/2014/main" id="{88544F29-FB7F-4327-92BE-93B144DCB0E4}"/>
              </a:ext>
            </a:extLst>
          </p:cNvPr>
          <p:cNvSpPr/>
          <p:nvPr/>
        </p:nvSpPr>
        <p:spPr>
          <a:xfrm>
            <a:off x="7754668" y="5892719"/>
            <a:ext cx="1083752" cy="21602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62" name="文本框 61">
            <a:extLst>
              <a:ext uri="{FF2B5EF4-FFF2-40B4-BE49-F238E27FC236}">
                <a16:creationId xmlns:a16="http://schemas.microsoft.com/office/drawing/2014/main" id="{D4E52481-BC3A-4150-A468-2DEC26A0B98D}"/>
              </a:ext>
            </a:extLst>
          </p:cNvPr>
          <p:cNvSpPr txBox="1"/>
          <p:nvPr/>
        </p:nvSpPr>
        <p:spPr>
          <a:xfrm>
            <a:off x="7961659" y="4493691"/>
            <a:ext cx="834609" cy="584775"/>
          </a:xfrm>
          <a:prstGeom prst="rect">
            <a:avLst/>
          </a:prstGeom>
          <a:noFill/>
        </p:spPr>
        <p:txBody>
          <a:bodyPr wrap="square" rtlCol="0">
            <a:spAutoFit/>
          </a:bodyPr>
          <a:lstStyle/>
          <a:p>
            <a:r>
              <a:rPr lang="en-US" altLang="zh-CN" sz="3200" dirty="0"/>
              <a:t>90</a:t>
            </a:r>
            <a:endParaRPr lang="zh-CN" altLang="en-US" sz="3200" dirty="0"/>
          </a:p>
        </p:txBody>
      </p:sp>
      <p:sp>
        <p:nvSpPr>
          <p:cNvPr id="63" name="文本框 62">
            <a:extLst>
              <a:ext uri="{FF2B5EF4-FFF2-40B4-BE49-F238E27FC236}">
                <a16:creationId xmlns:a16="http://schemas.microsoft.com/office/drawing/2014/main" id="{20988BC3-545A-4139-9BF3-7ECE9922BCAB}"/>
              </a:ext>
            </a:extLst>
          </p:cNvPr>
          <p:cNvSpPr txBox="1"/>
          <p:nvPr/>
        </p:nvSpPr>
        <p:spPr>
          <a:xfrm>
            <a:off x="6894972" y="2580208"/>
            <a:ext cx="1026969" cy="369332"/>
          </a:xfrm>
          <a:prstGeom prst="rect">
            <a:avLst/>
          </a:prstGeom>
          <a:noFill/>
        </p:spPr>
        <p:txBody>
          <a:bodyPr wrap="square" rtlCol="0">
            <a:spAutoFit/>
          </a:bodyPr>
          <a:lstStyle/>
          <a:p>
            <a:r>
              <a:rPr lang="en-US" altLang="zh-CN" dirty="0">
                <a:solidFill>
                  <a:schemeClr val="accent2">
                    <a:lumMod val="75000"/>
                  </a:schemeClr>
                </a:solidFill>
              </a:rPr>
              <a:t>30000</a:t>
            </a:r>
            <a:endParaRPr lang="zh-CN" altLang="en-US" dirty="0"/>
          </a:p>
        </p:txBody>
      </p:sp>
      <p:sp>
        <p:nvSpPr>
          <p:cNvPr id="64" name="文本框 63">
            <a:extLst>
              <a:ext uri="{FF2B5EF4-FFF2-40B4-BE49-F238E27FC236}">
                <a16:creationId xmlns:a16="http://schemas.microsoft.com/office/drawing/2014/main" id="{8DC63C96-2602-4A7C-AF9F-75D48E9F47DD}"/>
              </a:ext>
            </a:extLst>
          </p:cNvPr>
          <p:cNvSpPr txBox="1"/>
          <p:nvPr/>
        </p:nvSpPr>
        <p:spPr>
          <a:xfrm>
            <a:off x="7824380" y="5388995"/>
            <a:ext cx="853095" cy="369332"/>
          </a:xfrm>
          <a:prstGeom prst="rect">
            <a:avLst/>
          </a:prstGeom>
          <a:noFill/>
        </p:spPr>
        <p:txBody>
          <a:bodyPr wrap="square">
            <a:spAutoFit/>
          </a:bodyPr>
          <a:lstStyle/>
          <a:p>
            <a:r>
              <a:rPr lang="en-US" altLang="zh-CN" dirty="0"/>
              <a:t>50000</a:t>
            </a:r>
            <a:endParaRPr lang="zh-CN" altLang="en-US" dirty="0"/>
          </a:p>
        </p:txBody>
      </p:sp>
      <p:sp>
        <p:nvSpPr>
          <p:cNvPr id="65" name="文本框 64">
            <a:extLst>
              <a:ext uri="{FF2B5EF4-FFF2-40B4-BE49-F238E27FC236}">
                <a16:creationId xmlns:a16="http://schemas.microsoft.com/office/drawing/2014/main" id="{6BF6CA9D-3ADB-40D4-A029-C572FB72D732}"/>
              </a:ext>
            </a:extLst>
          </p:cNvPr>
          <p:cNvSpPr txBox="1"/>
          <p:nvPr/>
        </p:nvSpPr>
        <p:spPr>
          <a:xfrm>
            <a:off x="8846900" y="5371894"/>
            <a:ext cx="289281" cy="369332"/>
          </a:xfrm>
          <a:prstGeom prst="rect">
            <a:avLst/>
          </a:prstGeom>
          <a:noFill/>
        </p:spPr>
        <p:txBody>
          <a:bodyPr wrap="square" rtlCol="0">
            <a:spAutoFit/>
          </a:bodyPr>
          <a:lstStyle/>
          <a:p>
            <a:r>
              <a:rPr lang="en-US" altLang="zh-CN" dirty="0"/>
              <a:t>x</a:t>
            </a:r>
            <a:endParaRPr lang="zh-CN" altLang="en-US" dirty="0"/>
          </a:p>
        </p:txBody>
      </p:sp>
      <p:sp>
        <p:nvSpPr>
          <p:cNvPr id="66" name="文本框 65">
            <a:extLst>
              <a:ext uri="{FF2B5EF4-FFF2-40B4-BE49-F238E27FC236}">
                <a16:creationId xmlns:a16="http://schemas.microsoft.com/office/drawing/2014/main" id="{E405DEC6-613C-47CD-800C-AB211E859D4A}"/>
              </a:ext>
            </a:extLst>
          </p:cNvPr>
          <p:cNvSpPr txBox="1"/>
          <p:nvPr/>
        </p:nvSpPr>
        <p:spPr>
          <a:xfrm>
            <a:off x="8850746" y="5608312"/>
            <a:ext cx="289281" cy="369332"/>
          </a:xfrm>
          <a:prstGeom prst="rect">
            <a:avLst/>
          </a:prstGeom>
          <a:noFill/>
        </p:spPr>
        <p:txBody>
          <a:bodyPr wrap="square" rtlCol="0">
            <a:spAutoFit/>
          </a:bodyPr>
          <a:lstStyle/>
          <a:p>
            <a:r>
              <a:rPr lang="en-US" altLang="zh-CN" dirty="0"/>
              <a:t>y</a:t>
            </a:r>
            <a:endParaRPr lang="zh-CN" altLang="en-US" dirty="0"/>
          </a:p>
        </p:txBody>
      </p:sp>
      <p:sp>
        <p:nvSpPr>
          <p:cNvPr id="67" name="文本框 66">
            <a:extLst>
              <a:ext uri="{FF2B5EF4-FFF2-40B4-BE49-F238E27FC236}">
                <a16:creationId xmlns:a16="http://schemas.microsoft.com/office/drawing/2014/main" id="{4E6DA9B6-5D08-4927-8CED-6012DC0E8344}"/>
              </a:ext>
            </a:extLst>
          </p:cNvPr>
          <p:cNvSpPr txBox="1"/>
          <p:nvPr/>
        </p:nvSpPr>
        <p:spPr>
          <a:xfrm>
            <a:off x="6975378" y="4328241"/>
            <a:ext cx="849002" cy="369332"/>
          </a:xfrm>
          <a:prstGeom prst="rect">
            <a:avLst/>
          </a:prstGeom>
          <a:noFill/>
        </p:spPr>
        <p:txBody>
          <a:bodyPr wrap="square">
            <a:spAutoFit/>
          </a:bodyPr>
          <a:lstStyle/>
          <a:p>
            <a:r>
              <a:rPr lang="en-US" altLang="zh-CN" dirty="0">
                <a:solidFill>
                  <a:schemeClr val="accent2">
                    <a:lumMod val="75000"/>
                  </a:schemeClr>
                </a:solidFill>
              </a:rPr>
              <a:t>50000</a:t>
            </a:r>
            <a:endParaRPr lang="zh-CN" altLang="en-US" dirty="0"/>
          </a:p>
        </p:txBody>
      </p:sp>
      <p:sp>
        <p:nvSpPr>
          <p:cNvPr id="68" name="文本框 67">
            <a:extLst>
              <a:ext uri="{FF2B5EF4-FFF2-40B4-BE49-F238E27FC236}">
                <a16:creationId xmlns:a16="http://schemas.microsoft.com/office/drawing/2014/main" id="{970E6F0E-D8F8-4417-A4C7-A84F1810EB2E}"/>
              </a:ext>
            </a:extLst>
          </p:cNvPr>
          <p:cNvSpPr txBox="1"/>
          <p:nvPr/>
        </p:nvSpPr>
        <p:spPr>
          <a:xfrm>
            <a:off x="7824380" y="5614860"/>
            <a:ext cx="853095" cy="369332"/>
          </a:xfrm>
          <a:prstGeom prst="rect">
            <a:avLst/>
          </a:prstGeom>
          <a:noFill/>
        </p:spPr>
        <p:txBody>
          <a:bodyPr wrap="square">
            <a:spAutoFit/>
          </a:bodyPr>
          <a:lstStyle/>
          <a:p>
            <a:r>
              <a:rPr lang="en-US" altLang="zh-CN" dirty="0"/>
              <a:t>30000</a:t>
            </a:r>
            <a:endParaRPr lang="zh-CN" altLang="en-US" dirty="0"/>
          </a:p>
        </p:txBody>
      </p:sp>
      <p:sp>
        <p:nvSpPr>
          <p:cNvPr id="69" name="任意多边形: 形状 68">
            <a:extLst>
              <a:ext uri="{FF2B5EF4-FFF2-40B4-BE49-F238E27FC236}">
                <a16:creationId xmlns:a16="http://schemas.microsoft.com/office/drawing/2014/main" id="{055ED483-A174-4162-96F0-8D8966614613}"/>
              </a:ext>
            </a:extLst>
          </p:cNvPr>
          <p:cNvSpPr/>
          <p:nvPr/>
        </p:nvSpPr>
        <p:spPr>
          <a:xfrm>
            <a:off x="7485669" y="4493691"/>
            <a:ext cx="267451" cy="1073106"/>
          </a:xfrm>
          <a:custGeom>
            <a:avLst/>
            <a:gdLst>
              <a:gd name="connsiteX0" fmla="*/ 1236656 w 1236656"/>
              <a:gd name="connsiteY0" fmla="*/ 2801923 h 2801923"/>
              <a:gd name="connsiteX1" fmla="*/ 1060487 w 1236656"/>
              <a:gd name="connsiteY1" fmla="*/ 2743200 h 2801923"/>
              <a:gd name="connsiteX2" fmla="*/ 699760 w 1236656"/>
              <a:gd name="connsiteY2" fmla="*/ 2600587 h 2801923"/>
              <a:gd name="connsiteX3" fmla="*/ 573925 w 1236656"/>
              <a:gd name="connsiteY3" fmla="*/ 2516697 h 2801923"/>
              <a:gd name="connsiteX4" fmla="*/ 506813 w 1236656"/>
              <a:gd name="connsiteY4" fmla="*/ 2449585 h 2801923"/>
              <a:gd name="connsiteX5" fmla="*/ 473257 w 1236656"/>
              <a:gd name="connsiteY5" fmla="*/ 2416029 h 2801923"/>
              <a:gd name="connsiteX6" fmla="*/ 431312 w 1236656"/>
              <a:gd name="connsiteY6" fmla="*/ 2365695 h 2801923"/>
              <a:gd name="connsiteX7" fmla="*/ 372589 w 1236656"/>
              <a:gd name="connsiteY7" fmla="*/ 2315362 h 2801923"/>
              <a:gd name="connsiteX8" fmla="*/ 271922 w 1236656"/>
              <a:gd name="connsiteY8" fmla="*/ 2164360 h 2801923"/>
              <a:gd name="connsiteX9" fmla="*/ 204810 w 1236656"/>
              <a:gd name="connsiteY9" fmla="*/ 2072081 h 2801923"/>
              <a:gd name="connsiteX10" fmla="*/ 104142 w 1236656"/>
              <a:gd name="connsiteY10" fmla="*/ 1862356 h 2801923"/>
              <a:gd name="connsiteX11" fmla="*/ 62197 w 1236656"/>
              <a:gd name="connsiteY11" fmla="*/ 1770077 h 2801923"/>
              <a:gd name="connsiteX12" fmla="*/ 11863 w 1236656"/>
              <a:gd name="connsiteY12" fmla="*/ 1585519 h 2801923"/>
              <a:gd name="connsiteX13" fmla="*/ 11863 w 1236656"/>
              <a:gd name="connsiteY13" fmla="*/ 1124125 h 2801923"/>
              <a:gd name="connsiteX14" fmla="*/ 171254 w 1236656"/>
              <a:gd name="connsiteY14" fmla="*/ 830510 h 2801923"/>
              <a:gd name="connsiteX15" fmla="*/ 246755 w 1236656"/>
              <a:gd name="connsiteY15" fmla="*/ 738231 h 2801923"/>
              <a:gd name="connsiteX16" fmla="*/ 305478 w 1236656"/>
              <a:gd name="connsiteY16" fmla="*/ 687897 h 2801923"/>
              <a:gd name="connsiteX17" fmla="*/ 364200 w 1236656"/>
              <a:gd name="connsiteY17" fmla="*/ 612396 h 2801923"/>
              <a:gd name="connsiteX18" fmla="*/ 422923 w 1236656"/>
              <a:gd name="connsiteY18" fmla="*/ 562062 h 2801923"/>
              <a:gd name="connsiteX19" fmla="*/ 540369 w 1236656"/>
              <a:gd name="connsiteY19" fmla="*/ 453006 h 2801923"/>
              <a:gd name="connsiteX20" fmla="*/ 573925 w 1236656"/>
              <a:gd name="connsiteY20" fmla="*/ 436228 h 2801923"/>
              <a:gd name="connsiteX21" fmla="*/ 590703 w 1236656"/>
              <a:gd name="connsiteY21" fmla="*/ 411061 h 2801923"/>
              <a:gd name="connsiteX22" fmla="*/ 615870 w 1236656"/>
              <a:gd name="connsiteY22" fmla="*/ 402672 h 2801923"/>
              <a:gd name="connsiteX23" fmla="*/ 624259 w 1236656"/>
              <a:gd name="connsiteY23" fmla="*/ 377505 h 2801923"/>
              <a:gd name="connsiteX24" fmla="*/ 657815 w 1236656"/>
              <a:gd name="connsiteY24" fmla="*/ 360727 h 2801923"/>
              <a:gd name="connsiteX25" fmla="*/ 708149 w 1236656"/>
              <a:gd name="connsiteY25" fmla="*/ 302004 h 2801923"/>
              <a:gd name="connsiteX26" fmla="*/ 817206 w 1236656"/>
              <a:gd name="connsiteY26" fmla="*/ 209725 h 2801923"/>
              <a:gd name="connsiteX27" fmla="*/ 833984 w 1236656"/>
              <a:gd name="connsiteY27" fmla="*/ 184558 h 2801923"/>
              <a:gd name="connsiteX28" fmla="*/ 884318 w 1236656"/>
              <a:gd name="connsiteY28" fmla="*/ 134224 h 2801923"/>
              <a:gd name="connsiteX29" fmla="*/ 901096 w 1236656"/>
              <a:gd name="connsiteY29" fmla="*/ 109057 h 2801923"/>
              <a:gd name="connsiteX30" fmla="*/ 909485 w 1236656"/>
              <a:gd name="connsiteY30" fmla="*/ 83890 h 2801923"/>
              <a:gd name="connsiteX31" fmla="*/ 934652 w 1236656"/>
              <a:gd name="connsiteY31" fmla="*/ 75501 h 2801923"/>
              <a:gd name="connsiteX32" fmla="*/ 951430 w 1236656"/>
              <a:gd name="connsiteY32" fmla="*/ 50334 h 2801923"/>
              <a:gd name="connsiteX33" fmla="*/ 984986 w 1236656"/>
              <a:gd name="connsiteY33" fmla="*/ 33556 h 2801923"/>
              <a:gd name="connsiteX34" fmla="*/ 1035320 w 1236656"/>
              <a:gd name="connsiteY34" fmla="*/ 16778 h 2801923"/>
              <a:gd name="connsiteX35" fmla="*/ 1060487 w 1236656"/>
              <a:gd name="connsiteY35" fmla="*/ 8389 h 2801923"/>
              <a:gd name="connsiteX36" fmla="*/ 1077265 w 1236656"/>
              <a:gd name="connsiteY36" fmla="*/ 0 h 2801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236656" h="2801923">
                <a:moveTo>
                  <a:pt x="1236656" y="2801923"/>
                </a:moveTo>
                <a:cubicBezTo>
                  <a:pt x="1110164" y="2751326"/>
                  <a:pt x="1336785" y="2840717"/>
                  <a:pt x="1060487" y="2743200"/>
                </a:cubicBezTo>
                <a:cubicBezTo>
                  <a:pt x="971209" y="2711690"/>
                  <a:pt x="805687" y="2660171"/>
                  <a:pt x="699760" y="2600587"/>
                </a:cubicBezTo>
                <a:cubicBezTo>
                  <a:pt x="674288" y="2586259"/>
                  <a:pt x="597545" y="2537168"/>
                  <a:pt x="573925" y="2516697"/>
                </a:cubicBezTo>
                <a:cubicBezTo>
                  <a:pt x="550017" y="2495977"/>
                  <a:pt x="529184" y="2471956"/>
                  <a:pt x="506813" y="2449585"/>
                </a:cubicBezTo>
                <a:cubicBezTo>
                  <a:pt x="495628" y="2438400"/>
                  <a:pt x="483384" y="2428181"/>
                  <a:pt x="473257" y="2416029"/>
                </a:cubicBezTo>
                <a:cubicBezTo>
                  <a:pt x="459275" y="2399251"/>
                  <a:pt x="446755" y="2381138"/>
                  <a:pt x="431312" y="2365695"/>
                </a:cubicBezTo>
                <a:cubicBezTo>
                  <a:pt x="413082" y="2347465"/>
                  <a:pt x="390132" y="2334254"/>
                  <a:pt x="372589" y="2315362"/>
                </a:cubicBezTo>
                <a:cubicBezTo>
                  <a:pt x="323195" y="2262168"/>
                  <a:pt x="312730" y="2225572"/>
                  <a:pt x="271922" y="2164360"/>
                </a:cubicBezTo>
                <a:cubicBezTo>
                  <a:pt x="250824" y="2132714"/>
                  <a:pt x="223281" y="2105329"/>
                  <a:pt x="204810" y="2072081"/>
                </a:cubicBezTo>
                <a:cubicBezTo>
                  <a:pt x="167151" y="2004295"/>
                  <a:pt x="137254" y="1932476"/>
                  <a:pt x="104142" y="1862356"/>
                </a:cubicBezTo>
                <a:cubicBezTo>
                  <a:pt x="89714" y="1831803"/>
                  <a:pt x="71906" y="1802440"/>
                  <a:pt x="62197" y="1770077"/>
                </a:cubicBezTo>
                <a:cubicBezTo>
                  <a:pt x="27091" y="1653057"/>
                  <a:pt x="44111" y="1714510"/>
                  <a:pt x="11863" y="1585519"/>
                </a:cubicBezTo>
                <a:cubicBezTo>
                  <a:pt x="-357" y="1402219"/>
                  <a:pt x="-7189" y="1357517"/>
                  <a:pt x="11863" y="1124125"/>
                </a:cubicBezTo>
                <a:cubicBezTo>
                  <a:pt x="18591" y="1041708"/>
                  <a:pt x="169336" y="832854"/>
                  <a:pt x="171254" y="830510"/>
                </a:cubicBezTo>
                <a:cubicBezTo>
                  <a:pt x="196421" y="799750"/>
                  <a:pt x="219516" y="767172"/>
                  <a:pt x="246755" y="738231"/>
                </a:cubicBezTo>
                <a:cubicBezTo>
                  <a:pt x="264424" y="719457"/>
                  <a:pt x="287887" y="706744"/>
                  <a:pt x="305478" y="687897"/>
                </a:cubicBezTo>
                <a:cubicBezTo>
                  <a:pt x="327232" y="664589"/>
                  <a:pt x="342446" y="635704"/>
                  <a:pt x="364200" y="612396"/>
                </a:cubicBezTo>
                <a:cubicBezTo>
                  <a:pt x="381791" y="593549"/>
                  <a:pt x="404180" y="579764"/>
                  <a:pt x="422923" y="562062"/>
                </a:cubicBezTo>
                <a:cubicBezTo>
                  <a:pt x="469540" y="518035"/>
                  <a:pt x="491243" y="481078"/>
                  <a:pt x="540369" y="453006"/>
                </a:cubicBezTo>
                <a:cubicBezTo>
                  <a:pt x="551227" y="446801"/>
                  <a:pt x="562740" y="441821"/>
                  <a:pt x="573925" y="436228"/>
                </a:cubicBezTo>
                <a:cubicBezTo>
                  <a:pt x="579518" y="427839"/>
                  <a:pt x="582830" y="417359"/>
                  <a:pt x="590703" y="411061"/>
                </a:cubicBezTo>
                <a:cubicBezTo>
                  <a:pt x="597608" y="405537"/>
                  <a:pt x="609617" y="408925"/>
                  <a:pt x="615870" y="402672"/>
                </a:cubicBezTo>
                <a:cubicBezTo>
                  <a:pt x="622123" y="396419"/>
                  <a:pt x="618006" y="383758"/>
                  <a:pt x="624259" y="377505"/>
                </a:cubicBezTo>
                <a:cubicBezTo>
                  <a:pt x="633102" y="368662"/>
                  <a:pt x="647811" y="368230"/>
                  <a:pt x="657815" y="360727"/>
                </a:cubicBezTo>
                <a:cubicBezTo>
                  <a:pt x="766935" y="278887"/>
                  <a:pt x="638978" y="366564"/>
                  <a:pt x="708149" y="302004"/>
                </a:cubicBezTo>
                <a:cubicBezTo>
                  <a:pt x="742962" y="269512"/>
                  <a:pt x="790791" y="249347"/>
                  <a:pt x="817206" y="209725"/>
                </a:cubicBezTo>
                <a:cubicBezTo>
                  <a:pt x="822799" y="201336"/>
                  <a:pt x="827286" y="192094"/>
                  <a:pt x="833984" y="184558"/>
                </a:cubicBezTo>
                <a:cubicBezTo>
                  <a:pt x="849748" y="166824"/>
                  <a:pt x="871156" y="153967"/>
                  <a:pt x="884318" y="134224"/>
                </a:cubicBezTo>
                <a:cubicBezTo>
                  <a:pt x="889911" y="125835"/>
                  <a:pt x="896587" y="118075"/>
                  <a:pt x="901096" y="109057"/>
                </a:cubicBezTo>
                <a:cubicBezTo>
                  <a:pt x="905051" y="101148"/>
                  <a:pt x="903232" y="90143"/>
                  <a:pt x="909485" y="83890"/>
                </a:cubicBezTo>
                <a:cubicBezTo>
                  <a:pt x="915738" y="77637"/>
                  <a:pt x="926263" y="78297"/>
                  <a:pt x="934652" y="75501"/>
                </a:cubicBezTo>
                <a:cubicBezTo>
                  <a:pt x="940245" y="67112"/>
                  <a:pt x="943685" y="56789"/>
                  <a:pt x="951430" y="50334"/>
                </a:cubicBezTo>
                <a:cubicBezTo>
                  <a:pt x="961037" y="42328"/>
                  <a:pt x="973375" y="38200"/>
                  <a:pt x="984986" y="33556"/>
                </a:cubicBezTo>
                <a:cubicBezTo>
                  <a:pt x="1001407" y="26988"/>
                  <a:pt x="1018542" y="22371"/>
                  <a:pt x="1035320" y="16778"/>
                </a:cubicBezTo>
                <a:cubicBezTo>
                  <a:pt x="1043709" y="13982"/>
                  <a:pt x="1052578" y="12344"/>
                  <a:pt x="1060487" y="8389"/>
                </a:cubicBezTo>
                <a:lnTo>
                  <a:pt x="1077265" y="0"/>
                </a:lnTo>
              </a:path>
            </a:pathLst>
          </a:custGeom>
          <a:noFill/>
          <a:ln>
            <a:solidFill>
              <a:schemeClr val="accent1"/>
            </a:solidFill>
            <a:headEnd type="none" w="med" len="med"/>
            <a:tailEnd type="arrow" w="med" len="med"/>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charset="0"/>
            </a:endParaRPr>
          </a:p>
        </p:txBody>
      </p:sp>
      <p:sp>
        <p:nvSpPr>
          <p:cNvPr id="70" name="任意多边形: 形状 69">
            <a:extLst>
              <a:ext uri="{FF2B5EF4-FFF2-40B4-BE49-F238E27FC236}">
                <a16:creationId xmlns:a16="http://schemas.microsoft.com/office/drawing/2014/main" id="{866FF4B0-504C-42A5-88CF-C634DD0DED2D}"/>
              </a:ext>
            </a:extLst>
          </p:cNvPr>
          <p:cNvSpPr/>
          <p:nvPr/>
        </p:nvSpPr>
        <p:spPr>
          <a:xfrm>
            <a:off x="7317277" y="2771305"/>
            <a:ext cx="510949" cy="3005218"/>
          </a:xfrm>
          <a:custGeom>
            <a:avLst/>
            <a:gdLst>
              <a:gd name="connsiteX0" fmla="*/ 1140905 w 1140905"/>
              <a:gd name="connsiteY0" fmla="*/ 3020740 h 3020740"/>
              <a:gd name="connsiteX1" fmla="*/ 679511 w 1140905"/>
              <a:gd name="connsiteY1" fmla="*/ 2970406 h 3020740"/>
              <a:gd name="connsiteX2" fmla="*/ 478175 w 1140905"/>
              <a:gd name="connsiteY2" fmla="*/ 2836182 h 3020740"/>
              <a:gd name="connsiteX3" fmla="*/ 411063 w 1140905"/>
              <a:gd name="connsiteY3" fmla="*/ 2777459 h 3020740"/>
              <a:gd name="connsiteX4" fmla="*/ 276839 w 1140905"/>
              <a:gd name="connsiteY4" fmla="*/ 2576123 h 3020740"/>
              <a:gd name="connsiteX5" fmla="*/ 260061 w 1140905"/>
              <a:gd name="connsiteY5" fmla="*/ 2509011 h 3020740"/>
              <a:gd name="connsiteX6" fmla="*/ 226505 w 1140905"/>
              <a:gd name="connsiteY6" fmla="*/ 2358009 h 3020740"/>
              <a:gd name="connsiteX7" fmla="*/ 176172 w 1140905"/>
              <a:gd name="connsiteY7" fmla="*/ 2114729 h 3020740"/>
              <a:gd name="connsiteX8" fmla="*/ 83893 w 1140905"/>
              <a:gd name="connsiteY8" fmla="*/ 1863059 h 3020740"/>
              <a:gd name="connsiteX9" fmla="*/ 25170 w 1140905"/>
              <a:gd name="connsiteY9" fmla="*/ 1644945 h 3020740"/>
              <a:gd name="connsiteX10" fmla="*/ 8392 w 1140905"/>
              <a:gd name="connsiteY10" fmla="*/ 1552666 h 3020740"/>
              <a:gd name="connsiteX11" fmla="*/ 25170 w 1140905"/>
              <a:gd name="connsiteY11" fmla="*/ 998993 h 3020740"/>
              <a:gd name="connsiteX12" fmla="*/ 184561 w 1140905"/>
              <a:gd name="connsiteY12" fmla="*/ 738934 h 3020740"/>
              <a:gd name="connsiteX13" fmla="*/ 394285 w 1140905"/>
              <a:gd name="connsiteY13" fmla="*/ 529209 h 3020740"/>
              <a:gd name="connsiteX14" fmla="*/ 478175 w 1140905"/>
              <a:gd name="connsiteY14" fmla="*/ 445320 h 3020740"/>
              <a:gd name="connsiteX15" fmla="*/ 511731 w 1140905"/>
              <a:gd name="connsiteY15" fmla="*/ 403375 h 3020740"/>
              <a:gd name="connsiteX16" fmla="*/ 578843 w 1140905"/>
              <a:gd name="connsiteY16" fmla="*/ 344652 h 3020740"/>
              <a:gd name="connsiteX17" fmla="*/ 671122 w 1140905"/>
              <a:gd name="connsiteY17" fmla="*/ 243984 h 3020740"/>
              <a:gd name="connsiteX18" fmla="*/ 713067 w 1140905"/>
              <a:gd name="connsiteY18" fmla="*/ 168483 h 3020740"/>
              <a:gd name="connsiteX19" fmla="*/ 746623 w 1140905"/>
              <a:gd name="connsiteY19" fmla="*/ 134927 h 3020740"/>
              <a:gd name="connsiteX20" fmla="*/ 755012 w 1140905"/>
              <a:gd name="connsiteY20" fmla="*/ 109760 h 3020740"/>
              <a:gd name="connsiteX21" fmla="*/ 813735 w 1140905"/>
              <a:gd name="connsiteY21" fmla="*/ 51037 h 3020740"/>
              <a:gd name="connsiteX22" fmla="*/ 830513 w 1140905"/>
              <a:gd name="connsiteY22" fmla="*/ 25870 h 3020740"/>
              <a:gd name="connsiteX23" fmla="*/ 880847 w 1140905"/>
              <a:gd name="connsiteY23" fmla="*/ 703 h 3020740"/>
              <a:gd name="connsiteX24" fmla="*/ 914403 w 1140905"/>
              <a:gd name="connsiteY24" fmla="*/ 703 h 3020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40905" h="3020740">
                <a:moveTo>
                  <a:pt x="1140905" y="3020740"/>
                </a:moveTo>
                <a:cubicBezTo>
                  <a:pt x="987107" y="3003962"/>
                  <a:pt x="828550" y="3011911"/>
                  <a:pt x="679511" y="2970406"/>
                </a:cubicBezTo>
                <a:cubicBezTo>
                  <a:pt x="601809" y="2948767"/>
                  <a:pt x="538877" y="2889296"/>
                  <a:pt x="478175" y="2836182"/>
                </a:cubicBezTo>
                <a:cubicBezTo>
                  <a:pt x="455804" y="2816608"/>
                  <a:pt x="430568" y="2799890"/>
                  <a:pt x="411063" y="2777459"/>
                </a:cubicBezTo>
                <a:cubicBezTo>
                  <a:pt x="366936" y="2726713"/>
                  <a:pt x="303409" y="2646977"/>
                  <a:pt x="276839" y="2576123"/>
                </a:cubicBezTo>
                <a:cubicBezTo>
                  <a:pt x="268742" y="2554532"/>
                  <a:pt x="265246" y="2531480"/>
                  <a:pt x="260061" y="2509011"/>
                </a:cubicBezTo>
                <a:cubicBezTo>
                  <a:pt x="248467" y="2458770"/>
                  <a:pt x="236153" y="2408660"/>
                  <a:pt x="226505" y="2358009"/>
                </a:cubicBezTo>
                <a:cubicBezTo>
                  <a:pt x="219039" y="2318810"/>
                  <a:pt x="195720" y="2178262"/>
                  <a:pt x="176172" y="2114729"/>
                </a:cubicBezTo>
                <a:cubicBezTo>
                  <a:pt x="74274" y="1783559"/>
                  <a:pt x="173698" y="2112517"/>
                  <a:pt x="83893" y="1863059"/>
                </a:cubicBezTo>
                <a:cubicBezTo>
                  <a:pt x="57696" y="1790290"/>
                  <a:pt x="40909" y="1720490"/>
                  <a:pt x="25170" y="1644945"/>
                </a:cubicBezTo>
                <a:cubicBezTo>
                  <a:pt x="18794" y="1614338"/>
                  <a:pt x="13985" y="1583426"/>
                  <a:pt x="8392" y="1552666"/>
                </a:cubicBezTo>
                <a:cubicBezTo>
                  <a:pt x="3427" y="1388809"/>
                  <a:pt x="-14608" y="1161422"/>
                  <a:pt x="25170" y="998993"/>
                </a:cubicBezTo>
                <a:cubicBezTo>
                  <a:pt x="33662" y="964319"/>
                  <a:pt x="162272" y="766572"/>
                  <a:pt x="184561" y="738934"/>
                </a:cubicBezTo>
                <a:cubicBezTo>
                  <a:pt x="281925" y="618202"/>
                  <a:pt x="298059" y="620624"/>
                  <a:pt x="394285" y="529209"/>
                </a:cubicBezTo>
                <a:cubicBezTo>
                  <a:pt x="422956" y="501972"/>
                  <a:pt x="451192" y="474230"/>
                  <a:pt x="478175" y="445320"/>
                </a:cubicBezTo>
                <a:cubicBezTo>
                  <a:pt x="490392" y="432230"/>
                  <a:pt x="499070" y="416036"/>
                  <a:pt x="511731" y="403375"/>
                </a:cubicBezTo>
                <a:cubicBezTo>
                  <a:pt x="577307" y="337799"/>
                  <a:pt x="513491" y="423074"/>
                  <a:pt x="578843" y="344652"/>
                </a:cubicBezTo>
                <a:cubicBezTo>
                  <a:pt x="780247" y="102967"/>
                  <a:pt x="517488" y="397618"/>
                  <a:pt x="671122" y="243984"/>
                </a:cubicBezTo>
                <a:cubicBezTo>
                  <a:pt x="687859" y="227247"/>
                  <a:pt x="702827" y="183111"/>
                  <a:pt x="713067" y="168483"/>
                </a:cubicBezTo>
                <a:cubicBezTo>
                  <a:pt x="722138" y="155524"/>
                  <a:pt x="735438" y="146112"/>
                  <a:pt x="746623" y="134927"/>
                </a:cubicBezTo>
                <a:cubicBezTo>
                  <a:pt x="749419" y="126538"/>
                  <a:pt x="750325" y="117259"/>
                  <a:pt x="755012" y="109760"/>
                </a:cubicBezTo>
                <a:cubicBezTo>
                  <a:pt x="779921" y="69906"/>
                  <a:pt x="782086" y="72137"/>
                  <a:pt x="813735" y="51037"/>
                </a:cubicBezTo>
                <a:cubicBezTo>
                  <a:pt x="819328" y="42648"/>
                  <a:pt x="823384" y="32999"/>
                  <a:pt x="830513" y="25870"/>
                </a:cubicBezTo>
                <a:cubicBezTo>
                  <a:pt x="841589" y="14794"/>
                  <a:pt x="864927" y="2977"/>
                  <a:pt x="880847" y="703"/>
                </a:cubicBezTo>
                <a:cubicBezTo>
                  <a:pt x="891920" y="-879"/>
                  <a:pt x="903218" y="703"/>
                  <a:pt x="914403" y="703"/>
                </a:cubicBezTo>
              </a:path>
            </a:pathLst>
          </a:custGeom>
          <a:noFill/>
          <a:ln>
            <a:solidFill>
              <a:srgbClr val="FF0000"/>
            </a:solidFill>
            <a:headEnd type="none" w="med" len="med"/>
            <a:tailEnd type="arrow" w="med" len="med"/>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charset="0"/>
            </a:endParaRPr>
          </a:p>
        </p:txBody>
      </p:sp>
      <p:sp>
        <p:nvSpPr>
          <p:cNvPr id="8" name="箭头: 右 7">
            <a:extLst>
              <a:ext uri="{FF2B5EF4-FFF2-40B4-BE49-F238E27FC236}">
                <a16:creationId xmlns:a16="http://schemas.microsoft.com/office/drawing/2014/main" id="{01F010AE-C48A-4C2F-B164-3288ED943A8F}"/>
              </a:ext>
            </a:extLst>
          </p:cNvPr>
          <p:cNvSpPr/>
          <p:nvPr/>
        </p:nvSpPr>
        <p:spPr>
          <a:xfrm>
            <a:off x="6733795" y="3841823"/>
            <a:ext cx="510949" cy="216024"/>
          </a:xfrm>
          <a:prstGeom prst="rightArrow">
            <a:avLst/>
          </a:prstGeom>
          <a:solidFill>
            <a:srgbClr val="FF0000"/>
          </a:solidFill>
          <a:ln>
            <a:solidFill>
              <a:schemeClr val="accent1"/>
            </a:solidFill>
          </a:ln>
        </p:spPr>
        <p:txBody>
          <a:bodyPr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Tree>
    <p:extLst>
      <p:ext uri="{BB962C8B-B14F-4D97-AF65-F5344CB8AC3E}">
        <p14:creationId xmlns:p14="http://schemas.microsoft.com/office/powerpoint/2010/main" val="209747323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up)">
                                      <p:cBhvr>
                                        <p:cTn id="12" dur="500"/>
                                        <p:tgtEl>
                                          <p:spTgt spid="19"/>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up)">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382524C-DA04-4DA3-BAB6-0A4B7300A19C}"/>
              </a:ext>
            </a:extLst>
          </p:cNvPr>
          <p:cNvSpPr/>
          <p:nvPr/>
        </p:nvSpPr>
        <p:spPr>
          <a:xfrm>
            <a:off x="827584" y="877009"/>
            <a:ext cx="2520280" cy="1200329"/>
          </a:xfrm>
          <a:prstGeom prst="rect">
            <a:avLst/>
          </a:prstGeom>
          <a:ln>
            <a:solidFill>
              <a:schemeClr val="tx2">
                <a:lumMod val="40000"/>
                <a:lumOff val="60000"/>
              </a:schemeClr>
            </a:solidFill>
          </a:ln>
        </p:spPr>
        <p:txBody>
          <a:bodyPr wrap="square">
            <a:spAutoFit/>
          </a:bodyPr>
          <a:lstStyle/>
          <a:p>
            <a:r>
              <a:rPr lang="zh-CN" altLang="en-US" dirty="0"/>
              <a:t>&gt;&gt;&gt; x=[</a:t>
            </a:r>
            <a:r>
              <a:rPr lang="en-US" altLang="zh-CN" dirty="0"/>
              <a:t>1,2</a:t>
            </a:r>
            <a:r>
              <a:rPr lang="zh-CN" altLang="en-US" dirty="0"/>
              <a:t>]</a:t>
            </a:r>
          </a:p>
          <a:p>
            <a:r>
              <a:rPr lang="zh-CN" altLang="en-US" dirty="0"/>
              <a:t>&gt;&gt;&gt; y=x</a:t>
            </a:r>
          </a:p>
          <a:p>
            <a:r>
              <a:rPr lang="zh-CN" altLang="en-US" dirty="0"/>
              <a:t>&gt;&gt;&gt; id(x),id(y)</a:t>
            </a:r>
          </a:p>
          <a:p>
            <a:r>
              <a:rPr lang="zh-CN" altLang="en-US" dirty="0">
                <a:solidFill>
                  <a:schemeClr val="accent2">
                    <a:lumMod val="75000"/>
                  </a:schemeClr>
                </a:solidFill>
              </a:rPr>
              <a:t>(</a:t>
            </a:r>
            <a:r>
              <a:rPr lang="en-US" altLang="zh-CN" dirty="0">
                <a:solidFill>
                  <a:schemeClr val="accent2">
                    <a:lumMod val="75000"/>
                  </a:schemeClr>
                </a:solidFill>
              </a:rPr>
              <a:t>30000</a:t>
            </a:r>
            <a:r>
              <a:rPr lang="zh-CN" altLang="en-US" dirty="0">
                <a:solidFill>
                  <a:schemeClr val="accent2">
                    <a:lumMod val="75000"/>
                  </a:schemeClr>
                </a:solidFill>
              </a:rPr>
              <a:t>, </a:t>
            </a:r>
            <a:r>
              <a:rPr lang="en-US" altLang="zh-CN" dirty="0">
                <a:solidFill>
                  <a:schemeClr val="accent2">
                    <a:lumMod val="75000"/>
                  </a:schemeClr>
                </a:solidFill>
              </a:rPr>
              <a:t>30000</a:t>
            </a:r>
            <a:r>
              <a:rPr lang="zh-CN" altLang="en-US" dirty="0">
                <a:solidFill>
                  <a:schemeClr val="accent2">
                    <a:lumMod val="75000"/>
                  </a:schemeClr>
                </a:solidFill>
              </a:rPr>
              <a:t>)</a:t>
            </a:r>
          </a:p>
        </p:txBody>
      </p:sp>
      <p:sp>
        <p:nvSpPr>
          <p:cNvPr id="5" name="矩形 4">
            <a:extLst>
              <a:ext uri="{FF2B5EF4-FFF2-40B4-BE49-F238E27FC236}">
                <a16:creationId xmlns:a16="http://schemas.microsoft.com/office/drawing/2014/main" id="{52904F44-7B7D-4012-9762-8E320922ACE7}"/>
              </a:ext>
            </a:extLst>
          </p:cNvPr>
          <p:cNvSpPr/>
          <p:nvPr/>
        </p:nvSpPr>
        <p:spPr>
          <a:xfrm>
            <a:off x="87714" y="2898339"/>
            <a:ext cx="1764196" cy="1477328"/>
          </a:xfrm>
          <a:prstGeom prst="rect">
            <a:avLst/>
          </a:prstGeom>
          <a:ln>
            <a:solidFill>
              <a:schemeClr val="tx2">
                <a:lumMod val="40000"/>
                <a:lumOff val="60000"/>
              </a:schemeClr>
            </a:solidFill>
          </a:ln>
        </p:spPr>
        <p:txBody>
          <a:bodyPr wrap="square">
            <a:spAutoFit/>
          </a:bodyPr>
          <a:lstStyle/>
          <a:p>
            <a:r>
              <a:rPr lang="zh-CN" altLang="en-US" dirty="0"/>
              <a:t>&gt;&gt;&gt; x=[9</a:t>
            </a:r>
            <a:r>
              <a:rPr lang="en-US" altLang="zh-CN" dirty="0"/>
              <a:t>,100</a:t>
            </a:r>
            <a:r>
              <a:rPr lang="zh-CN" altLang="en-US" dirty="0"/>
              <a:t>]</a:t>
            </a:r>
          </a:p>
          <a:p>
            <a:r>
              <a:rPr lang="zh-CN" altLang="en-US" dirty="0"/>
              <a:t>&gt;&gt;&gt; id(x),id(y)</a:t>
            </a:r>
          </a:p>
          <a:p>
            <a:r>
              <a:rPr lang="zh-CN" altLang="en-US" dirty="0">
                <a:solidFill>
                  <a:schemeClr val="accent2">
                    <a:lumMod val="75000"/>
                  </a:schemeClr>
                </a:solidFill>
              </a:rPr>
              <a:t>(</a:t>
            </a:r>
            <a:r>
              <a:rPr lang="en-US" altLang="zh-CN" dirty="0">
                <a:solidFill>
                  <a:schemeClr val="accent2">
                    <a:lumMod val="75000"/>
                  </a:schemeClr>
                </a:solidFill>
              </a:rPr>
              <a:t>50000</a:t>
            </a:r>
            <a:r>
              <a:rPr lang="zh-CN" altLang="en-US" dirty="0">
                <a:solidFill>
                  <a:schemeClr val="accent2">
                    <a:lumMod val="75000"/>
                  </a:schemeClr>
                </a:solidFill>
              </a:rPr>
              <a:t>, </a:t>
            </a:r>
            <a:r>
              <a:rPr lang="en-US" altLang="zh-CN" dirty="0">
                <a:solidFill>
                  <a:schemeClr val="accent2">
                    <a:lumMod val="75000"/>
                  </a:schemeClr>
                </a:solidFill>
              </a:rPr>
              <a:t>30000</a:t>
            </a:r>
            <a:r>
              <a:rPr lang="zh-CN" altLang="en-US" dirty="0">
                <a:solidFill>
                  <a:schemeClr val="accent2">
                    <a:lumMod val="75000"/>
                  </a:schemeClr>
                </a:solidFill>
              </a:rPr>
              <a:t>)</a:t>
            </a:r>
          </a:p>
          <a:p>
            <a:r>
              <a:rPr lang="zh-CN" altLang="en-US" dirty="0"/>
              <a:t>&gt;&gt;&gt; x,y</a:t>
            </a:r>
          </a:p>
          <a:p>
            <a:r>
              <a:rPr lang="zh-CN" altLang="en-US" dirty="0">
                <a:solidFill>
                  <a:schemeClr val="accent2">
                    <a:lumMod val="75000"/>
                  </a:schemeClr>
                </a:solidFill>
              </a:rPr>
              <a:t>([9</a:t>
            </a:r>
            <a:r>
              <a:rPr lang="en-US" altLang="zh-CN" dirty="0">
                <a:solidFill>
                  <a:schemeClr val="accent2">
                    <a:lumMod val="75000"/>
                  </a:schemeClr>
                </a:solidFill>
              </a:rPr>
              <a:t>,100</a:t>
            </a:r>
            <a:r>
              <a:rPr lang="zh-CN" altLang="en-US" dirty="0">
                <a:solidFill>
                  <a:schemeClr val="accent2">
                    <a:lumMod val="75000"/>
                  </a:schemeClr>
                </a:solidFill>
              </a:rPr>
              <a:t>], [</a:t>
            </a:r>
            <a:r>
              <a:rPr lang="en-US" altLang="zh-CN" dirty="0">
                <a:solidFill>
                  <a:schemeClr val="accent2">
                    <a:lumMod val="75000"/>
                  </a:schemeClr>
                </a:solidFill>
              </a:rPr>
              <a:t>1,2</a:t>
            </a:r>
            <a:r>
              <a:rPr lang="zh-CN" altLang="en-US" dirty="0">
                <a:solidFill>
                  <a:schemeClr val="accent2">
                    <a:lumMod val="75000"/>
                  </a:schemeClr>
                </a:solidFill>
              </a:rPr>
              <a:t>])</a:t>
            </a:r>
          </a:p>
        </p:txBody>
      </p:sp>
      <p:sp>
        <p:nvSpPr>
          <p:cNvPr id="6" name="矩形 5">
            <a:extLst>
              <a:ext uri="{FF2B5EF4-FFF2-40B4-BE49-F238E27FC236}">
                <a16:creationId xmlns:a16="http://schemas.microsoft.com/office/drawing/2014/main" id="{51B66DE1-85E3-4D4D-80D7-F23CC418E360}"/>
              </a:ext>
            </a:extLst>
          </p:cNvPr>
          <p:cNvSpPr/>
          <p:nvPr/>
        </p:nvSpPr>
        <p:spPr>
          <a:xfrm>
            <a:off x="1979379" y="2905800"/>
            <a:ext cx="1863729" cy="1477328"/>
          </a:xfrm>
          <a:prstGeom prst="rect">
            <a:avLst/>
          </a:prstGeom>
          <a:ln>
            <a:solidFill>
              <a:schemeClr val="tx2">
                <a:lumMod val="40000"/>
                <a:lumOff val="60000"/>
              </a:schemeClr>
            </a:solidFill>
          </a:ln>
        </p:spPr>
        <p:txBody>
          <a:bodyPr wrap="square">
            <a:spAutoFit/>
          </a:bodyPr>
          <a:lstStyle/>
          <a:p>
            <a:r>
              <a:rPr lang="zh-CN" altLang="en-US" dirty="0"/>
              <a:t>&gt;&gt;&gt; x</a:t>
            </a:r>
            <a:r>
              <a:rPr lang="en-US" altLang="zh-CN" dirty="0"/>
              <a:t>[0]</a:t>
            </a:r>
            <a:r>
              <a:rPr lang="zh-CN" altLang="en-US" dirty="0"/>
              <a:t>=</a:t>
            </a:r>
            <a:r>
              <a:rPr lang="en-US" altLang="zh-CN" dirty="0"/>
              <a:t>80</a:t>
            </a:r>
            <a:endParaRPr lang="zh-CN" altLang="en-US" dirty="0"/>
          </a:p>
          <a:p>
            <a:r>
              <a:rPr lang="zh-CN" altLang="en-US" dirty="0"/>
              <a:t>&gt;&gt;&gt; id(x),id(y)</a:t>
            </a:r>
          </a:p>
          <a:p>
            <a:r>
              <a:rPr lang="zh-CN" altLang="en-US" dirty="0">
                <a:solidFill>
                  <a:schemeClr val="accent2">
                    <a:lumMod val="75000"/>
                  </a:schemeClr>
                </a:solidFill>
              </a:rPr>
              <a:t>(</a:t>
            </a:r>
            <a:r>
              <a:rPr lang="en-US" altLang="zh-CN" dirty="0">
                <a:solidFill>
                  <a:schemeClr val="accent2">
                    <a:lumMod val="75000"/>
                  </a:schemeClr>
                </a:solidFill>
              </a:rPr>
              <a:t>30000</a:t>
            </a:r>
            <a:r>
              <a:rPr lang="zh-CN" altLang="en-US" dirty="0">
                <a:solidFill>
                  <a:schemeClr val="accent2">
                    <a:lumMod val="75000"/>
                  </a:schemeClr>
                </a:solidFill>
              </a:rPr>
              <a:t>, </a:t>
            </a:r>
            <a:r>
              <a:rPr lang="en-US" altLang="zh-CN" dirty="0">
                <a:solidFill>
                  <a:schemeClr val="accent2">
                    <a:lumMod val="75000"/>
                  </a:schemeClr>
                </a:solidFill>
              </a:rPr>
              <a:t>30000</a:t>
            </a:r>
            <a:r>
              <a:rPr lang="zh-CN" altLang="en-US" dirty="0">
                <a:solidFill>
                  <a:schemeClr val="accent2">
                    <a:lumMod val="75000"/>
                  </a:schemeClr>
                </a:solidFill>
              </a:rPr>
              <a:t>)</a:t>
            </a:r>
          </a:p>
          <a:p>
            <a:r>
              <a:rPr lang="zh-CN" altLang="en-US" dirty="0"/>
              <a:t>&gt;&gt;&gt; x,y</a:t>
            </a:r>
          </a:p>
          <a:p>
            <a:r>
              <a:rPr lang="zh-CN" altLang="en-US" dirty="0">
                <a:solidFill>
                  <a:schemeClr val="accent2">
                    <a:lumMod val="75000"/>
                  </a:schemeClr>
                </a:solidFill>
              </a:rPr>
              <a:t>([</a:t>
            </a:r>
            <a:r>
              <a:rPr lang="en-US" altLang="zh-CN" dirty="0">
                <a:solidFill>
                  <a:schemeClr val="accent2">
                    <a:lumMod val="75000"/>
                  </a:schemeClr>
                </a:solidFill>
              </a:rPr>
              <a:t>80,2</a:t>
            </a:r>
            <a:r>
              <a:rPr lang="zh-CN" altLang="en-US" dirty="0">
                <a:solidFill>
                  <a:schemeClr val="accent2">
                    <a:lumMod val="75000"/>
                  </a:schemeClr>
                </a:solidFill>
              </a:rPr>
              <a:t>], [</a:t>
            </a:r>
            <a:r>
              <a:rPr lang="en-US" altLang="zh-CN" dirty="0">
                <a:solidFill>
                  <a:schemeClr val="accent2">
                    <a:lumMod val="75000"/>
                  </a:schemeClr>
                </a:solidFill>
              </a:rPr>
              <a:t>80,2</a:t>
            </a:r>
            <a:r>
              <a:rPr lang="zh-CN" altLang="en-US" dirty="0">
                <a:solidFill>
                  <a:schemeClr val="accent2">
                    <a:lumMod val="75000"/>
                  </a:schemeClr>
                </a:solidFill>
              </a:rPr>
              <a:t>])</a:t>
            </a:r>
          </a:p>
        </p:txBody>
      </p:sp>
      <p:cxnSp>
        <p:nvCxnSpPr>
          <p:cNvPr id="7" name="直接箭头连接符 6">
            <a:extLst>
              <a:ext uri="{FF2B5EF4-FFF2-40B4-BE49-F238E27FC236}">
                <a16:creationId xmlns:a16="http://schemas.microsoft.com/office/drawing/2014/main" id="{ADD34759-F3A2-4166-8F75-5B155E0B678D}"/>
              </a:ext>
            </a:extLst>
          </p:cNvPr>
          <p:cNvCxnSpPr>
            <a:cxnSpLocks/>
            <a:stCxn id="4" idx="2"/>
            <a:endCxn id="5" idx="0"/>
          </p:cNvCxnSpPr>
          <p:nvPr/>
        </p:nvCxnSpPr>
        <p:spPr bwMode="auto">
          <a:xfrm flipH="1">
            <a:off x="969812" y="2077338"/>
            <a:ext cx="1117912" cy="821001"/>
          </a:xfrm>
          <a:prstGeom prst="straightConnector1">
            <a:avLst/>
          </a:prstGeom>
          <a:solidFill>
            <a:schemeClr val="accent1"/>
          </a:solidFill>
          <a:ln w="9525" cap="flat" cmpd="sng" algn="ctr">
            <a:solidFill>
              <a:srgbClr val="C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直接箭头连接符 7">
            <a:extLst>
              <a:ext uri="{FF2B5EF4-FFF2-40B4-BE49-F238E27FC236}">
                <a16:creationId xmlns:a16="http://schemas.microsoft.com/office/drawing/2014/main" id="{4CC73416-C222-4002-B4B6-B3BECFE075F6}"/>
              </a:ext>
            </a:extLst>
          </p:cNvPr>
          <p:cNvCxnSpPr>
            <a:cxnSpLocks/>
            <a:stCxn id="4" idx="2"/>
            <a:endCxn id="6" idx="0"/>
          </p:cNvCxnSpPr>
          <p:nvPr/>
        </p:nvCxnSpPr>
        <p:spPr bwMode="auto">
          <a:xfrm>
            <a:off x="2087724" y="2077338"/>
            <a:ext cx="823520" cy="828462"/>
          </a:xfrm>
          <a:prstGeom prst="straightConnector1">
            <a:avLst/>
          </a:prstGeom>
          <a:solidFill>
            <a:schemeClr val="accent1"/>
          </a:solidFill>
          <a:ln w="9525" cap="flat" cmpd="sng" algn="ctr">
            <a:solidFill>
              <a:srgbClr val="C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文本框 8">
            <a:extLst>
              <a:ext uri="{FF2B5EF4-FFF2-40B4-BE49-F238E27FC236}">
                <a16:creationId xmlns:a16="http://schemas.microsoft.com/office/drawing/2014/main" id="{E042F64D-4293-4228-BB94-4E6E43CC1D9B}"/>
              </a:ext>
            </a:extLst>
          </p:cNvPr>
          <p:cNvSpPr txBox="1"/>
          <p:nvPr/>
        </p:nvSpPr>
        <p:spPr>
          <a:xfrm>
            <a:off x="2972193" y="2632406"/>
            <a:ext cx="1015695" cy="338554"/>
          </a:xfrm>
          <a:prstGeom prst="rect">
            <a:avLst/>
          </a:prstGeom>
        </p:spPr>
        <p:style>
          <a:lnRef idx="3">
            <a:schemeClr val="lt1"/>
          </a:lnRef>
          <a:fillRef idx="1">
            <a:schemeClr val="accent5"/>
          </a:fillRef>
          <a:effectRef idx="1">
            <a:schemeClr val="accent5"/>
          </a:effectRef>
          <a:fontRef idx="minor">
            <a:schemeClr val="lt1"/>
          </a:fontRef>
        </p:style>
        <p:txBody>
          <a:bodyPr wrap="square" rtlCol="0">
            <a:spAutoFit/>
          </a:bodyPr>
          <a:lstStyle/>
          <a:p>
            <a:r>
              <a:rPr lang="zh-CN" altLang="en-US" sz="1600">
                <a:solidFill>
                  <a:srgbClr val="C00000"/>
                </a:solidFill>
              </a:rPr>
              <a:t>原地操作</a:t>
            </a:r>
          </a:p>
        </p:txBody>
      </p:sp>
      <p:sp>
        <p:nvSpPr>
          <p:cNvPr id="10" name="矩形 9">
            <a:extLst>
              <a:ext uri="{FF2B5EF4-FFF2-40B4-BE49-F238E27FC236}">
                <a16:creationId xmlns:a16="http://schemas.microsoft.com/office/drawing/2014/main" id="{746C50C1-5633-4D84-9849-D89F6260CFC2}"/>
              </a:ext>
            </a:extLst>
          </p:cNvPr>
          <p:cNvSpPr/>
          <p:nvPr/>
        </p:nvSpPr>
        <p:spPr>
          <a:xfrm>
            <a:off x="87714" y="5066853"/>
            <a:ext cx="4340270" cy="646331"/>
          </a:xfrm>
          <a:prstGeom prst="rect">
            <a:avLst/>
          </a:prstGeom>
          <a:solidFill>
            <a:srgbClr val="92D050"/>
          </a:solidFill>
        </p:spPr>
        <p:style>
          <a:lnRef idx="1">
            <a:schemeClr val="accent2"/>
          </a:lnRef>
          <a:fillRef idx="3">
            <a:schemeClr val="accent2"/>
          </a:fillRef>
          <a:effectRef idx="2">
            <a:schemeClr val="accent2"/>
          </a:effectRef>
          <a:fontRef idx="minor">
            <a:schemeClr val="lt1"/>
          </a:fontRef>
        </p:style>
        <p:txBody>
          <a:bodyPr wrap="square">
            <a:spAutoFit/>
          </a:bodyPr>
          <a:lstStyle/>
          <a:p>
            <a:r>
              <a:rPr lang="zh-CN" altLang="en-US" b="1" dirty="0">
                <a:solidFill>
                  <a:srgbClr val="C00000"/>
                </a:solidFill>
                <a:latin typeface="微软雅黑" pitchFamily="34" charset="-122"/>
                <a:ea typeface="微软雅黑" pitchFamily="34" charset="-122"/>
                <a:sym typeface="+mn-ea"/>
              </a:rPr>
              <a:t>可变序列</a:t>
            </a:r>
            <a:r>
              <a:rPr lang="zh-CN" altLang="en-US" b="1" dirty="0">
                <a:solidFill>
                  <a:srgbClr val="245794"/>
                </a:solidFill>
                <a:latin typeface="微软雅黑" pitchFamily="34" charset="-122"/>
                <a:ea typeface="微软雅黑" pitchFamily="34" charset="-122"/>
                <a:sym typeface="+mn-ea"/>
              </a:rPr>
              <a:t>自身的方法增加、删除元素或修改元素时，是</a:t>
            </a:r>
            <a:r>
              <a:rPr lang="zh-CN" altLang="en-US" b="1" dirty="0">
                <a:solidFill>
                  <a:srgbClr val="C00000"/>
                </a:solidFill>
                <a:latin typeface="微软雅黑" pitchFamily="34" charset="-122"/>
                <a:ea typeface="微软雅黑" pitchFamily="34" charset="-122"/>
                <a:sym typeface="+mn-ea"/>
              </a:rPr>
              <a:t>原地操作</a:t>
            </a:r>
            <a:r>
              <a:rPr lang="zh-CN" altLang="en-US" b="1" dirty="0">
                <a:solidFill>
                  <a:srgbClr val="245794"/>
                </a:solidFill>
                <a:latin typeface="微软雅黑" pitchFamily="34" charset="-122"/>
                <a:ea typeface="微软雅黑" pitchFamily="34" charset="-122"/>
                <a:sym typeface="+mn-ea"/>
              </a:rPr>
              <a:t>，</a:t>
            </a:r>
            <a:r>
              <a:rPr lang="en-US" altLang="zh-CN" b="1" dirty="0">
                <a:solidFill>
                  <a:srgbClr val="245794"/>
                </a:solidFill>
                <a:latin typeface="微软雅黑" pitchFamily="34" charset="-122"/>
                <a:ea typeface="微软雅黑" pitchFamily="34" charset="-122"/>
                <a:sym typeface="+mn-ea"/>
              </a:rPr>
              <a:t>x</a:t>
            </a:r>
            <a:r>
              <a:rPr lang="zh-CN" altLang="en-US" b="1" dirty="0">
                <a:solidFill>
                  <a:srgbClr val="245794"/>
                </a:solidFill>
                <a:latin typeface="微软雅黑" pitchFamily="34" charset="-122"/>
                <a:ea typeface="微软雅黑" pitchFamily="34" charset="-122"/>
                <a:sym typeface="+mn-ea"/>
              </a:rPr>
              <a:t>与</a:t>
            </a:r>
            <a:r>
              <a:rPr lang="en-US" altLang="zh-CN" b="1" dirty="0">
                <a:solidFill>
                  <a:srgbClr val="245794"/>
                </a:solidFill>
                <a:latin typeface="微软雅黑" pitchFamily="34" charset="-122"/>
                <a:ea typeface="微软雅黑" pitchFamily="34" charset="-122"/>
                <a:sym typeface="+mn-ea"/>
              </a:rPr>
              <a:t>y</a:t>
            </a:r>
            <a:r>
              <a:rPr lang="zh-CN" altLang="en-US" b="1" dirty="0">
                <a:solidFill>
                  <a:srgbClr val="C00000"/>
                </a:solidFill>
                <a:latin typeface="微软雅黑" pitchFamily="34" charset="-122"/>
                <a:ea typeface="微软雅黑" pitchFamily="34" charset="-122"/>
                <a:sym typeface="+mn-ea"/>
              </a:rPr>
              <a:t>同时变化。</a:t>
            </a:r>
            <a:endParaRPr lang="zh-CN" altLang="en-US" dirty="0">
              <a:solidFill>
                <a:srgbClr val="C00000"/>
              </a:solidFill>
            </a:endParaRPr>
          </a:p>
        </p:txBody>
      </p:sp>
      <p:cxnSp>
        <p:nvCxnSpPr>
          <p:cNvPr id="11" name="直接箭头连接符 10">
            <a:extLst>
              <a:ext uri="{FF2B5EF4-FFF2-40B4-BE49-F238E27FC236}">
                <a16:creationId xmlns:a16="http://schemas.microsoft.com/office/drawing/2014/main" id="{BE0E152A-61A7-4550-B6D8-06FC152D4428}"/>
              </a:ext>
            </a:extLst>
          </p:cNvPr>
          <p:cNvCxnSpPr>
            <a:cxnSpLocks/>
            <a:stCxn id="10" idx="0"/>
            <a:endCxn id="6" idx="2"/>
          </p:cNvCxnSpPr>
          <p:nvPr/>
        </p:nvCxnSpPr>
        <p:spPr bwMode="auto">
          <a:xfrm flipV="1">
            <a:off x="2257849" y="4383128"/>
            <a:ext cx="653395" cy="683725"/>
          </a:xfrm>
          <a:prstGeom prst="straightConnector1">
            <a:avLst/>
          </a:prstGeom>
          <a:solidFill>
            <a:schemeClr val="accent1"/>
          </a:solidFill>
          <a:ln w="9525" cap="flat" cmpd="sng" algn="ctr">
            <a:solidFill>
              <a:srgbClr val="C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矩形 12">
            <a:extLst>
              <a:ext uri="{FF2B5EF4-FFF2-40B4-BE49-F238E27FC236}">
                <a16:creationId xmlns:a16="http://schemas.microsoft.com/office/drawing/2014/main" id="{0DE5CF2C-B517-4ADA-A770-BB061539C2C9}"/>
              </a:ext>
            </a:extLst>
          </p:cNvPr>
          <p:cNvSpPr/>
          <p:nvPr/>
        </p:nvSpPr>
        <p:spPr>
          <a:xfrm>
            <a:off x="4715307" y="188640"/>
            <a:ext cx="1171174" cy="201092"/>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4" name="矩形 13">
            <a:extLst>
              <a:ext uri="{FF2B5EF4-FFF2-40B4-BE49-F238E27FC236}">
                <a16:creationId xmlns:a16="http://schemas.microsoft.com/office/drawing/2014/main" id="{E9CF53A6-5D28-41B4-A34A-FA37F5A3AA99}"/>
              </a:ext>
            </a:extLst>
          </p:cNvPr>
          <p:cNvSpPr/>
          <p:nvPr/>
        </p:nvSpPr>
        <p:spPr>
          <a:xfrm>
            <a:off x="4715307" y="413053"/>
            <a:ext cx="1171174" cy="201092"/>
          </a:xfrm>
          <a:prstGeom prst="rect">
            <a:avLst/>
          </a:prstGeom>
          <a:solidFill>
            <a:schemeClr val="accent2"/>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5" name="矩形 14">
            <a:extLst>
              <a:ext uri="{FF2B5EF4-FFF2-40B4-BE49-F238E27FC236}">
                <a16:creationId xmlns:a16="http://schemas.microsoft.com/office/drawing/2014/main" id="{39452DC9-B9F8-43CC-9509-7CC6964F49DA}"/>
              </a:ext>
            </a:extLst>
          </p:cNvPr>
          <p:cNvSpPr/>
          <p:nvPr/>
        </p:nvSpPr>
        <p:spPr>
          <a:xfrm>
            <a:off x="4715307" y="629077"/>
            <a:ext cx="1171174" cy="201092"/>
          </a:xfrm>
          <a:prstGeom prst="rect">
            <a:avLst/>
          </a:prstGeom>
          <a:solidFill>
            <a:schemeClr val="accent2"/>
          </a:solidFill>
          <a:ln>
            <a:solidFill>
              <a:schemeClr val="accent1"/>
            </a:solidFill>
          </a:ln>
        </p:spPr>
        <p:txBody>
          <a:bodyPr wrap="square" rtlCol="0" anchor="ctr">
            <a:spAutoFit/>
          </a:bodyPr>
          <a:lstStyle/>
          <a:p>
            <a:pPr algn="ctr">
              <a:spcAft>
                <a:spcPts val="0"/>
              </a:spcAft>
            </a:pPr>
            <a:endParaRPr lang="zh-CN" altLang="en-US" kern="0" dirty="0">
              <a:solidFill>
                <a:srgbClr val="800000"/>
              </a:solidFill>
              <a:latin typeface="Courier New"/>
              <a:ea typeface="宋体"/>
              <a:cs typeface="Times New Roman"/>
            </a:endParaRPr>
          </a:p>
        </p:txBody>
      </p:sp>
      <p:sp>
        <p:nvSpPr>
          <p:cNvPr id="16" name="矩形 15">
            <a:extLst>
              <a:ext uri="{FF2B5EF4-FFF2-40B4-BE49-F238E27FC236}">
                <a16:creationId xmlns:a16="http://schemas.microsoft.com/office/drawing/2014/main" id="{D92D37CE-5C5C-4C8A-8694-64037E5F0583}"/>
              </a:ext>
            </a:extLst>
          </p:cNvPr>
          <p:cNvSpPr/>
          <p:nvPr/>
        </p:nvSpPr>
        <p:spPr>
          <a:xfrm>
            <a:off x="4715307" y="845101"/>
            <a:ext cx="1171174" cy="201092"/>
          </a:xfrm>
          <a:prstGeom prst="rect">
            <a:avLst/>
          </a:prstGeom>
          <a:solidFill>
            <a:schemeClr val="accent2"/>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7" name="矩形 16">
            <a:extLst>
              <a:ext uri="{FF2B5EF4-FFF2-40B4-BE49-F238E27FC236}">
                <a16:creationId xmlns:a16="http://schemas.microsoft.com/office/drawing/2014/main" id="{B0B16511-FFE8-44BA-AE8A-EF3BC983B492}"/>
              </a:ext>
            </a:extLst>
          </p:cNvPr>
          <p:cNvSpPr/>
          <p:nvPr/>
        </p:nvSpPr>
        <p:spPr>
          <a:xfrm>
            <a:off x="4715307" y="1061125"/>
            <a:ext cx="1171174" cy="201092"/>
          </a:xfrm>
          <a:prstGeom prst="rect">
            <a:avLst/>
          </a:prstGeom>
          <a:solidFill>
            <a:schemeClr val="accent2"/>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8" name="矩形 17">
            <a:extLst>
              <a:ext uri="{FF2B5EF4-FFF2-40B4-BE49-F238E27FC236}">
                <a16:creationId xmlns:a16="http://schemas.microsoft.com/office/drawing/2014/main" id="{06615F02-56BD-4BB1-BD85-576BA49BE060}"/>
              </a:ext>
            </a:extLst>
          </p:cNvPr>
          <p:cNvSpPr/>
          <p:nvPr/>
        </p:nvSpPr>
        <p:spPr>
          <a:xfrm>
            <a:off x="4723786" y="1285539"/>
            <a:ext cx="1171174" cy="201092"/>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21" name="矩形 20">
            <a:extLst>
              <a:ext uri="{FF2B5EF4-FFF2-40B4-BE49-F238E27FC236}">
                <a16:creationId xmlns:a16="http://schemas.microsoft.com/office/drawing/2014/main" id="{B2BC7015-35EC-48D1-89BD-EC959085AA6B}"/>
              </a:ext>
            </a:extLst>
          </p:cNvPr>
          <p:cNvSpPr/>
          <p:nvPr/>
        </p:nvSpPr>
        <p:spPr>
          <a:xfrm>
            <a:off x="4723786" y="1483048"/>
            <a:ext cx="1171174" cy="201092"/>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22" name="文本框 21">
            <a:extLst>
              <a:ext uri="{FF2B5EF4-FFF2-40B4-BE49-F238E27FC236}">
                <a16:creationId xmlns:a16="http://schemas.microsoft.com/office/drawing/2014/main" id="{70ACCE95-F406-49F7-B177-236639FC26FE}"/>
              </a:ext>
            </a:extLst>
          </p:cNvPr>
          <p:cNvSpPr txBox="1"/>
          <p:nvPr/>
        </p:nvSpPr>
        <p:spPr>
          <a:xfrm>
            <a:off x="4793498" y="439139"/>
            <a:ext cx="1044825" cy="523220"/>
          </a:xfrm>
          <a:prstGeom prst="rect">
            <a:avLst/>
          </a:prstGeom>
          <a:solidFill>
            <a:schemeClr val="accent2"/>
          </a:solidFill>
        </p:spPr>
        <p:txBody>
          <a:bodyPr wrap="square" rtlCol="0">
            <a:spAutoFit/>
          </a:bodyPr>
          <a:lstStyle/>
          <a:p>
            <a:r>
              <a:rPr lang="en-US" altLang="zh-CN" sz="2800" dirty="0"/>
              <a:t>[1,2]</a:t>
            </a:r>
            <a:endParaRPr lang="zh-CN" altLang="en-US" sz="2800" dirty="0"/>
          </a:p>
        </p:txBody>
      </p:sp>
      <p:sp>
        <p:nvSpPr>
          <p:cNvPr id="23" name="矩形 22">
            <a:extLst>
              <a:ext uri="{FF2B5EF4-FFF2-40B4-BE49-F238E27FC236}">
                <a16:creationId xmlns:a16="http://schemas.microsoft.com/office/drawing/2014/main" id="{E13B7580-FBF8-4FFF-B072-5CFD5F1BECC8}"/>
              </a:ext>
            </a:extLst>
          </p:cNvPr>
          <p:cNvSpPr/>
          <p:nvPr/>
        </p:nvSpPr>
        <p:spPr>
          <a:xfrm>
            <a:off x="4725333" y="1695704"/>
            <a:ext cx="1171174" cy="201092"/>
          </a:xfrm>
          <a:prstGeom prst="rect">
            <a:avLst/>
          </a:prstGeom>
          <a:no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24" name="矩形 23">
            <a:extLst>
              <a:ext uri="{FF2B5EF4-FFF2-40B4-BE49-F238E27FC236}">
                <a16:creationId xmlns:a16="http://schemas.microsoft.com/office/drawing/2014/main" id="{1194E4C5-D1AF-4598-8A31-E25F4E460555}"/>
              </a:ext>
            </a:extLst>
          </p:cNvPr>
          <p:cNvSpPr/>
          <p:nvPr/>
        </p:nvSpPr>
        <p:spPr>
          <a:xfrm>
            <a:off x="4725333" y="1911728"/>
            <a:ext cx="1171174" cy="201092"/>
          </a:xfrm>
          <a:prstGeom prst="rect">
            <a:avLst/>
          </a:prstGeom>
          <a:no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25" name="矩形 24">
            <a:extLst>
              <a:ext uri="{FF2B5EF4-FFF2-40B4-BE49-F238E27FC236}">
                <a16:creationId xmlns:a16="http://schemas.microsoft.com/office/drawing/2014/main" id="{2549C9B8-7E96-471C-924A-5A2696365B8A}"/>
              </a:ext>
            </a:extLst>
          </p:cNvPr>
          <p:cNvSpPr/>
          <p:nvPr/>
        </p:nvSpPr>
        <p:spPr>
          <a:xfrm>
            <a:off x="4725333" y="2127752"/>
            <a:ext cx="1171174" cy="201092"/>
          </a:xfrm>
          <a:prstGeom prst="rect">
            <a:avLst/>
          </a:prstGeom>
          <a:no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26" name="矩形 25">
            <a:extLst>
              <a:ext uri="{FF2B5EF4-FFF2-40B4-BE49-F238E27FC236}">
                <a16:creationId xmlns:a16="http://schemas.microsoft.com/office/drawing/2014/main" id="{940641E6-4974-423F-8FFE-A89C3F661300}"/>
              </a:ext>
            </a:extLst>
          </p:cNvPr>
          <p:cNvSpPr/>
          <p:nvPr/>
        </p:nvSpPr>
        <p:spPr>
          <a:xfrm>
            <a:off x="4725333" y="2343776"/>
            <a:ext cx="1171174" cy="201092"/>
          </a:xfrm>
          <a:prstGeom prst="rect">
            <a:avLst/>
          </a:prstGeom>
          <a:no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27" name="矩形 26">
            <a:extLst>
              <a:ext uri="{FF2B5EF4-FFF2-40B4-BE49-F238E27FC236}">
                <a16:creationId xmlns:a16="http://schemas.microsoft.com/office/drawing/2014/main" id="{9933D40C-B84D-4B28-8969-F24EC9707499}"/>
              </a:ext>
            </a:extLst>
          </p:cNvPr>
          <p:cNvSpPr/>
          <p:nvPr/>
        </p:nvSpPr>
        <p:spPr>
          <a:xfrm>
            <a:off x="4723786" y="2561836"/>
            <a:ext cx="1171174" cy="201092"/>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28" name="矩形 27">
            <a:extLst>
              <a:ext uri="{FF2B5EF4-FFF2-40B4-BE49-F238E27FC236}">
                <a16:creationId xmlns:a16="http://schemas.microsoft.com/office/drawing/2014/main" id="{5010D31B-C6FB-49A4-9E13-90D997C44866}"/>
              </a:ext>
            </a:extLst>
          </p:cNvPr>
          <p:cNvSpPr/>
          <p:nvPr/>
        </p:nvSpPr>
        <p:spPr>
          <a:xfrm>
            <a:off x="4723786" y="2777860"/>
            <a:ext cx="1171174" cy="201092"/>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29" name="矩形 28">
            <a:extLst>
              <a:ext uri="{FF2B5EF4-FFF2-40B4-BE49-F238E27FC236}">
                <a16:creationId xmlns:a16="http://schemas.microsoft.com/office/drawing/2014/main" id="{06F47FD9-2E20-45DA-9598-33124DE3C133}"/>
              </a:ext>
            </a:extLst>
          </p:cNvPr>
          <p:cNvSpPr/>
          <p:nvPr/>
        </p:nvSpPr>
        <p:spPr>
          <a:xfrm>
            <a:off x="4723786" y="2993884"/>
            <a:ext cx="1171174" cy="201092"/>
          </a:xfrm>
          <a:prstGeom prst="rect">
            <a:avLst/>
          </a:prstGeom>
          <a:ln>
            <a:solidFill>
              <a:schemeClr val="accent1"/>
            </a:solidFill>
          </a:ln>
        </p:spPr>
        <p:txBody>
          <a:bodyPr wrap="square" rtlCol="0" anchor="ctr">
            <a:spAutoFit/>
          </a:bodyPr>
          <a:lstStyle/>
          <a:p>
            <a:pPr algn="ctr">
              <a:spcAft>
                <a:spcPts val="0"/>
              </a:spcAft>
            </a:pPr>
            <a:endParaRPr lang="zh-CN" altLang="en-US" kern="0" dirty="0">
              <a:solidFill>
                <a:srgbClr val="800000"/>
              </a:solidFill>
              <a:latin typeface="Courier New"/>
              <a:ea typeface="宋体"/>
              <a:cs typeface="Times New Roman"/>
            </a:endParaRPr>
          </a:p>
        </p:txBody>
      </p:sp>
      <p:sp>
        <p:nvSpPr>
          <p:cNvPr id="30" name="矩形 29">
            <a:extLst>
              <a:ext uri="{FF2B5EF4-FFF2-40B4-BE49-F238E27FC236}">
                <a16:creationId xmlns:a16="http://schemas.microsoft.com/office/drawing/2014/main" id="{585E5CE5-CDDE-4694-9BB6-8AD0180035EE}"/>
              </a:ext>
            </a:extLst>
          </p:cNvPr>
          <p:cNvSpPr/>
          <p:nvPr/>
        </p:nvSpPr>
        <p:spPr>
          <a:xfrm>
            <a:off x="4723786" y="3209908"/>
            <a:ext cx="1171174" cy="201092"/>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32" name="文本框 31">
            <a:extLst>
              <a:ext uri="{FF2B5EF4-FFF2-40B4-BE49-F238E27FC236}">
                <a16:creationId xmlns:a16="http://schemas.microsoft.com/office/drawing/2014/main" id="{7798987E-9F1D-4EE7-8FD8-AEDC24203F63}"/>
              </a:ext>
            </a:extLst>
          </p:cNvPr>
          <p:cNvSpPr txBox="1"/>
          <p:nvPr/>
        </p:nvSpPr>
        <p:spPr>
          <a:xfrm>
            <a:off x="3906348" y="323106"/>
            <a:ext cx="825867" cy="369332"/>
          </a:xfrm>
          <a:prstGeom prst="rect">
            <a:avLst/>
          </a:prstGeom>
          <a:noFill/>
        </p:spPr>
        <p:txBody>
          <a:bodyPr wrap="none" rtlCol="0">
            <a:spAutoFit/>
          </a:bodyPr>
          <a:lstStyle/>
          <a:p>
            <a:r>
              <a:rPr lang="en-US" altLang="zh-CN" dirty="0">
                <a:solidFill>
                  <a:schemeClr val="accent2">
                    <a:lumMod val="75000"/>
                  </a:schemeClr>
                </a:solidFill>
              </a:rPr>
              <a:t>30000</a:t>
            </a:r>
            <a:endParaRPr lang="zh-CN" altLang="en-US" dirty="0"/>
          </a:p>
        </p:txBody>
      </p:sp>
      <p:sp>
        <p:nvSpPr>
          <p:cNvPr id="33" name="文本框 32">
            <a:extLst>
              <a:ext uri="{FF2B5EF4-FFF2-40B4-BE49-F238E27FC236}">
                <a16:creationId xmlns:a16="http://schemas.microsoft.com/office/drawing/2014/main" id="{22FF5B45-4631-447B-A73C-74DC1619356C}"/>
              </a:ext>
            </a:extLst>
          </p:cNvPr>
          <p:cNvSpPr txBox="1"/>
          <p:nvPr/>
        </p:nvSpPr>
        <p:spPr>
          <a:xfrm>
            <a:off x="4793498" y="2716780"/>
            <a:ext cx="921911" cy="369332"/>
          </a:xfrm>
          <a:prstGeom prst="rect">
            <a:avLst/>
          </a:prstGeom>
          <a:noFill/>
        </p:spPr>
        <p:txBody>
          <a:bodyPr wrap="square">
            <a:spAutoFit/>
          </a:bodyPr>
          <a:lstStyle/>
          <a:p>
            <a:r>
              <a:rPr lang="en-US" altLang="zh-CN" dirty="0"/>
              <a:t>30000</a:t>
            </a:r>
            <a:endParaRPr lang="zh-CN" altLang="en-US" dirty="0"/>
          </a:p>
        </p:txBody>
      </p:sp>
      <p:sp>
        <p:nvSpPr>
          <p:cNvPr id="34" name="文本框 33">
            <a:extLst>
              <a:ext uri="{FF2B5EF4-FFF2-40B4-BE49-F238E27FC236}">
                <a16:creationId xmlns:a16="http://schemas.microsoft.com/office/drawing/2014/main" id="{64FB13B8-E241-4F6D-B41F-EBA050FE25D2}"/>
              </a:ext>
            </a:extLst>
          </p:cNvPr>
          <p:cNvSpPr txBox="1"/>
          <p:nvPr/>
        </p:nvSpPr>
        <p:spPr>
          <a:xfrm>
            <a:off x="5960826" y="2665028"/>
            <a:ext cx="188573" cy="369332"/>
          </a:xfrm>
          <a:prstGeom prst="rect">
            <a:avLst/>
          </a:prstGeom>
          <a:noFill/>
        </p:spPr>
        <p:txBody>
          <a:bodyPr wrap="square" rtlCol="0">
            <a:spAutoFit/>
          </a:bodyPr>
          <a:lstStyle/>
          <a:p>
            <a:r>
              <a:rPr lang="en-US" altLang="zh-CN" dirty="0"/>
              <a:t>x</a:t>
            </a:r>
            <a:endParaRPr lang="zh-CN" altLang="en-US" dirty="0"/>
          </a:p>
        </p:txBody>
      </p:sp>
      <p:sp>
        <p:nvSpPr>
          <p:cNvPr id="35" name="文本框 34">
            <a:extLst>
              <a:ext uri="{FF2B5EF4-FFF2-40B4-BE49-F238E27FC236}">
                <a16:creationId xmlns:a16="http://schemas.microsoft.com/office/drawing/2014/main" id="{F201F39D-E0E9-40E9-9EE3-7E762C56EBEF}"/>
              </a:ext>
            </a:extLst>
          </p:cNvPr>
          <p:cNvSpPr txBox="1"/>
          <p:nvPr/>
        </p:nvSpPr>
        <p:spPr>
          <a:xfrm>
            <a:off x="5964672" y="2901446"/>
            <a:ext cx="188573" cy="369332"/>
          </a:xfrm>
          <a:prstGeom prst="rect">
            <a:avLst/>
          </a:prstGeom>
          <a:noFill/>
        </p:spPr>
        <p:txBody>
          <a:bodyPr wrap="square" rtlCol="0">
            <a:spAutoFit/>
          </a:bodyPr>
          <a:lstStyle/>
          <a:p>
            <a:r>
              <a:rPr lang="en-US" altLang="zh-CN" dirty="0"/>
              <a:t>y</a:t>
            </a:r>
            <a:endParaRPr lang="zh-CN" altLang="en-US" dirty="0"/>
          </a:p>
        </p:txBody>
      </p:sp>
      <p:sp>
        <p:nvSpPr>
          <p:cNvPr id="36" name="文本框 35">
            <a:extLst>
              <a:ext uri="{FF2B5EF4-FFF2-40B4-BE49-F238E27FC236}">
                <a16:creationId xmlns:a16="http://schemas.microsoft.com/office/drawing/2014/main" id="{6A5A88B4-0C23-479E-9C7F-574E54E8C352}"/>
              </a:ext>
            </a:extLst>
          </p:cNvPr>
          <p:cNvSpPr txBox="1"/>
          <p:nvPr/>
        </p:nvSpPr>
        <p:spPr>
          <a:xfrm>
            <a:off x="3974677" y="1635476"/>
            <a:ext cx="825867" cy="369332"/>
          </a:xfrm>
          <a:prstGeom prst="rect">
            <a:avLst/>
          </a:prstGeom>
          <a:noFill/>
        </p:spPr>
        <p:txBody>
          <a:bodyPr wrap="square">
            <a:spAutoFit/>
          </a:bodyPr>
          <a:lstStyle/>
          <a:p>
            <a:r>
              <a:rPr lang="en-US" altLang="zh-CN" dirty="0">
                <a:solidFill>
                  <a:schemeClr val="accent2">
                    <a:lumMod val="75000"/>
                  </a:schemeClr>
                </a:solidFill>
              </a:rPr>
              <a:t>50000</a:t>
            </a:r>
            <a:endParaRPr lang="zh-CN" altLang="en-US" dirty="0"/>
          </a:p>
        </p:txBody>
      </p:sp>
      <p:sp>
        <p:nvSpPr>
          <p:cNvPr id="37" name="文本框 36">
            <a:extLst>
              <a:ext uri="{FF2B5EF4-FFF2-40B4-BE49-F238E27FC236}">
                <a16:creationId xmlns:a16="http://schemas.microsoft.com/office/drawing/2014/main" id="{963EB9A9-69CB-4ED6-9C9C-05038D16296B}"/>
              </a:ext>
            </a:extLst>
          </p:cNvPr>
          <p:cNvSpPr txBox="1"/>
          <p:nvPr/>
        </p:nvSpPr>
        <p:spPr>
          <a:xfrm>
            <a:off x="4793498" y="2942645"/>
            <a:ext cx="921911" cy="369332"/>
          </a:xfrm>
          <a:prstGeom prst="rect">
            <a:avLst/>
          </a:prstGeom>
          <a:noFill/>
        </p:spPr>
        <p:txBody>
          <a:bodyPr wrap="square">
            <a:spAutoFit/>
          </a:bodyPr>
          <a:lstStyle/>
          <a:p>
            <a:r>
              <a:rPr lang="en-US" altLang="zh-CN" dirty="0"/>
              <a:t>30000</a:t>
            </a:r>
            <a:endParaRPr lang="zh-CN" altLang="en-US" dirty="0"/>
          </a:p>
        </p:txBody>
      </p:sp>
      <p:sp>
        <p:nvSpPr>
          <p:cNvPr id="46" name="矩形 45">
            <a:extLst>
              <a:ext uri="{FF2B5EF4-FFF2-40B4-BE49-F238E27FC236}">
                <a16:creationId xmlns:a16="http://schemas.microsoft.com/office/drawing/2014/main" id="{592A92EE-0F8A-42C6-BD73-78414319920F}"/>
              </a:ext>
            </a:extLst>
          </p:cNvPr>
          <p:cNvSpPr/>
          <p:nvPr/>
        </p:nvSpPr>
        <p:spPr>
          <a:xfrm>
            <a:off x="7597510" y="188640"/>
            <a:ext cx="1171174" cy="201092"/>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47" name="矩形 46">
            <a:extLst>
              <a:ext uri="{FF2B5EF4-FFF2-40B4-BE49-F238E27FC236}">
                <a16:creationId xmlns:a16="http://schemas.microsoft.com/office/drawing/2014/main" id="{93792F06-6165-4324-85EF-C5DEFDA44C39}"/>
              </a:ext>
            </a:extLst>
          </p:cNvPr>
          <p:cNvSpPr/>
          <p:nvPr/>
        </p:nvSpPr>
        <p:spPr>
          <a:xfrm>
            <a:off x="7597510" y="413053"/>
            <a:ext cx="1171174" cy="201092"/>
          </a:xfrm>
          <a:prstGeom prst="rect">
            <a:avLst/>
          </a:prstGeom>
          <a:solidFill>
            <a:schemeClr val="accent2"/>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48" name="矩形 47">
            <a:extLst>
              <a:ext uri="{FF2B5EF4-FFF2-40B4-BE49-F238E27FC236}">
                <a16:creationId xmlns:a16="http://schemas.microsoft.com/office/drawing/2014/main" id="{10CF776D-3266-4F80-8C94-D84F394E8663}"/>
              </a:ext>
            </a:extLst>
          </p:cNvPr>
          <p:cNvSpPr/>
          <p:nvPr/>
        </p:nvSpPr>
        <p:spPr>
          <a:xfrm>
            <a:off x="7597510" y="629077"/>
            <a:ext cx="1171174" cy="201092"/>
          </a:xfrm>
          <a:prstGeom prst="rect">
            <a:avLst/>
          </a:prstGeom>
          <a:solidFill>
            <a:schemeClr val="accent2"/>
          </a:solidFill>
          <a:ln>
            <a:solidFill>
              <a:schemeClr val="accent1"/>
            </a:solidFill>
          </a:ln>
        </p:spPr>
        <p:txBody>
          <a:bodyPr wrap="square" rtlCol="0" anchor="ctr">
            <a:spAutoFit/>
          </a:bodyPr>
          <a:lstStyle/>
          <a:p>
            <a:pPr algn="ctr">
              <a:spcAft>
                <a:spcPts val="0"/>
              </a:spcAft>
            </a:pPr>
            <a:endParaRPr lang="zh-CN" altLang="en-US" kern="0" dirty="0">
              <a:solidFill>
                <a:srgbClr val="800000"/>
              </a:solidFill>
              <a:latin typeface="Courier New"/>
              <a:ea typeface="宋体"/>
              <a:cs typeface="Times New Roman"/>
            </a:endParaRPr>
          </a:p>
        </p:txBody>
      </p:sp>
      <p:sp>
        <p:nvSpPr>
          <p:cNvPr id="49" name="矩形 48">
            <a:extLst>
              <a:ext uri="{FF2B5EF4-FFF2-40B4-BE49-F238E27FC236}">
                <a16:creationId xmlns:a16="http://schemas.microsoft.com/office/drawing/2014/main" id="{02D661D7-CED0-4E0F-A72E-5E28B53E08E8}"/>
              </a:ext>
            </a:extLst>
          </p:cNvPr>
          <p:cNvSpPr/>
          <p:nvPr/>
        </p:nvSpPr>
        <p:spPr>
          <a:xfrm>
            <a:off x="7597510" y="845101"/>
            <a:ext cx="1171174" cy="201092"/>
          </a:xfrm>
          <a:prstGeom prst="rect">
            <a:avLst/>
          </a:prstGeom>
          <a:solidFill>
            <a:schemeClr val="accent2"/>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50" name="矩形 49">
            <a:extLst>
              <a:ext uri="{FF2B5EF4-FFF2-40B4-BE49-F238E27FC236}">
                <a16:creationId xmlns:a16="http://schemas.microsoft.com/office/drawing/2014/main" id="{5A731ECC-221A-4658-8E68-B944EF051261}"/>
              </a:ext>
            </a:extLst>
          </p:cNvPr>
          <p:cNvSpPr/>
          <p:nvPr/>
        </p:nvSpPr>
        <p:spPr>
          <a:xfrm>
            <a:off x="7597510" y="1061125"/>
            <a:ext cx="1171174" cy="201092"/>
          </a:xfrm>
          <a:prstGeom prst="rect">
            <a:avLst/>
          </a:prstGeom>
          <a:solidFill>
            <a:schemeClr val="accent2"/>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51" name="矩形 50">
            <a:extLst>
              <a:ext uri="{FF2B5EF4-FFF2-40B4-BE49-F238E27FC236}">
                <a16:creationId xmlns:a16="http://schemas.microsoft.com/office/drawing/2014/main" id="{50A2DF91-41AD-45E4-A9AF-24FF19320AC9}"/>
              </a:ext>
            </a:extLst>
          </p:cNvPr>
          <p:cNvSpPr/>
          <p:nvPr/>
        </p:nvSpPr>
        <p:spPr>
          <a:xfrm>
            <a:off x="7605989" y="1285539"/>
            <a:ext cx="1171174" cy="201092"/>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53" name="矩形 52">
            <a:extLst>
              <a:ext uri="{FF2B5EF4-FFF2-40B4-BE49-F238E27FC236}">
                <a16:creationId xmlns:a16="http://schemas.microsoft.com/office/drawing/2014/main" id="{1989F0CF-37EA-4FB1-9D1F-640A5F15CFC3}"/>
              </a:ext>
            </a:extLst>
          </p:cNvPr>
          <p:cNvSpPr/>
          <p:nvPr/>
        </p:nvSpPr>
        <p:spPr>
          <a:xfrm>
            <a:off x="7605989" y="1483048"/>
            <a:ext cx="1171174" cy="201092"/>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54" name="文本框 53">
            <a:extLst>
              <a:ext uri="{FF2B5EF4-FFF2-40B4-BE49-F238E27FC236}">
                <a16:creationId xmlns:a16="http://schemas.microsoft.com/office/drawing/2014/main" id="{1C70866C-1CFD-4252-93EA-7AA3375511A2}"/>
              </a:ext>
            </a:extLst>
          </p:cNvPr>
          <p:cNvSpPr txBox="1"/>
          <p:nvPr/>
        </p:nvSpPr>
        <p:spPr>
          <a:xfrm>
            <a:off x="7675701" y="439139"/>
            <a:ext cx="1044825" cy="523220"/>
          </a:xfrm>
          <a:prstGeom prst="rect">
            <a:avLst/>
          </a:prstGeom>
          <a:solidFill>
            <a:schemeClr val="accent2"/>
          </a:solidFill>
        </p:spPr>
        <p:txBody>
          <a:bodyPr wrap="square" rtlCol="0">
            <a:spAutoFit/>
          </a:bodyPr>
          <a:lstStyle/>
          <a:p>
            <a:r>
              <a:rPr lang="en-US" altLang="zh-CN" sz="2800" dirty="0"/>
              <a:t>[1,2]</a:t>
            </a:r>
            <a:endParaRPr lang="zh-CN" altLang="en-US" sz="2800" dirty="0"/>
          </a:p>
        </p:txBody>
      </p:sp>
      <p:sp>
        <p:nvSpPr>
          <p:cNvPr id="55" name="矩形 54">
            <a:extLst>
              <a:ext uri="{FF2B5EF4-FFF2-40B4-BE49-F238E27FC236}">
                <a16:creationId xmlns:a16="http://schemas.microsoft.com/office/drawing/2014/main" id="{D0BD73E2-709F-4A3D-940B-0D9DD55DFC80}"/>
              </a:ext>
            </a:extLst>
          </p:cNvPr>
          <p:cNvSpPr/>
          <p:nvPr/>
        </p:nvSpPr>
        <p:spPr>
          <a:xfrm>
            <a:off x="7607536" y="1695704"/>
            <a:ext cx="1171174" cy="201092"/>
          </a:xfrm>
          <a:prstGeom prst="rect">
            <a:avLst/>
          </a:prstGeom>
          <a:solidFill>
            <a:schemeClr val="accent2"/>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56" name="矩形 55">
            <a:extLst>
              <a:ext uri="{FF2B5EF4-FFF2-40B4-BE49-F238E27FC236}">
                <a16:creationId xmlns:a16="http://schemas.microsoft.com/office/drawing/2014/main" id="{17FA2F30-0F1F-4BB3-B186-3FBEA6D7CB39}"/>
              </a:ext>
            </a:extLst>
          </p:cNvPr>
          <p:cNvSpPr/>
          <p:nvPr/>
        </p:nvSpPr>
        <p:spPr>
          <a:xfrm>
            <a:off x="7607536" y="1911728"/>
            <a:ext cx="1171174" cy="201092"/>
          </a:xfrm>
          <a:prstGeom prst="rect">
            <a:avLst/>
          </a:prstGeom>
          <a:solidFill>
            <a:schemeClr val="accent2"/>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57" name="矩形 56">
            <a:extLst>
              <a:ext uri="{FF2B5EF4-FFF2-40B4-BE49-F238E27FC236}">
                <a16:creationId xmlns:a16="http://schemas.microsoft.com/office/drawing/2014/main" id="{B29305D6-B721-41A2-83C6-C4C7580350F8}"/>
              </a:ext>
            </a:extLst>
          </p:cNvPr>
          <p:cNvSpPr/>
          <p:nvPr/>
        </p:nvSpPr>
        <p:spPr>
          <a:xfrm>
            <a:off x="7607536" y="2127752"/>
            <a:ext cx="1171174" cy="201092"/>
          </a:xfrm>
          <a:prstGeom prst="rect">
            <a:avLst/>
          </a:prstGeom>
          <a:solidFill>
            <a:schemeClr val="accent2"/>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58" name="矩形 57">
            <a:extLst>
              <a:ext uri="{FF2B5EF4-FFF2-40B4-BE49-F238E27FC236}">
                <a16:creationId xmlns:a16="http://schemas.microsoft.com/office/drawing/2014/main" id="{604E337B-E200-4625-847F-E786347A98BC}"/>
              </a:ext>
            </a:extLst>
          </p:cNvPr>
          <p:cNvSpPr/>
          <p:nvPr/>
        </p:nvSpPr>
        <p:spPr>
          <a:xfrm>
            <a:off x="7607536" y="2343776"/>
            <a:ext cx="1171174" cy="201092"/>
          </a:xfrm>
          <a:prstGeom prst="rect">
            <a:avLst/>
          </a:prstGeom>
          <a:solidFill>
            <a:schemeClr val="accent2"/>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59" name="矩形 58">
            <a:extLst>
              <a:ext uri="{FF2B5EF4-FFF2-40B4-BE49-F238E27FC236}">
                <a16:creationId xmlns:a16="http://schemas.microsoft.com/office/drawing/2014/main" id="{B46F2B1F-B659-4E03-A8AE-370538CE56D3}"/>
              </a:ext>
            </a:extLst>
          </p:cNvPr>
          <p:cNvSpPr/>
          <p:nvPr/>
        </p:nvSpPr>
        <p:spPr>
          <a:xfrm>
            <a:off x="7605989" y="2561836"/>
            <a:ext cx="1171174" cy="201092"/>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60" name="矩形 59">
            <a:extLst>
              <a:ext uri="{FF2B5EF4-FFF2-40B4-BE49-F238E27FC236}">
                <a16:creationId xmlns:a16="http://schemas.microsoft.com/office/drawing/2014/main" id="{E3B3BCCF-5614-4498-AAB5-CEAB6606D05E}"/>
              </a:ext>
            </a:extLst>
          </p:cNvPr>
          <p:cNvSpPr/>
          <p:nvPr/>
        </p:nvSpPr>
        <p:spPr>
          <a:xfrm>
            <a:off x="7605989" y="2777860"/>
            <a:ext cx="1171174" cy="201092"/>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61" name="矩形 60">
            <a:extLst>
              <a:ext uri="{FF2B5EF4-FFF2-40B4-BE49-F238E27FC236}">
                <a16:creationId xmlns:a16="http://schemas.microsoft.com/office/drawing/2014/main" id="{3BE5249F-DF9C-4002-861C-D6882C9B9637}"/>
              </a:ext>
            </a:extLst>
          </p:cNvPr>
          <p:cNvSpPr/>
          <p:nvPr/>
        </p:nvSpPr>
        <p:spPr>
          <a:xfrm>
            <a:off x="7605989" y="2993884"/>
            <a:ext cx="1171174" cy="201092"/>
          </a:xfrm>
          <a:prstGeom prst="rect">
            <a:avLst/>
          </a:prstGeom>
          <a:ln>
            <a:solidFill>
              <a:schemeClr val="accent1"/>
            </a:solidFill>
          </a:ln>
        </p:spPr>
        <p:txBody>
          <a:bodyPr wrap="square" rtlCol="0" anchor="ctr">
            <a:spAutoFit/>
          </a:bodyPr>
          <a:lstStyle/>
          <a:p>
            <a:pPr algn="ctr">
              <a:spcAft>
                <a:spcPts val="0"/>
              </a:spcAft>
            </a:pPr>
            <a:endParaRPr lang="zh-CN" altLang="en-US" kern="0" dirty="0">
              <a:solidFill>
                <a:srgbClr val="800000"/>
              </a:solidFill>
              <a:latin typeface="Courier New"/>
              <a:ea typeface="宋体"/>
              <a:cs typeface="Times New Roman"/>
            </a:endParaRPr>
          </a:p>
        </p:txBody>
      </p:sp>
      <p:sp>
        <p:nvSpPr>
          <p:cNvPr id="62" name="矩形 61">
            <a:extLst>
              <a:ext uri="{FF2B5EF4-FFF2-40B4-BE49-F238E27FC236}">
                <a16:creationId xmlns:a16="http://schemas.microsoft.com/office/drawing/2014/main" id="{8D46EED5-E8D2-4245-BF45-C3027765E2ED}"/>
              </a:ext>
            </a:extLst>
          </p:cNvPr>
          <p:cNvSpPr/>
          <p:nvPr/>
        </p:nvSpPr>
        <p:spPr>
          <a:xfrm>
            <a:off x="7605989" y="3209908"/>
            <a:ext cx="1171174" cy="201092"/>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63" name="文本框 62">
            <a:extLst>
              <a:ext uri="{FF2B5EF4-FFF2-40B4-BE49-F238E27FC236}">
                <a16:creationId xmlns:a16="http://schemas.microsoft.com/office/drawing/2014/main" id="{3F754242-37EA-4F07-88CB-5A3B6E01B1E2}"/>
              </a:ext>
            </a:extLst>
          </p:cNvPr>
          <p:cNvSpPr txBox="1"/>
          <p:nvPr/>
        </p:nvSpPr>
        <p:spPr>
          <a:xfrm>
            <a:off x="7555712" y="1834017"/>
            <a:ext cx="1254769" cy="523220"/>
          </a:xfrm>
          <a:prstGeom prst="rect">
            <a:avLst/>
          </a:prstGeom>
          <a:noFill/>
        </p:spPr>
        <p:txBody>
          <a:bodyPr wrap="square" rtlCol="0">
            <a:spAutoFit/>
          </a:bodyPr>
          <a:lstStyle/>
          <a:p>
            <a:r>
              <a:rPr lang="en-US" altLang="zh-CN" sz="2800" dirty="0"/>
              <a:t>[9,100]</a:t>
            </a:r>
            <a:endParaRPr lang="zh-CN" altLang="en-US" sz="2800" dirty="0"/>
          </a:p>
        </p:txBody>
      </p:sp>
      <p:sp>
        <p:nvSpPr>
          <p:cNvPr id="64" name="文本框 63">
            <a:extLst>
              <a:ext uri="{FF2B5EF4-FFF2-40B4-BE49-F238E27FC236}">
                <a16:creationId xmlns:a16="http://schemas.microsoft.com/office/drawing/2014/main" id="{3AE304DC-A3A1-435A-A842-0601F84D4195}"/>
              </a:ext>
            </a:extLst>
          </p:cNvPr>
          <p:cNvSpPr txBox="1"/>
          <p:nvPr/>
        </p:nvSpPr>
        <p:spPr>
          <a:xfrm>
            <a:off x="6788551" y="323106"/>
            <a:ext cx="825867" cy="369332"/>
          </a:xfrm>
          <a:prstGeom prst="rect">
            <a:avLst/>
          </a:prstGeom>
          <a:noFill/>
        </p:spPr>
        <p:txBody>
          <a:bodyPr wrap="none" rtlCol="0">
            <a:spAutoFit/>
          </a:bodyPr>
          <a:lstStyle/>
          <a:p>
            <a:r>
              <a:rPr lang="en-US" altLang="zh-CN" dirty="0">
                <a:solidFill>
                  <a:schemeClr val="accent2">
                    <a:lumMod val="75000"/>
                  </a:schemeClr>
                </a:solidFill>
              </a:rPr>
              <a:t>30000</a:t>
            </a:r>
            <a:endParaRPr lang="zh-CN" altLang="en-US" dirty="0"/>
          </a:p>
        </p:txBody>
      </p:sp>
      <p:sp>
        <p:nvSpPr>
          <p:cNvPr id="65" name="文本框 64">
            <a:extLst>
              <a:ext uri="{FF2B5EF4-FFF2-40B4-BE49-F238E27FC236}">
                <a16:creationId xmlns:a16="http://schemas.microsoft.com/office/drawing/2014/main" id="{7A4257EB-DB76-45B9-AAB2-DD5EEDFB80A6}"/>
              </a:ext>
            </a:extLst>
          </p:cNvPr>
          <p:cNvSpPr txBox="1"/>
          <p:nvPr/>
        </p:nvSpPr>
        <p:spPr>
          <a:xfrm>
            <a:off x="7675701" y="2716780"/>
            <a:ext cx="921911" cy="369332"/>
          </a:xfrm>
          <a:prstGeom prst="rect">
            <a:avLst/>
          </a:prstGeom>
          <a:noFill/>
        </p:spPr>
        <p:txBody>
          <a:bodyPr wrap="square">
            <a:spAutoFit/>
          </a:bodyPr>
          <a:lstStyle/>
          <a:p>
            <a:r>
              <a:rPr lang="en-US" altLang="zh-CN" dirty="0"/>
              <a:t>50000</a:t>
            </a:r>
            <a:endParaRPr lang="zh-CN" altLang="en-US" dirty="0"/>
          </a:p>
        </p:txBody>
      </p:sp>
      <p:sp>
        <p:nvSpPr>
          <p:cNvPr id="66" name="文本框 65">
            <a:extLst>
              <a:ext uri="{FF2B5EF4-FFF2-40B4-BE49-F238E27FC236}">
                <a16:creationId xmlns:a16="http://schemas.microsoft.com/office/drawing/2014/main" id="{0F341DB1-624F-4558-B9A3-A3979C8CC92D}"/>
              </a:ext>
            </a:extLst>
          </p:cNvPr>
          <p:cNvSpPr txBox="1"/>
          <p:nvPr/>
        </p:nvSpPr>
        <p:spPr>
          <a:xfrm>
            <a:off x="8794121" y="2665028"/>
            <a:ext cx="188573" cy="369332"/>
          </a:xfrm>
          <a:prstGeom prst="rect">
            <a:avLst/>
          </a:prstGeom>
          <a:noFill/>
        </p:spPr>
        <p:txBody>
          <a:bodyPr wrap="square" rtlCol="0">
            <a:spAutoFit/>
          </a:bodyPr>
          <a:lstStyle/>
          <a:p>
            <a:r>
              <a:rPr lang="en-US" altLang="zh-CN" dirty="0"/>
              <a:t>x</a:t>
            </a:r>
            <a:endParaRPr lang="zh-CN" altLang="en-US" dirty="0"/>
          </a:p>
        </p:txBody>
      </p:sp>
      <p:sp>
        <p:nvSpPr>
          <p:cNvPr id="67" name="文本框 66">
            <a:extLst>
              <a:ext uri="{FF2B5EF4-FFF2-40B4-BE49-F238E27FC236}">
                <a16:creationId xmlns:a16="http://schemas.microsoft.com/office/drawing/2014/main" id="{E97C4939-37BD-48BC-A0BE-EE260C02714C}"/>
              </a:ext>
            </a:extLst>
          </p:cNvPr>
          <p:cNvSpPr txBox="1"/>
          <p:nvPr/>
        </p:nvSpPr>
        <p:spPr>
          <a:xfrm>
            <a:off x="8797967" y="2901446"/>
            <a:ext cx="188573" cy="369332"/>
          </a:xfrm>
          <a:prstGeom prst="rect">
            <a:avLst/>
          </a:prstGeom>
          <a:noFill/>
        </p:spPr>
        <p:txBody>
          <a:bodyPr wrap="square" rtlCol="0">
            <a:spAutoFit/>
          </a:bodyPr>
          <a:lstStyle/>
          <a:p>
            <a:r>
              <a:rPr lang="en-US" altLang="zh-CN" dirty="0"/>
              <a:t>y</a:t>
            </a:r>
            <a:endParaRPr lang="zh-CN" altLang="en-US" dirty="0"/>
          </a:p>
        </p:txBody>
      </p:sp>
      <p:sp>
        <p:nvSpPr>
          <p:cNvPr id="68" name="文本框 67">
            <a:extLst>
              <a:ext uri="{FF2B5EF4-FFF2-40B4-BE49-F238E27FC236}">
                <a16:creationId xmlns:a16="http://schemas.microsoft.com/office/drawing/2014/main" id="{FFC99680-A9E5-4AAB-A58C-C1BF24861403}"/>
              </a:ext>
            </a:extLst>
          </p:cNvPr>
          <p:cNvSpPr txBox="1"/>
          <p:nvPr/>
        </p:nvSpPr>
        <p:spPr>
          <a:xfrm>
            <a:off x="6856880" y="1635476"/>
            <a:ext cx="825867" cy="369332"/>
          </a:xfrm>
          <a:prstGeom prst="rect">
            <a:avLst/>
          </a:prstGeom>
          <a:noFill/>
        </p:spPr>
        <p:txBody>
          <a:bodyPr wrap="square">
            <a:spAutoFit/>
          </a:bodyPr>
          <a:lstStyle/>
          <a:p>
            <a:r>
              <a:rPr lang="en-US" altLang="zh-CN" dirty="0">
                <a:solidFill>
                  <a:schemeClr val="accent2">
                    <a:lumMod val="75000"/>
                  </a:schemeClr>
                </a:solidFill>
              </a:rPr>
              <a:t>50000</a:t>
            </a:r>
            <a:endParaRPr lang="zh-CN" altLang="en-US" dirty="0"/>
          </a:p>
        </p:txBody>
      </p:sp>
      <p:sp>
        <p:nvSpPr>
          <p:cNvPr id="69" name="文本框 68">
            <a:extLst>
              <a:ext uri="{FF2B5EF4-FFF2-40B4-BE49-F238E27FC236}">
                <a16:creationId xmlns:a16="http://schemas.microsoft.com/office/drawing/2014/main" id="{0F884063-2F78-449F-A099-67E2247C11D8}"/>
              </a:ext>
            </a:extLst>
          </p:cNvPr>
          <p:cNvSpPr txBox="1"/>
          <p:nvPr/>
        </p:nvSpPr>
        <p:spPr>
          <a:xfrm>
            <a:off x="7675701" y="2942645"/>
            <a:ext cx="921911" cy="369332"/>
          </a:xfrm>
          <a:prstGeom prst="rect">
            <a:avLst/>
          </a:prstGeom>
          <a:noFill/>
        </p:spPr>
        <p:txBody>
          <a:bodyPr wrap="square">
            <a:spAutoFit/>
          </a:bodyPr>
          <a:lstStyle/>
          <a:p>
            <a:r>
              <a:rPr lang="en-US" altLang="zh-CN" dirty="0"/>
              <a:t>30000</a:t>
            </a:r>
            <a:endParaRPr lang="zh-CN" altLang="en-US" dirty="0"/>
          </a:p>
        </p:txBody>
      </p:sp>
      <p:sp>
        <p:nvSpPr>
          <p:cNvPr id="70" name="箭头: 右 69">
            <a:extLst>
              <a:ext uri="{FF2B5EF4-FFF2-40B4-BE49-F238E27FC236}">
                <a16:creationId xmlns:a16="http://schemas.microsoft.com/office/drawing/2014/main" id="{13DFE299-5937-4859-BF3A-4561A7467DF7}"/>
              </a:ext>
            </a:extLst>
          </p:cNvPr>
          <p:cNvSpPr/>
          <p:nvPr/>
        </p:nvSpPr>
        <p:spPr>
          <a:xfrm>
            <a:off x="6401265" y="1316101"/>
            <a:ext cx="774571" cy="181401"/>
          </a:xfrm>
          <a:prstGeom prst="rightArrow">
            <a:avLst/>
          </a:prstGeom>
          <a:solidFill>
            <a:srgbClr val="FF0000"/>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21" name="矩形 120">
            <a:extLst>
              <a:ext uri="{FF2B5EF4-FFF2-40B4-BE49-F238E27FC236}">
                <a16:creationId xmlns:a16="http://schemas.microsoft.com/office/drawing/2014/main" id="{D44300FF-7B2D-4EC3-8F9F-C0F36E3576A3}"/>
              </a:ext>
            </a:extLst>
          </p:cNvPr>
          <p:cNvSpPr/>
          <p:nvPr/>
        </p:nvSpPr>
        <p:spPr>
          <a:xfrm>
            <a:off x="4734658" y="4038530"/>
            <a:ext cx="1171174" cy="201092"/>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22" name="矩形 121">
            <a:extLst>
              <a:ext uri="{FF2B5EF4-FFF2-40B4-BE49-F238E27FC236}">
                <a16:creationId xmlns:a16="http://schemas.microsoft.com/office/drawing/2014/main" id="{D6145F6A-D01A-40EB-9040-57B5B8433CEC}"/>
              </a:ext>
            </a:extLst>
          </p:cNvPr>
          <p:cNvSpPr/>
          <p:nvPr/>
        </p:nvSpPr>
        <p:spPr>
          <a:xfrm>
            <a:off x="4734658" y="4262943"/>
            <a:ext cx="1171174" cy="201092"/>
          </a:xfrm>
          <a:prstGeom prst="rect">
            <a:avLst/>
          </a:prstGeom>
          <a:solidFill>
            <a:schemeClr val="accent2"/>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23" name="矩形 122">
            <a:extLst>
              <a:ext uri="{FF2B5EF4-FFF2-40B4-BE49-F238E27FC236}">
                <a16:creationId xmlns:a16="http://schemas.microsoft.com/office/drawing/2014/main" id="{03FDD615-6F81-4016-BE5C-593BF5669603}"/>
              </a:ext>
            </a:extLst>
          </p:cNvPr>
          <p:cNvSpPr/>
          <p:nvPr/>
        </p:nvSpPr>
        <p:spPr>
          <a:xfrm>
            <a:off x="4734658" y="4478967"/>
            <a:ext cx="1171174" cy="201092"/>
          </a:xfrm>
          <a:prstGeom prst="rect">
            <a:avLst/>
          </a:prstGeom>
          <a:solidFill>
            <a:schemeClr val="accent2"/>
          </a:solidFill>
          <a:ln>
            <a:solidFill>
              <a:schemeClr val="accent1"/>
            </a:solidFill>
          </a:ln>
        </p:spPr>
        <p:txBody>
          <a:bodyPr wrap="square" rtlCol="0" anchor="ctr">
            <a:spAutoFit/>
          </a:bodyPr>
          <a:lstStyle/>
          <a:p>
            <a:pPr algn="ctr">
              <a:spcAft>
                <a:spcPts val="0"/>
              </a:spcAft>
            </a:pPr>
            <a:endParaRPr lang="zh-CN" altLang="en-US" kern="0" dirty="0">
              <a:solidFill>
                <a:srgbClr val="800000"/>
              </a:solidFill>
              <a:latin typeface="Courier New"/>
              <a:ea typeface="宋体"/>
              <a:cs typeface="Times New Roman"/>
            </a:endParaRPr>
          </a:p>
        </p:txBody>
      </p:sp>
      <p:sp>
        <p:nvSpPr>
          <p:cNvPr id="124" name="矩形 123">
            <a:extLst>
              <a:ext uri="{FF2B5EF4-FFF2-40B4-BE49-F238E27FC236}">
                <a16:creationId xmlns:a16="http://schemas.microsoft.com/office/drawing/2014/main" id="{3387883A-EFE9-43CA-BB10-5D1586826FEA}"/>
              </a:ext>
            </a:extLst>
          </p:cNvPr>
          <p:cNvSpPr/>
          <p:nvPr/>
        </p:nvSpPr>
        <p:spPr>
          <a:xfrm>
            <a:off x="4734658" y="4694991"/>
            <a:ext cx="1171174" cy="201092"/>
          </a:xfrm>
          <a:prstGeom prst="rect">
            <a:avLst/>
          </a:prstGeom>
          <a:solidFill>
            <a:schemeClr val="accent2"/>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25" name="矩形 124">
            <a:extLst>
              <a:ext uri="{FF2B5EF4-FFF2-40B4-BE49-F238E27FC236}">
                <a16:creationId xmlns:a16="http://schemas.microsoft.com/office/drawing/2014/main" id="{045F3D5A-EFFB-45F3-9C1F-C27E98A6E143}"/>
              </a:ext>
            </a:extLst>
          </p:cNvPr>
          <p:cNvSpPr/>
          <p:nvPr/>
        </p:nvSpPr>
        <p:spPr>
          <a:xfrm>
            <a:off x="4734658" y="4911015"/>
            <a:ext cx="1171174" cy="201092"/>
          </a:xfrm>
          <a:prstGeom prst="rect">
            <a:avLst/>
          </a:prstGeom>
          <a:solidFill>
            <a:schemeClr val="accent2"/>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26" name="矩形 125">
            <a:extLst>
              <a:ext uri="{FF2B5EF4-FFF2-40B4-BE49-F238E27FC236}">
                <a16:creationId xmlns:a16="http://schemas.microsoft.com/office/drawing/2014/main" id="{46F7E8BE-74FE-4C21-AF88-046EBCA159E1}"/>
              </a:ext>
            </a:extLst>
          </p:cNvPr>
          <p:cNvSpPr/>
          <p:nvPr/>
        </p:nvSpPr>
        <p:spPr>
          <a:xfrm>
            <a:off x="4743137" y="5135429"/>
            <a:ext cx="1171174" cy="201092"/>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27" name="矩形 126">
            <a:extLst>
              <a:ext uri="{FF2B5EF4-FFF2-40B4-BE49-F238E27FC236}">
                <a16:creationId xmlns:a16="http://schemas.microsoft.com/office/drawing/2014/main" id="{5892C2DF-9B07-4EDC-9EA9-3D09FE0E03EB}"/>
              </a:ext>
            </a:extLst>
          </p:cNvPr>
          <p:cNvSpPr/>
          <p:nvPr/>
        </p:nvSpPr>
        <p:spPr>
          <a:xfrm>
            <a:off x="4743137" y="5332938"/>
            <a:ext cx="1171174" cy="201092"/>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28" name="文本框 127">
            <a:extLst>
              <a:ext uri="{FF2B5EF4-FFF2-40B4-BE49-F238E27FC236}">
                <a16:creationId xmlns:a16="http://schemas.microsoft.com/office/drawing/2014/main" id="{68378657-98A7-40B0-BB15-E0EE8E522BC7}"/>
              </a:ext>
            </a:extLst>
          </p:cNvPr>
          <p:cNvSpPr txBox="1"/>
          <p:nvPr/>
        </p:nvSpPr>
        <p:spPr>
          <a:xfrm>
            <a:off x="4812849" y="4289029"/>
            <a:ext cx="1044825" cy="523220"/>
          </a:xfrm>
          <a:prstGeom prst="rect">
            <a:avLst/>
          </a:prstGeom>
          <a:solidFill>
            <a:schemeClr val="accent2"/>
          </a:solidFill>
        </p:spPr>
        <p:txBody>
          <a:bodyPr wrap="square" rtlCol="0">
            <a:spAutoFit/>
          </a:bodyPr>
          <a:lstStyle/>
          <a:p>
            <a:r>
              <a:rPr lang="en-US" altLang="zh-CN" sz="2800" dirty="0"/>
              <a:t>[1,2]</a:t>
            </a:r>
            <a:endParaRPr lang="zh-CN" altLang="en-US" sz="2800" dirty="0"/>
          </a:p>
        </p:txBody>
      </p:sp>
      <p:sp>
        <p:nvSpPr>
          <p:cNvPr id="131" name="矩形 130">
            <a:extLst>
              <a:ext uri="{FF2B5EF4-FFF2-40B4-BE49-F238E27FC236}">
                <a16:creationId xmlns:a16="http://schemas.microsoft.com/office/drawing/2014/main" id="{D7488919-5F67-408F-A8AB-45921FF135D7}"/>
              </a:ext>
            </a:extLst>
          </p:cNvPr>
          <p:cNvSpPr/>
          <p:nvPr/>
        </p:nvSpPr>
        <p:spPr>
          <a:xfrm>
            <a:off x="4736205" y="5534030"/>
            <a:ext cx="1171174" cy="201092"/>
          </a:xfrm>
          <a:prstGeom prst="rect">
            <a:avLst/>
          </a:prstGeom>
          <a:no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32" name="矩形 131">
            <a:extLst>
              <a:ext uri="{FF2B5EF4-FFF2-40B4-BE49-F238E27FC236}">
                <a16:creationId xmlns:a16="http://schemas.microsoft.com/office/drawing/2014/main" id="{B0434729-FE1D-4896-BDE6-EF50C46B407D}"/>
              </a:ext>
            </a:extLst>
          </p:cNvPr>
          <p:cNvSpPr/>
          <p:nvPr/>
        </p:nvSpPr>
        <p:spPr>
          <a:xfrm>
            <a:off x="4736205" y="5750054"/>
            <a:ext cx="1171174" cy="201092"/>
          </a:xfrm>
          <a:prstGeom prst="rect">
            <a:avLst/>
          </a:prstGeom>
          <a:no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33" name="矩形 132">
            <a:extLst>
              <a:ext uri="{FF2B5EF4-FFF2-40B4-BE49-F238E27FC236}">
                <a16:creationId xmlns:a16="http://schemas.microsoft.com/office/drawing/2014/main" id="{29FE70C2-6FC8-4A59-B19F-EA5D6C1E2C76}"/>
              </a:ext>
            </a:extLst>
          </p:cNvPr>
          <p:cNvSpPr/>
          <p:nvPr/>
        </p:nvSpPr>
        <p:spPr>
          <a:xfrm>
            <a:off x="4734658" y="5968114"/>
            <a:ext cx="1171174" cy="201092"/>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34" name="矩形 133">
            <a:extLst>
              <a:ext uri="{FF2B5EF4-FFF2-40B4-BE49-F238E27FC236}">
                <a16:creationId xmlns:a16="http://schemas.microsoft.com/office/drawing/2014/main" id="{977CEDC4-1A70-4209-B5E2-379416BA9E30}"/>
              </a:ext>
            </a:extLst>
          </p:cNvPr>
          <p:cNvSpPr/>
          <p:nvPr/>
        </p:nvSpPr>
        <p:spPr>
          <a:xfrm>
            <a:off x="4734658" y="6184138"/>
            <a:ext cx="1171174" cy="201092"/>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35" name="矩形 134">
            <a:extLst>
              <a:ext uri="{FF2B5EF4-FFF2-40B4-BE49-F238E27FC236}">
                <a16:creationId xmlns:a16="http://schemas.microsoft.com/office/drawing/2014/main" id="{14C5D24D-09DF-48AF-B523-37EC38A975E5}"/>
              </a:ext>
            </a:extLst>
          </p:cNvPr>
          <p:cNvSpPr/>
          <p:nvPr/>
        </p:nvSpPr>
        <p:spPr>
          <a:xfrm>
            <a:off x="4734658" y="6400162"/>
            <a:ext cx="1171174" cy="201092"/>
          </a:xfrm>
          <a:prstGeom prst="rect">
            <a:avLst/>
          </a:prstGeom>
          <a:ln>
            <a:solidFill>
              <a:schemeClr val="accent1"/>
            </a:solidFill>
          </a:ln>
        </p:spPr>
        <p:txBody>
          <a:bodyPr wrap="square" rtlCol="0" anchor="ctr">
            <a:spAutoFit/>
          </a:bodyPr>
          <a:lstStyle/>
          <a:p>
            <a:pPr algn="ctr">
              <a:spcAft>
                <a:spcPts val="0"/>
              </a:spcAft>
            </a:pPr>
            <a:endParaRPr lang="zh-CN" altLang="en-US" kern="0" dirty="0">
              <a:solidFill>
                <a:srgbClr val="800000"/>
              </a:solidFill>
              <a:latin typeface="Courier New"/>
              <a:ea typeface="宋体"/>
              <a:cs typeface="Times New Roman"/>
            </a:endParaRPr>
          </a:p>
        </p:txBody>
      </p:sp>
      <p:sp>
        <p:nvSpPr>
          <p:cNvPr id="136" name="矩形 135">
            <a:extLst>
              <a:ext uri="{FF2B5EF4-FFF2-40B4-BE49-F238E27FC236}">
                <a16:creationId xmlns:a16="http://schemas.microsoft.com/office/drawing/2014/main" id="{2DEDC99A-EE9A-48B9-A54A-C470A4DCA564}"/>
              </a:ext>
            </a:extLst>
          </p:cNvPr>
          <p:cNvSpPr/>
          <p:nvPr/>
        </p:nvSpPr>
        <p:spPr>
          <a:xfrm>
            <a:off x="4734658" y="6616186"/>
            <a:ext cx="1171174" cy="201092"/>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37" name="文本框 136">
            <a:extLst>
              <a:ext uri="{FF2B5EF4-FFF2-40B4-BE49-F238E27FC236}">
                <a16:creationId xmlns:a16="http://schemas.microsoft.com/office/drawing/2014/main" id="{C91B6D53-874A-4744-ACF9-B3A3B3F6EFA9}"/>
              </a:ext>
            </a:extLst>
          </p:cNvPr>
          <p:cNvSpPr txBox="1"/>
          <p:nvPr/>
        </p:nvSpPr>
        <p:spPr>
          <a:xfrm>
            <a:off x="3925699" y="4172996"/>
            <a:ext cx="825867" cy="369332"/>
          </a:xfrm>
          <a:prstGeom prst="rect">
            <a:avLst/>
          </a:prstGeom>
          <a:noFill/>
        </p:spPr>
        <p:txBody>
          <a:bodyPr wrap="none" rtlCol="0">
            <a:spAutoFit/>
          </a:bodyPr>
          <a:lstStyle/>
          <a:p>
            <a:r>
              <a:rPr lang="en-US" altLang="zh-CN" dirty="0">
                <a:solidFill>
                  <a:schemeClr val="accent2">
                    <a:lumMod val="75000"/>
                  </a:schemeClr>
                </a:solidFill>
              </a:rPr>
              <a:t>30000</a:t>
            </a:r>
            <a:endParaRPr lang="zh-CN" altLang="en-US" dirty="0"/>
          </a:p>
        </p:txBody>
      </p:sp>
      <p:sp>
        <p:nvSpPr>
          <p:cNvPr id="138" name="文本框 137">
            <a:extLst>
              <a:ext uri="{FF2B5EF4-FFF2-40B4-BE49-F238E27FC236}">
                <a16:creationId xmlns:a16="http://schemas.microsoft.com/office/drawing/2014/main" id="{E7FC3A42-A5E0-4750-9A2B-006BBF7983F2}"/>
              </a:ext>
            </a:extLst>
          </p:cNvPr>
          <p:cNvSpPr txBox="1"/>
          <p:nvPr/>
        </p:nvSpPr>
        <p:spPr>
          <a:xfrm>
            <a:off x="4804370" y="6123058"/>
            <a:ext cx="921911" cy="369332"/>
          </a:xfrm>
          <a:prstGeom prst="rect">
            <a:avLst/>
          </a:prstGeom>
          <a:noFill/>
        </p:spPr>
        <p:txBody>
          <a:bodyPr wrap="square">
            <a:spAutoFit/>
          </a:bodyPr>
          <a:lstStyle/>
          <a:p>
            <a:r>
              <a:rPr lang="en-US" altLang="zh-CN" dirty="0"/>
              <a:t>30000</a:t>
            </a:r>
            <a:endParaRPr lang="zh-CN" altLang="en-US" dirty="0"/>
          </a:p>
        </p:txBody>
      </p:sp>
      <p:sp>
        <p:nvSpPr>
          <p:cNvPr id="139" name="文本框 138">
            <a:extLst>
              <a:ext uri="{FF2B5EF4-FFF2-40B4-BE49-F238E27FC236}">
                <a16:creationId xmlns:a16="http://schemas.microsoft.com/office/drawing/2014/main" id="{6A84F75D-C00E-49C8-9B96-0BB975E166AA}"/>
              </a:ext>
            </a:extLst>
          </p:cNvPr>
          <p:cNvSpPr txBox="1"/>
          <p:nvPr/>
        </p:nvSpPr>
        <p:spPr>
          <a:xfrm>
            <a:off x="5971698" y="6071306"/>
            <a:ext cx="188573" cy="369332"/>
          </a:xfrm>
          <a:prstGeom prst="rect">
            <a:avLst/>
          </a:prstGeom>
          <a:noFill/>
        </p:spPr>
        <p:txBody>
          <a:bodyPr wrap="square" rtlCol="0">
            <a:spAutoFit/>
          </a:bodyPr>
          <a:lstStyle/>
          <a:p>
            <a:r>
              <a:rPr lang="en-US" altLang="zh-CN" dirty="0"/>
              <a:t>x</a:t>
            </a:r>
            <a:endParaRPr lang="zh-CN" altLang="en-US" dirty="0"/>
          </a:p>
        </p:txBody>
      </p:sp>
      <p:sp>
        <p:nvSpPr>
          <p:cNvPr id="140" name="文本框 139">
            <a:extLst>
              <a:ext uri="{FF2B5EF4-FFF2-40B4-BE49-F238E27FC236}">
                <a16:creationId xmlns:a16="http://schemas.microsoft.com/office/drawing/2014/main" id="{E042C279-D96A-4AF1-BD4E-C2886E567C7E}"/>
              </a:ext>
            </a:extLst>
          </p:cNvPr>
          <p:cNvSpPr txBox="1"/>
          <p:nvPr/>
        </p:nvSpPr>
        <p:spPr>
          <a:xfrm>
            <a:off x="5975544" y="6307724"/>
            <a:ext cx="188573" cy="369332"/>
          </a:xfrm>
          <a:prstGeom prst="rect">
            <a:avLst/>
          </a:prstGeom>
          <a:noFill/>
        </p:spPr>
        <p:txBody>
          <a:bodyPr wrap="square" rtlCol="0">
            <a:spAutoFit/>
          </a:bodyPr>
          <a:lstStyle/>
          <a:p>
            <a:r>
              <a:rPr lang="en-US" altLang="zh-CN" dirty="0"/>
              <a:t>y</a:t>
            </a:r>
            <a:endParaRPr lang="zh-CN" altLang="en-US" dirty="0"/>
          </a:p>
        </p:txBody>
      </p:sp>
      <p:sp>
        <p:nvSpPr>
          <p:cNvPr id="142" name="文本框 141">
            <a:extLst>
              <a:ext uri="{FF2B5EF4-FFF2-40B4-BE49-F238E27FC236}">
                <a16:creationId xmlns:a16="http://schemas.microsoft.com/office/drawing/2014/main" id="{C63DC215-05E8-4E0B-A1CB-8F343ACFB700}"/>
              </a:ext>
            </a:extLst>
          </p:cNvPr>
          <p:cNvSpPr txBox="1"/>
          <p:nvPr/>
        </p:nvSpPr>
        <p:spPr>
          <a:xfrm>
            <a:off x="4804370" y="6348923"/>
            <a:ext cx="921911" cy="369332"/>
          </a:xfrm>
          <a:prstGeom prst="rect">
            <a:avLst/>
          </a:prstGeom>
          <a:noFill/>
        </p:spPr>
        <p:txBody>
          <a:bodyPr wrap="square">
            <a:spAutoFit/>
          </a:bodyPr>
          <a:lstStyle/>
          <a:p>
            <a:r>
              <a:rPr lang="en-US" altLang="zh-CN" dirty="0"/>
              <a:t>30000</a:t>
            </a:r>
            <a:endParaRPr lang="zh-CN" altLang="en-US" dirty="0"/>
          </a:p>
        </p:txBody>
      </p:sp>
      <p:sp>
        <p:nvSpPr>
          <p:cNvPr id="143" name="矩形 142">
            <a:extLst>
              <a:ext uri="{FF2B5EF4-FFF2-40B4-BE49-F238E27FC236}">
                <a16:creationId xmlns:a16="http://schemas.microsoft.com/office/drawing/2014/main" id="{90972D50-8282-4FE6-9721-BE6B01DD9573}"/>
              </a:ext>
            </a:extLst>
          </p:cNvPr>
          <p:cNvSpPr/>
          <p:nvPr/>
        </p:nvSpPr>
        <p:spPr>
          <a:xfrm>
            <a:off x="7605989" y="4039153"/>
            <a:ext cx="1171174" cy="201092"/>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44" name="矩形 143">
            <a:extLst>
              <a:ext uri="{FF2B5EF4-FFF2-40B4-BE49-F238E27FC236}">
                <a16:creationId xmlns:a16="http://schemas.microsoft.com/office/drawing/2014/main" id="{00621D28-E188-4800-8D90-01FA314125DE}"/>
              </a:ext>
            </a:extLst>
          </p:cNvPr>
          <p:cNvSpPr/>
          <p:nvPr/>
        </p:nvSpPr>
        <p:spPr>
          <a:xfrm>
            <a:off x="7605989" y="4263566"/>
            <a:ext cx="1171174" cy="201092"/>
          </a:xfrm>
          <a:prstGeom prst="rect">
            <a:avLst/>
          </a:prstGeom>
          <a:solidFill>
            <a:schemeClr val="accent2"/>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45" name="矩形 144">
            <a:extLst>
              <a:ext uri="{FF2B5EF4-FFF2-40B4-BE49-F238E27FC236}">
                <a16:creationId xmlns:a16="http://schemas.microsoft.com/office/drawing/2014/main" id="{2BDF3123-364F-430E-92C4-D8A0149C2807}"/>
              </a:ext>
            </a:extLst>
          </p:cNvPr>
          <p:cNvSpPr/>
          <p:nvPr/>
        </p:nvSpPr>
        <p:spPr>
          <a:xfrm>
            <a:off x="7605989" y="4479590"/>
            <a:ext cx="1171174" cy="201092"/>
          </a:xfrm>
          <a:prstGeom prst="rect">
            <a:avLst/>
          </a:prstGeom>
          <a:solidFill>
            <a:schemeClr val="accent2"/>
          </a:solidFill>
          <a:ln>
            <a:solidFill>
              <a:schemeClr val="accent1"/>
            </a:solidFill>
          </a:ln>
        </p:spPr>
        <p:txBody>
          <a:bodyPr wrap="square" rtlCol="0" anchor="ctr">
            <a:spAutoFit/>
          </a:bodyPr>
          <a:lstStyle/>
          <a:p>
            <a:pPr algn="ctr">
              <a:spcAft>
                <a:spcPts val="0"/>
              </a:spcAft>
            </a:pPr>
            <a:endParaRPr lang="zh-CN" altLang="en-US" kern="0" dirty="0">
              <a:solidFill>
                <a:srgbClr val="800000"/>
              </a:solidFill>
              <a:latin typeface="Courier New"/>
              <a:ea typeface="宋体"/>
              <a:cs typeface="Times New Roman"/>
            </a:endParaRPr>
          </a:p>
        </p:txBody>
      </p:sp>
      <p:sp>
        <p:nvSpPr>
          <p:cNvPr id="146" name="矩形 145">
            <a:extLst>
              <a:ext uri="{FF2B5EF4-FFF2-40B4-BE49-F238E27FC236}">
                <a16:creationId xmlns:a16="http://schemas.microsoft.com/office/drawing/2014/main" id="{71301391-2EAA-401F-B1C7-B02FEA6093A1}"/>
              </a:ext>
            </a:extLst>
          </p:cNvPr>
          <p:cNvSpPr/>
          <p:nvPr/>
        </p:nvSpPr>
        <p:spPr>
          <a:xfrm>
            <a:off x="7605989" y="4695614"/>
            <a:ext cx="1171174" cy="201092"/>
          </a:xfrm>
          <a:prstGeom prst="rect">
            <a:avLst/>
          </a:prstGeom>
          <a:solidFill>
            <a:schemeClr val="accent2"/>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47" name="矩形 146">
            <a:extLst>
              <a:ext uri="{FF2B5EF4-FFF2-40B4-BE49-F238E27FC236}">
                <a16:creationId xmlns:a16="http://schemas.microsoft.com/office/drawing/2014/main" id="{BDC31DC6-BA43-45DD-9275-73831DC19931}"/>
              </a:ext>
            </a:extLst>
          </p:cNvPr>
          <p:cNvSpPr/>
          <p:nvPr/>
        </p:nvSpPr>
        <p:spPr>
          <a:xfrm>
            <a:off x="7605989" y="4911638"/>
            <a:ext cx="1171174" cy="201092"/>
          </a:xfrm>
          <a:prstGeom prst="rect">
            <a:avLst/>
          </a:prstGeom>
          <a:solidFill>
            <a:schemeClr val="accent2"/>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48" name="矩形 147">
            <a:extLst>
              <a:ext uri="{FF2B5EF4-FFF2-40B4-BE49-F238E27FC236}">
                <a16:creationId xmlns:a16="http://schemas.microsoft.com/office/drawing/2014/main" id="{6197CC44-F1A3-4A66-8471-4605FEE52DBF}"/>
              </a:ext>
            </a:extLst>
          </p:cNvPr>
          <p:cNvSpPr/>
          <p:nvPr/>
        </p:nvSpPr>
        <p:spPr>
          <a:xfrm>
            <a:off x="7614468" y="5136052"/>
            <a:ext cx="1171174" cy="201092"/>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49" name="矩形 148">
            <a:extLst>
              <a:ext uri="{FF2B5EF4-FFF2-40B4-BE49-F238E27FC236}">
                <a16:creationId xmlns:a16="http://schemas.microsoft.com/office/drawing/2014/main" id="{2635A6E0-6127-452C-B78B-51114CAC7E87}"/>
              </a:ext>
            </a:extLst>
          </p:cNvPr>
          <p:cNvSpPr/>
          <p:nvPr/>
        </p:nvSpPr>
        <p:spPr>
          <a:xfrm>
            <a:off x="7614468" y="5333561"/>
            <a:ext cx="1171174" cy="201092"/>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50" name="文本框 149">
            <a:extLst>
              <a:ext uri="{FF2B5EF4-FFF2-40B4-BE49-F238E27FC236}">
                <a16:creationId xmlns:a16="http://schemas.microsoft.com/office/drawing/2014/main" id="{BB93EED6-5DA4-4943-AFEA-EF10FBF79CC1}"/>
              </a:ext>
            </a:extLst>
          </p:cNvPr>
          <p:cNvSpPr txBox="1"/>
          <p:nvPr/>
        </p:nvSpPr>
        <p:spPr>
          <a:xfrm>
            <a:off x="7684180" y="4289652"/>
            <a:ext cx="1044825" cy="523220"/>
          </a:xfrm>
          <a:prstGeom prst="rect">
            <a:avLst/>
          </a:prstGeom>
          <a:solidFill>
            <a:schemeClr val="accent2"/>
          </a:solidFill>
        </p:spPr>
        <p:txBody>
          <a:bodyPr wrap="square" rtlCol="0">
            <a:spAutoFit/>
          </a:bodyPr>
          <a:lstStyle/>
          <a:p>
            <a:r>
              <a:rPr lang="en-US" altLang="zh-CN" sz="2800" dirty="0"/>
              <a:t>[80,2]</a:t>
            </a:r>
            <a:endParaRPr lang="zh-CN" altLang="en-US" sz="2800" dirty="0"/>
          </a:p>
        </p:txBody>
      </p:sp>
      <p:sp>
        <p:nvSpPr>
          <p:cNvPr id="153" name="矩形 152">
            <a:extLst>
              <a:ext uri="{FF2B5EF4-FFF2-40B4-BE49-F238E27FC236}">
                <a16:creationId xmlns:a16="http://schemas.microsoft.com/office/drawing/2014/main" id="{64F4E8CB-E8DA-4E25-A0A7-614657A5A02B}"/>
              </a:ext>
            </a:extLst>
          </p:cNvPr>
          <p:cNvSpPr/>
          <p:nvPr/>
        </p:nvSpPr>
        <p:spPr>
          <a:xfrm>
            <a:off x="7618408" y="5534030"/>
            <a:ext cx="1171174" cy="201092"/>
          </a:xfrm>
          <a:prstGeom prst="rect">
            <a:avLst/>
          </a:prstGeom>
          <a:no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54" name="矩形 153">
            <a:extLst>
              <a:ext uri="{FF2B5EF4-FFF2-40B4-BE49-F238E27FC236}">
                <a16:creationId xmlns:a16="http://schemas.microsoft.com/office/drawing/2014/main" id="{00CD5C89-7D73-454C-B194-9BA211A8AA64}"/>
              </a:ext>
            </a:extLst>
          </p:cNvPr>
          <p:cNvSpPr/>
          <p:nvPr/>
        </p:nvSpPr>
        <p:spPr>
          <a:xfrm>
            <a:off x="7618408" y="5750054"/>
            <a:ext cx="1171174" cy="201092"/>
          </a:xfrm>
          <a:prstGeom prst="rect">
            <a:avLst/>
          </a:prstGeom>
          <a:no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55" name="矩形 154">
            <a:extLst>
              <a:ext uri="{FF2B5EF4-FFF2-40B4-BE49-F238E27FC236}">
                <a16:creationId xmlns:a16="http://schemas.microsoft.com/office/drawing/2014/main" id="{3B9BCF68-DBF5-4C23-A2E7-C9E54485B451}"/>
              </a:ext>
            </a:extLst>
          </p:cNvPr>
          <p:cNvSpPr/>
          <p:nvPr/>
        </p:nvSpPr>
        <p:spPr>
          <a:xfrm>
            <a:off x="7616861" y="5968114"/>
            <a:ext cx="1171174" cy="201092"/>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56" name="矩形 155">
            <a:extLst>
              <a:ext uri="{FF2B5EF4-FFF2-40B4-BE49-F238E27FC236}">
                <a16:creationId xmlns:a16="http://schemas.microsoft.com/office/drawing/2014/main" id="{4A92CA7E-325D-4588-8F30-1E02D77AB340}"/>
              </a:ext>
            </a:extLst>
          </p:cNvPr>
          <p:cNvSpPr/>
          <p:nvPr/>
        </p:nvSpPr>
        <p:spPr>
          <a:xfrm>
            <a:off x="7616861" y="6184138"/>
            <a:ext cx="1171174" cy="201092"/>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57" name="矩形 156">
            <a:extLst>
              <a:ext uri="{FF2B5EF4-FFF2-40B4-BE49-F238E27FC236}">
                <a16:creationId xmlns:a16="http://schemas.microsoft.com/office/drawing/2014/main" id="{BF1F831B-CEB6-435D-A321-76184CA84768}"/>
              </a:ext>
            </a:extLst>
          </p:cNvPr>
          <p:cNvSpPr/>
          <p:nvPr/>
        </p:nvSpPr>
        <p:spPr>
          <a:xfrm>
            <a:off x="7616861" y="6400162"/>
            <a:ext cx="1171174" cy="201092"/>
          </a:xfrm>
          <a:prstGeom prst="rect">
            <a:avLst/>
          </a:prstGeom>
          <a:ln>
            <a:solidFill>
              <a:schemeClr val="accent1"/>
            </a:solidFill>
          </a:ln>
        </p:spPr>
        <p:txBody>
          <a:bodyPr wrap="square" rtlCol="0" anchor="ctr">
            <a:spAutoFit/>
          </a:bodyPr>
          <a:lstStyle/>
          <a:p>
            <a:pPr algn="ctr">
              <a:spcAft>
                <a:spcPts val="0"/>
              </a:spcAft>
            </a:pPr>
            <a:endParaRPr lang="zh-CN" altLang="en-US" kern="0" dirty="0">
              <a:solidFill>
                <a:srgbClr val="800000"/>
              </a:solidFill>
              <a:latin typeface="Courier New"/>
              <a:ea typeface="宋体"/>
              <a:cs typeface="Times New Roman"/>
            </a:endParaRPr>
          </a:p>
        </p:txBody>
      </p:sp>
      <p:sp>
        <p:nvSpPr>
          <p:cNvPr id="158" name="矩形 157">
            <a:extLst>
              <a:ext uri="{FF2B5EF4-FFF2-40B4-BE49-F238E27FC236}">
                <a16:creationId xmlns:a16="http://schemas.microsoft.com/office/drawing/2014/main" id="{D112648F-8FD8-44C2-B161-AD8E77F21F2D}"/>
              </a:ext>
            </a:extLst>
          </p:cNvPr>
          <p:cNvSpPr/>
          <p:nvPr/>
        </p:nvSpPr>
        <p:spPr>
          <a:xfrm>
            <a:off x="7616861" y="6616186"/>
            <a:ext cx="1171174" cy="201092"/>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60" name="文本框 159">
            <a:extLst>
              <a:ext uri="{FF2B5EF4-FFF2-40B4-BE49-F238E27FC236}">
                <a16:creationId xmlns:a16="http://schemas.microsoft.com/office/drawing/2014/main" id="{465282CA-B0BC-40DA-B668-8740E89C834F}"/>
              </a:ext>
            </a:extLst>
          </p:cNvPr>
          <p:cNvSpPr txBox="1"/>
          <p:nvPr/>
        </p:nvSpPr>
        <p:spPr>
          <a:xfrm>
            <a:off x="6797030" y="4173619"/>
            <a:ext cx="825867" cy="369332"/>
          </a:xfrm>
          <a:prstGeom prst="rect">
            <a:avLst/>
          </a:prstGeom>
          <a:noFill/>
        </p:spPr>
        <p:txBody>
          <a:bodyPr wrap="none" rtlCol="0">
            <a:spAutoFit/>
          </a:bodyPr>
          <a:lstStyle/>
          <a:p>
            <a:r>
              <a:rPr lang="en-US" altLang="zh-CN" dirty="0">
                <a:solidFill>
                  <a:schemeClr val="accent2">
                    <a:lumMod val="75000"/>
                  </a:schemeClr>
                </a:solidFill>
              </a:rPr>
              <a:t>30000</a:t>
            </a:r>
            <a:endParaRPr lang="zh-CN" altLang="en-US" dirty="0"/>
          </a:p>
        </p:txBody>
      </p:sp>
      <p:sp>
        <p:nvSpPr>
          <p:cNvPr id="161" name="文本框 160">
            <a:extLst>
              <a:ext uri="{FF2B5EF4-FFF2-40B4-BE49-F238E27FC236}">
                <a16:creationId xmlns:a16="http://schemas.microsoft.com/office/drawing/2014/main" id="{55F783D1-5D0B-4B03-87F7-8A439AD02F9A}"/>
              </a:ext>
            </a:extLst>
          </p:cNvPr>
          <p:cNvSpPr txBox="1"/>
          <p:nvPr/>
        </p:nvSpPr>
        <p:spPr>
          <a:xfrm>
            <a:off x="7686573" y="6123058"/>
            <a:ext cx="921911" cy="369332"/>
          </a:xfrm>
          <a:prstGeom prst="rect">
            <a:avLst/>
          </a:prstGeom>
          <a:noFill/>
        </p:spPr>
        <p:txBody>
          <a:bodyPr wrap="square">
            <a:spAutoFit/>
          </a:bodyPr>
          <a:lstStyle/>
          <a:p>
            <a:r>
              <a:rPr lang="en-US" altLang="zh-CN" dirty="0"/>
              <a:t>30000</a:t>
            </a:r>
            <a:endParaRPr lang="zh-CN" altLang="en-US" dirty="0"/>
          </a:p>
        </p:txBody>
      </p:sp>
      <p:sp>
        <p:nvSpPr>
          <p:cNvPr id="162" name="文本框 161">
            <a:extLst>
              <a:ext uri="{FF2B5EF4-FFF2-40B4-BE49-F238E27FC236}">
                <a16:creationId xmlns:a16="http://schemas.microsoft.com/office/drawing/2014/main" id="{FC337155-8E51-460A-BD5F-E1C075E637A4}"/>
              </a:ext>
            </a:extLst>
          </p:cNvPr>
          <p:cNvSpPr txBox="1"/>
          <p:nvPr/>
        </p:nvSpPr>
        <p:spPr>
          <a:xfrm>
            <a:off x="8800325" y="6071306"/>
            <a:ext cx="188573" cy="369332"/>
          </a:xfrm>
          <a:prstGeom prst="rect">
            <a:avLst/>
          </a:prstGeom>
          <a:noFill/>
        </p:spPr>
        <p:txBody>
          <a:bodyPr wrap="square" rtlCol="0">
            <a:spAutoFit/>
          </a:bodyPr>
          <a:lstStyle/>
          <a:p>
            <a:r>
              <a:rPr lang="en-US" altLang="zh-CN" dirty="0"/>
              <a:t>x</a:t>
            </a:r>
            <a:endParaRPr lang="zh-CN" altLang="en-US" dirty="0"/>
          </a:p>
        </p:txBody>
      </p:sp>
      <p:sp>
        <p:nvSpPr>
          <p:cNvPr id="163" name="文本框 162">
            <a:extLst>
              <a:ext uri="{FF2B5EF4-FFF2-40B4-BE49-F238E27FC236}">
                <a16:creationId xmlns:a16="http://schemas.microsoft.com/office/drawing/2014/main" id="{6FBE1717-B583-4A34-86F3-8B26C411081A}"/>
              </a:ext>
            </a:extLst>
          </p:cNvPr>
          <p:cNvSpPr txBox="1"/>
          <p:nvPr/>
        </p:nvSpPr>
        <p:spPr>
          <a:xfrm>
            <a:off x="8804171" y="6307724"/>
            <a:ext cx="188573" cy="369332"/>
          </a:xfrm>
          <a:prstGeom prst="rect">
            <a:avLst/>
          </a:prstGeom>
          <a:noFill/>
        </p:spPr>
        <p:txBody>
          <a:bodyPr wrap="square" rtlCol="0">
            <a:spAutoFit/>
          </a:bodyPr>
          <a:lstStyle/>
          <a:p>
            <a:r>
              <a:rPr lang="en-US" altLang="zh-CN" dirty="0"/>
              <a:t>y</a:t>
            </a:r>
            <a:endParaRPr lang="zh-CN" altLang="en-US" dirty="0"/>
          </a:p>
        </p:txBody>
      </p:sp>
      <p:sp>
        <p:nvSpPr>
          <p:cNvPr id="165" name="文本框 164">
            <a:extLst>
              <a:ext uri="{FF2B5EF4-FFF2-40B4-BE49-F238E27FC236}">
                <a16:creationId xmlns:a16="http://schemas.microsoft.com/office/drawing/2014/main" id="{A6F7536D-302E-47D1-BCF5-0931FE20D5BE}"/>
              </a:ext>
            </a:extLst>
          </p:cNvPr>
          <p:cNvSpPr txBox="1"/>
          <p:nvPr/>
        </p:nvSpPr>
        <p:spPr>
          <a:xfrm>
            <a:off x="7686573" y="6348923"/>
            <a:ext cx="921911" cy="369332"/>
          </a:xfrm>
          <a:prstGeom prst="rect">
            <a:avLst/>
          </a:prstGeom>
          <a:noFill/>
        </p:spPr>
        <p:txBody>
          <a:bodyPr wrap="square">
            <a:spAutoFit/>
          </a:bodyPr>
          <a:lstStyle/>
          <a:p>
            <a:r>
              <a:rPr lang="en-US" altLang="zh-CN" dirty="0"/>
              <a:t>30000</a:t>
            </a:r>
            <a:endParaRPr lang="zh-CN" altLang="en-US" dirty="0"/>
          </a:p>
        </p:txBody>
      </p:sp>
      <p:sp>
        <p:nvSpPr>
          <p:cNvPr id="166" name="箭头: 右 165">
            <a:extLst>
              <a:ext uri="{FF2B5EF4-FFF2-40B4-BE49-F238E27FC236}">
                <a16:creationId xmlns:a16="http://schemas.microsoft.com/office/drawing/2014/main" id="{EC478B7A-D259-40DB-BF61-12DA5B149BDF}"/>
              </a:ext>
            </a:extLst>
          </p:cNvPr>
          <p:cNvSpPr/>
          <p:nvPr/>
        </p:nvSpPr>
        <p:spPr>
          <a:xfrm>
            <a:off x="6281426" y="5218232"/>
            <a:ext cx="823839" cy="171786"/>
          </a:xfrm>
          <a:prstGeom prst="rightArrow">
            <a:avLst/>
          </a:prstGeom>
          <a:solidFill>
            <a:srgbClr val="FF0000"/>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67" name="文本框 166">
            <a:extLst>
              <a:ext uri="{FF2B5EF4-FFF2-40B4-BE49-F238E27FC236}">
                <a16:creationId xmlns:a16="http://schemas.microsoft.com/office/drawing/2014/main" id="{70F177A2-51A6-4F84-88D1-72C4472944A8}"/>
              </a:ext>
            </a:extLst>
          </p:cNvPr>
          <p:cNvSpPr txBox="1"/>
          <p:nvPr/>
        </p:nvSpPr>
        <p:spPr>
          <a:xfrm>
            <a:off x="-3134" y="2509074"/>
            <a:ext cx="1005403" cy="369332"/>
          </a:xfrm>
          <a:prstGeom prst="rect">
            <a:avLst/>
          </a:prstGeom>
          <a:noFill/>
        </p:spPr>
        <p:txBody>
          <a:bodyPr wrap="none" rtlCol="0">
            <a:spAutoFit/>
          </a:bodyPr>
          <a:lstStyle/>
          <a:p>
            <a:r>
              <a:rPr lang="zh-CN" altLang="en-US" dirty="0"/>
              <a:t>情况</a:t>
            </a:r>
            <a:r>
              <a:rPr lang="en-US" altLang="zh-CN" dirty="0"/>
              <a:t>1</a:t>
            </a:r>
            <a:r>
              <a:rPr lang="zh-CN" altLang="en-US" dirty="0"/>
              <a:t>：</a:t>
            </a:r>
          </a:p>
        </p:txBody>
      </p:sp>
      <p:sp>
        <p:nvSpPr>
          <p:cNvPr id="168" name="文本框 167">
            <a:extLst>
              <a:ext uri="{FF2B5EF4-FFF2-40B4-BE49-F238E27FC236}">
                <a16:creationId xmlns:a16="http://schemas.microsoft.com/office/drawing/2014/main" id="{044BFAD6-128F-4609-833B-722111FAFB57}"/>
              </a:ext>
            </a:extLst>
          </p:cNvPr>
          <p:cNvSpPr txBox="1"/>
          <p:nvPr/>
        </p:nvSpPr>
        <p:spPr>
          <a:xfrm>
            <a:off x="1878306" y="2547940"/>
            <a:ext cx="1005403" cy="369332"/>
          </a:xfrm>
          <a:prstGeom prst="rect">
            <a:avLst/>
          </a:prstGeom>
          <a:noFill/>
        </p:spPr>
        <p:txBody>
          <a:bodyPr wrap="none" rtlCol="0">
            <a:spAutoFit/>
          </a:bodyPr>
          <a:lstStyle/>
          <a:p>
            <a:r>
              <a:rPr lang="zh-CN" altLang="en-US" dirty="0"/>
              <a:t>情况</a:t>
            </a:r>
            <a:r>
              <a:rPr lang="en-US" altLang="zh-CN" dirty="0"/>
              <a:t>2</a:t>
            </a:r>
            <a:r>
              <a:rPr lang="zh-CN" altLang="en-US" dirty="0"/>
              <a:t>：</a:t>
            </a:r>
          </a:p>
        </p:txBody>
      </p:sp>
      <p:sp>
        <p:nvSpPr>
          <p:cNvPr id="169" name="文本框 168">
            <a:extLst>
              <a:ext uri="{FF2B5EF4-FFF2-40B4-BE49-F238E27FC236}">
                <a16:creationId xmlns:a16="http://schemas.microsoft.com/office/drawing/2014/main" id="{358C5F11-2D76-4163-B65D-CEC2F3B65FBC}"/>
              </a:ext>
            </a:extLst>
          </p:cNvPr>
          <p:cNvSpPr txBox="1"/>
          <p:nvPr/>
        </p:nvSpPr>
        <p:spPr>
          <a:xfrm>
            <a:off x="6311907" y="4848900"/>
            <a:ext cx="774571" cy="369332"/>
          </a:xfrm>
          <a:prstGeom prst="rect">
            <a:avLst/>
          </a:prstGeom>
          <a:noFill/>
        </p:spPr>
        <p:txBody>
          <a:bodyPr wrap="none" rtlCol="0">
            <a:spAutoFit/>
          </a:bodyPr>
          <a:lstStyle/>
          <a:p>
            <a:r>
              <a:rPr lang="zh-CN" altLang="en-US" dirty="0"/>
              <a:t>情况</a:t>
            </a:r>
            <a:r>
              <a:rPr lang="en-US" altLang="zh-CN" dirty="0"/>
              <a:t>2</a:t>
            </a:r>
            <a:endParaRPr lang="zh-CN" altLang="en-US" dirty="0"/>
          </a:p>
        </p:txBody>
      </p:sp>
      <p:sp>
        <p:nvSpPr>
          <p:cNvPr id="170" name="文本框 169">
            <a:extLst>
              <a:ext uri="{FF2B5EF4-FFF2-40B4-BE49-F238E27FC236}">
                <a16:creationId xmlns:a16="http://schemas.microsoft.com/office/drawing/2014/main" id="{0FF59EAF-5240-41FD-B12B-797F797CE92D}"/>
              </a:ext>
            </a:extLst>
          </p:cNvPr>
          <p:cNvSpPr txBox="1"/>
          <p:nvPr/>
        </p:nvSpPr>
        <p:spPr>
          <a:xfrm>
            <a:off x="6354710" y="993704"/>
            <a:ext cx="774571" cy="369332"/>
          </a:xfrm>
          <a:prstGeom prst="rect">
            <a:avLst/>
          </a:prstGeom>
          <a:noFill/>
        </p:spPr>
        <p:txBody>
          <a:bodyPr wrap="none" rtlCol="0">
            <a:spAutoFit/>
          </a:bodyPr>
          <a:lstStyle/>
          <a:p>
            <a:r>
              <a:rPr lang="zh-CN" altLang="en-US" dirty="0"/>
              <a:t>情况</a:t>
            </a:r>
            <a:r>
              <a:rPr lang="en-US" altLang="zh-CN" dirty="0"/>
              <a:t>1</a:t>
            </a:r>
            <a:endParaRPr lang="zh-CN" altLang="en-US" dirty="0"/>
          </a:p>
        </p:txBody>
      </p:sp>
      <p:sp>
        <p:nvSpPr>
          <p:cNvPr id="19" name="任意多边形: 形状 18">
            <a:extLst>
              <a:ext uri="{FF2B5EF4-FFF2-40B4-BE49-F238E27FC236}">
                <a16:creationId xmlns:a16="http://schemas.microsoft.com/office/drawing/2014/main" id="{DE9E6D67-0AF0-4F6C-BC56-626303C0F015}"/>
              </a:ext>
            </a:extLst>
          </p:cNvPr>
          <p:cNvSpPr/>
          <p:nvPr/>
        </p:nvSpPr>
        <p:spPr>
          <a:xfrm>
            <a:off x="7237865" y="1807253"/>
            <a:ext cx="370950" cy="1107347"/>
          </a:xfrm>
          <a:custGeom>
            <a:avLst/>
            <a:gdLst>
              <a:gd name="connsiteX0" fmla="*/ 444922 w 503645"/>
              <a:gd name="connsiteY0" fmla="*/ 1107347 h 1107347"/>
              <a:gd name="connsiteX1" fmla="*/ 305 w 503645"/>
              <a:gd name="connsiteY1" fmla="*/ 478173 h 1107347"/>
              <a:gd name="connsiteX2" fmla="*/ 503645 w 503645"/>
              <a:gd name="connsiteY2" fmla="*/ 0 h 1107347"/>
            </a:gdLst>
            <a:ahLst/>
            <a:cxnLst>
              <a:cxn ang="0">
                <a:pos x="connsiteX0" y="connsiteY0"/>
              </a:cxn>
              <a:cxn ang="0">
                <a:pos x="connsiteX1" y="connsiteY1"/>
              </a:cxn>
              <a:cxn ang="0">
                <a:pos x="connsiteX2" y="connsiteY2"/>
              </a:cxn>
            </a:cxnLst>
            <a:rect l="l" t="t" r="r" b="b"/>
            <a:pathLst>
              <a:path w="503645" h="1107347">
                <a:moveTo>
                  <a:pt x="444922" y="1107347"/>
                </a:moveTo>
                <a:cubicBezTo>
                  <a:pt x="217720" y="885039"/>
                  <a:pt x="-9482" y="662731"/>
                  <a:pt x="305" y="478173"/>
                </a:cubicBezTo>
                <a:cubicBezTo>
                  <a:pt x="10092" y="293615"/>
                  <a:pt x="256868" y="146807"/>
                  <a:pt x="503645" y="0"/>
                </a:cubicBezTo>
              </a:path>
            </a:pathLst>
          </a:custGeom>
          <a:noFill/>
          <a:ln>
            <a:solidFill>
              <a:srgbClr val="FF0000"/>
            </a:solidFill>
            <a:headEnd type="none" w="med" len="med"/>
            <a:tailEnd type="arrow" w="med" len="med"/>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charset="0"/>
            </a:endParaRPr>
          </a:p>
        </p:txBody>
      </p:sp>
      <p:sp>
        <p:nvSpPr>
          <p:cNvPr id="20" name="任意多边形: 形状 19">
            <a:extLst>
              <a:ext uri="{FF2B5EF4-FFF2-40B4-BE49-F238E27FC236}">
                <a16:creationId xmlns:a16="http://schemas.microsoft.com/office/drawing/2014/main" id="{16248D54-E6E6-4B7A-A248-74AB8CCD9424}"/>
              </a:ext>
            </a:extLst>
          </p:cNvPr>
          <p:cNvSpPr/>
          <p:nvPr/>
        </p:nvSpPr>
        <p:spPr>
          <a:xfrm>
            <a:off x="6767158" y="494951"/>
            <a:ext cx="821873" cy="2591162"/>
          </a:xfrm>
          <a:custGeom>
            <a:avLst/>
            <a:gdLst>
              <a:gd name="connsiteX0" fmla="*/ 1275240 w 1275240"/>
              <a:gd name="connsiteY0" fmla="*/ 2608977 h 2608977"/>
              <a:gd name="connsiteX1" fmla="*/ 113 w 1275240"/>
              <a:gd name="connsiteY1" fmla="*/ 1812022 h 2608977"/>
              <a:gd name="connsiteX2" fmla="*/ 1199739 w 1275240"/>
              <a:gd name="connsiteY2" fmla="*/ 0 h 2608977"/>
            </a:gdLst>
            <a:ahLst/>
            <a:cxnLst>
              <a:cxn ang="0">
                <a:pos x="connsiteX0" y="connsiteY0"/>
              </a:cxn>
              <a:cxn ang="0">
                <a:pos x="connsiteX1" y="connsiteY1"/>
              </a:cxn>
              <a:cxn ang="0">
                <a:pos x="connsiteX2" y="connsiteY2"/>
              </a:cxn>
            </a:cxnLst>
            <a:rect l="l" t="t" r="r" b="b"/>
            <a:pathLst>
              <a:path w="1275240" h="2608977">
                <a:moveTo>
                  <a:pt x="1275240" y="2608977"/>
                </a:moveTo>
                <a:cubicBezTo>
                  <a:pt x="643968" y="2427914"/>
                  <a:pt x="12696" y="2246851"/>
                  <a:pt x="113" y="1812022"/>
                </a:cubicBezTo>
                <a:cubicBezTo>
                  <a:pt x="-12470" y="1377193"/>
                  <a:pt x="1020774" y="243281"/>
                  <a:pt x="1199739" y="0"/>
                </a:cubicBezTo>
              </a:path>
            </a:pathLst>
          </a:custGeom>
          <a:noFill/>
          <a:ln>
            <a:solidFill>
              <a:srgbClr val="FF0000"/>
            </a:solidFill>
            <a:headEnd type="none" w="med" len="med"/>
            <a:tailEnd type="arrow" w="med" len="med"/>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charset="0"/>
            </a:endParaRPr>
          </a:p>
        </p:txBody>
      </p:sp>
      <p:sp>
        <p:nvSpPr>
          <p:cNvPr id="31" name="任意多边形: 形状 30">
            <a:extLst>
              <a:ext uri="{FF2B5EF4-FFF2-40B4-BE49-F238E27FC236}">
                <a16:creationId xmlns:a16="http://schemas.microsoft.com/office/drawing/2014/main" id="{36D10EB6-6082-44C9-A7C0-1BDA9F26DC8F}"/>
              </a:ext>
            </a:extLst>
          </p:cNvPr>
          <p:cNvSpPr/>
          <p:nvPr/>
        </p:nvSpPr>
        <p:spPr>
          <a:xfrm>
            <a:off x="4135745" y="453006"/>
            <a:ext cx="578868" cy="2432807"/>
          </a:xfrm>
          <a:custGeom>
            <a:avLst/>
            <a:gdLst>
              <a:gd name="connsiteX0" fmla="*/ 578868 w 578868"/>
              <a:gd name="connsiteY0" fmla="*/ 2432807 h 2432807"/>
              <a:gd name="connsiteX1" fmla="*/ 27 w 578868"/>
              <a:gd name="connsiteY1" fmla="*/ 1208014 h 2432807"/>
              <a:gd name="connsiteX2" fmla="*/ 553701 w 578868"/>
              <a:gd name="connsiteY2" fmla="*/ 0 h 2432807"/>
            </a:gdLst>
            <a:ahLst/>
            <a:cxnLst>
              <a:cxn ang="0">
                <a:pos x="connsiteX0" y="connsiteY0"/>
              </a:cxn>
              <a:cxn ang="0">
                <a:pos x="connsiteX1" y="connsiteY1"/>
              </a:cxn>
              <a:cxn ang="0">
                <a:pos x="connsiteX2" y="connsiteY2"/>
              </a:cxn>
            </a:cxnLst>
            <a:rect l="l" t="t" r="r" b="b"/>
            <a:pathLst>
              <a:path w="578868" h="2432807">
                <a:moveTo>
                  <a:pt x="578868" y="2432807"/>
                </a:moveTo>
                <a:cubicBezTo>
                  <a:pt x="291544" y="2023144"/>
                  <a:pt x="4221" y="1613482"/>
                  <a:pt x="27" y="1208014"/>
                </a:cubicBezTo>
                <a:cubicBezTo>
                  <a:pt x="-4167" y="802546"/>
                  <a:pt x="465616" y="194345"/>
                  <a:pt x="553701" y="0"/>
                </a:cubicBezTo>
              </a:path>
            </a:pathLst>
          </a:custGeom>
          <a:noFill/>
          <a:ln>
            <a:solidFill>
              <a:srgbClr val="FF0000"/>
            </a:solidFill>
            <a:headEnd type="none" w="med" len="med"/>
            <a:tailEnd type="arrow" w="med" len="med"/>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charset="0"/>
            </a:endParaRPr>
          </a:p>
        </p:txBody>
      </p:sp>
      <p:sp>
        <p:nvSpPr>
          <p:cNvPr id="38" name="任意多边形: 形状 37">
            <a:extLst>
              <a:ext uri="{FF2B5EF4-FFF2-40B4-BE49-F238E27FC236}">
                <a16:creationId xmlns:a16="http://schemas.microsoft.com/office/drawing/2014/main" id="{C896C2D4-525E-45FA-95EB-89F6E8132799}"/>
              </a:ext>
            </a:extLst>
          </p:cNvPr>
          <p:cNvSpPr/>
          <p:nvPr/>
        </p:nvSpPr>
        <p:spPr>
          <a:xfrm>
            <a:off x="3808327" y="453006"/>
            <a:ext cx="914675" cy="2634143"/>
          </a:xfrm>
          <a:custGeom>
            <a:avLst/>
            <a:gdLst>
              <a:gd name="connsiteX0" fmla="*/ 914675 w 914675"/>
              <a:gd name="connsiteY0" fmla="*/ 2567032 h 2567032"/>
              <a:gd name="connsiteX1" fmla="*/ 275 w 914675"/>
              <a:gd name="connsiteY1" fmla="*/ 1216404 h 2567032"/>
              <a:gd name="connsiteX2" fmla="*/ 805618 w 914675"/>
              <a:gd name="connsiteY2" fmla="*/ 0 h 2567032"/>
            </a:gdLst>
            <a:ahLst/>
            <a:cxnLst>
              <a:cxn ang="0">
                <a:pos x="connsiteX0" y="connsiteY0"/>
              </a:cxn>
              <a:cxn ang="0">
                <a:pos x="connsiteX1" y="connsiteY1"/>
              </a:cxn>
              <a:cxn ang="0">
                <a:pos x="connsiteX2" y="connsiteY2"/>
              </a:cxn>
            </a:cxnLst>
            <a:rect l="l" t="t" r="r" b="b"/>
            <a:pathLst>
              <a:path w="914675" h="2567032">
                <a:moveTo>
                  <a:pt x="914675" y="2567032"/>
                </a:moveTo>
                <a:cubicBezTo>
                  <a:pt x="466563" y="2105637"/>
                  <a:pt x="18451" y="1644243"/>
                  <a:pt x="275" y="1216404"/>
                </a:cubicBezTo>
                <a:cubicBezTo>
                  <a:pt x="-17901" y="788565"/>
                  <a:pt x="868535" y="261457"/>
                  <a:pt x="805618" y="0"/>
                </a:cubicBezTo>
              </a:path>
            </a:pathLst>
          </a:custGeom>
          <a:noFill/>
          <a:ln>
            <a:solidFill>
              <a:srgbClr val="FF0000"/>
            </a:solidFill>
            <a:headEnd type="none" w="med" len="med"/>
            <a:tailEnd type="arrow" w="med" len="med"/>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charset="0"/>
            </a:endParaRPr>
          </a:p>
        </p:txBody>
      </p:sp>
      <p:sp>
        <p:nvSpPr>
          <p:cNvPr id="39" name="任意多边形: 形状 38">
            <a:extLst>
              <a:ext uri="{FF2B5EF4-FFF2-40B4-BE49-F238E27FC236}">
                <a16:creationId xmlns:a16="http://schemas.microsoft.com/office/drawing/2014/main" id="{B161FFE0-D92A-4CAE-BDF7-ACAAF3C6B005}"/>
              </a:ext>
            </a:extLst>
          </p:cNvPr>
          <p:cNvSpPr/>
          <p:nvPr/>
        </p:nvSpPr>
        <p:spPr>
          <a:xfrm>
            <a:off x="7323665" y="4321072"/>
            <a:ext cx="310492" cy="2013358"/>
          </a:xfrm>
          <a:custGeom>
            <a:avLst/>
            <a:gdLst>
              <a:gd name="connsiteX0" fmla="*/ 310492 w 310492"/>
              <a:gd name="connsiteY0" fmla="*/ 2013358 h 2013358"/>
              <a:gd name="connsiteX1" fmla="*/ 99 w 310492"/>
              <a:gd name="connsiteY1" fmla="*/ 1023457 h 2013358"/>
              <a:gd name="connsiteX2" fmla="*/ 276936 w 310492"/>
              <a:gd name="connsiteY2" fmla="*/ 0 h 2013358"/>
            </a:gdLst>
            <a:ahLst/>
            <a:cxnLst>
              <a:cxn ang="0">
                <a:pos x="connsiteX0" y="connsiteY0"/>
              </a:cxn>
              <a:cxn ang="0">
                <a:pos x="connsiteX1" y="connsiteY1"/>
              </a:cxn>
              <a:cxn ang="0">
                <a:pos x="connsiteX2" y="connsiteY2"/>
              </a:cxn>
            </a:cxnLst>
            <a:rect l="l" t="t" r="r" b="b"/>
            <a:pathLst>
              <a:path w="310492" h="2013358">
                <a:moveTo>
                  <a:pt x="310492" y="2013358"/>
                </a:moveTo>
                <a:cubicBezTo>
                  <a:pt x="158092" y="1686187"/>
                  <a:pt x="5692" y="1359017"/>
                  <a:pt x="99" y="1023457"/>
                </a:cubicBezTo>
                <a:cubicBezTo>
                  <a:pt x="-5494" y="687897"/>
                  <a:pt x="225204" y="149604"/>
                  <a:pt x="276936" y="0"/>
                </a:cubicBezTo>
              </a:path>
            </a:pathLst>
          </a:custGeom>
          <a:noFill/>
          <a:ln>
            <a:solidFill>
              <a:srgbClr val="FF0000"/>
            </a:solidFill>
            <a:headEnd type="none" w="med" len="med"/>
            <a:tailEnd type="arrow" w="med" len="med"/>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charset="0"/>
            </a:endParaRPr>
          </a:p>
        </p:txBody>
      </p:sp>
      <p:sp>
        <p:nvSpPr>
          <p:cNvPr id="41" name="任意多边形: 形状 40">
            <a:extLst>
              <a:ext uri="{FF2B5EF4-FFF2-40B4-BE49-F238E27FC236}">
                <a16:creationId xmlns:a16="http://schemas.microsoft.com/office/drawing/2014/main" id="{6D8BBF6C-5A0E-4A84-9E80-6653B6FBEFB6}"/>
              </a:ext>
            </a:extLst>
          </p:cNvPr>
          <p:cNvSpPr/>
          <p:nvPr/>
        </p:nvSpPr>
        <p:spPr>
          <a:xfrm>
            <a:off x="7138996" y="4303552"/>
            <a:ext cx="461430" cy="2197916"/>
          </a:xfrm>
          <a:custGeom>
            <a:avLst/>
            <a:gdLst>
              <a:gd name="connsiteX0" fmla="*/ 461430 w 461430"/>
              <a:gd name="connsiteY0" fmla="*/ 2197916 h 2197916"/>
              <a:gd name="connsiteX1" fmla="*/ 35 w 461430"/>
              <a:gd name="connsiteY1" fmla="*/ 1132514 h 2197916"/>
              <a:gd name="connsiteX2" fmla="*/ 436263 w 461430"/>
              <a:gd name="connsiteY2" fmla="*/ 0 h 2197916"/>
            </a:gdLst>
            <a:ahLst/>
            <a:cxnLst>
              <a:cxn ang="0">
                <a:pos x="connsiteX0" y="connsiteY0"/>
              </a:cxn>
              <a:cxn ang="0">
                <a:pos x="connsiteX1" y="connsiteY1"/>
              </a:cxn>
              <a:cxn ang="0">
                <a:pos x="connsiteX2" y="connsiteY2"/>
              </a:cxn>
            </a:cxnLst>
            <a:rect l="l" t="t" r="r" b="b"/>
            <a:pathLst>
              <a:path w="461430" h="2197916">
                <a:moveTo>
                  <a:pt x="461430" y="2197916"/>
                </a:moveTo>
                <a:cubicBezTo>
                  <a:pt x="232829" y="1848374"/>
                  <a:pt x="4229" y="1498833"/>
                  <a:pt x="35" y="1132514"/>
                </a:cubicBezTo>
                <a:cubicBezTo>
                  <a:pt x="-4160" y="766195"/>
                  <a:pt x="363558" y="146807"/>
                  <a:pt x="436263" y="0"/>
                </a:cubicBezTo>
              </a:path>
            </a:pathLst>
          </a:custGeom>
          <a:noFill/>
          <a:ln>
            <a:solidFill>
              <a:srgbClr val="FF0000"/>
            </a:solidFill>
            <a:headEnd type="none" w="med" len="med"/>
            <a:tailEnd type="arrow" w="med" len="med"/>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charset="0"/>
            </a:endParaRPr>
          </a:p>
        </p:txBody>
      </p:sp>
    </p:spTree>
    <p:extLst>
      <p:ext uri="{BB962C8B-B14F-4D97-AF65-F5344CB8AC3E}">
        <p14:creationId xmlns:p14="http://schemas.microsoft.com/office/powerpoint/2010/main" val="3127485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up)">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up)">
                                      <p:cBhvr>
                                        <p:cTn id="21" dur="500"/>
                                        <p:tgtEl>
                                          <p:spTgt spid="8"/>
                                        </p:tgtEl>
                                      </p:cBhvr>
                                    </p:animEffect>
                                  </p:childTnLst>
                                </p:cTn>
                              </p:par>
                            </p:childTnLst>
                          </p:cTn>
                        </p:par>
                        <p:par>
                          <p:cTn id="22" fill="hold">
                            <p:stCondLst>
                              <p:cond delay="500"/>
                            </p:stCondLst>
                            <p:childTnLst>
                              <p:par>
                                <p:cTn id="23" presetID="22" presetClass="entr" presetSubtype="1"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up)">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up)">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up)">
                                      <p:cBhvr>
                                        <p:cTn id="35" dur="500"/>
                                        <p:tgtEl>
                                          <p:spTgt spid="10"/>
                                        </p:tgtEl>
                                      </p:cBhvr>
                                    </p:animEffect>
                                  </p:childTnLst>
                                </p:cTn>
                              </p:par>
                            </p:childTnLst>
                          </p:cTn>
                        </p:par>
                        <p:par>
                          <p:cTn id="36" fill="hold">
                            <p:stCondLst>
                              <p:cond delay="500"/>
                            </p:stCondLst>
                            <p:childTnLst>
                              <p:par>
                                <p:cTn id="37" presetID="22" presetClass="entr" presetSubtype="4" fill="hold" nodeType="after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wipe(down)">
                                      <p:cBhvr>
                                        <p:cTn id="3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9" grpId="0" animBg="1"/>
      <p:bldP spid="1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a:t>
            </a:r>
            <a:r>
              <a:rPr lang="en-US" altLang="zh-CN"/>
              <a:t>1)</a:t>
            </a:r>
            <a:r>
              <a:rPr lang="zh-CN" altLang="en-US"/>
              <a:t>实参是</a:t>
            </a:r>
            <a:r>
              <a:rPr lang="zh-CN" altLang="en-US">
                <a:solidFill>
                  <a:srgbClr val="FF0000"/>
                </a:solidFill>
              </a:rPr>
              <a:t>不</a:t>
            </a:r>
            <a:r>
              <a:rPr lang="zh-CN" altLang="en-US" dirty="0">
                <a:solidFill>
                  <a:srgbClr val="FF0000"/>
                </a:solidFill>
              </a:rPr>
              <a:t>可变</a:t>
            </a:r>
            <a:r>
              <a:rPr lang="zh-CN" altLang="en-US" dirty="0"/>
              <a:t>的</a:t>
            </a:r>
            <a:r>
              <a:rPr lang="zh-CN" altLang="en-US" dirty="0">
                <a:solidFill>
                  <a:srgbClr val="FF0000"/>
                </a:solidFill>
              </a:rPr>
              <a:t>数值</a:t>
            </a:r>
            <a:r>
              <a:rPr lang="zh-CN" altLang="en-US" dirty="0"/>
              <a:t>类型，实参</a:t>
            </a:r>
            <a:r>
              <a:rPr lang="zh-CN" altLang="en-US"/>
              <a:t>的值不会被</a:t>
            </a:r>
            <a:r>
              <a:rPr lang="zh-CN" altLang="en-US" dirty="0"/>
              <a:t>改变</a:t>
            </a:r>
          </a:p>
        </p:txBody>
      </p:sp>
      <p:sp>
        <p:nvSpPr>
          <p:cNvPr id="4" name="矩形 3"/>
          <p:cNvSpPr/>
          <p:nvPr/>
        </p:nvSpPr>
        <p:spPr>
          <a:xfrm>
            <a:off x="179513" y="1363472"/>
            <a:ext cx="1251022" cy="2031325"/>
          </a:xfrm>
          <a:prstGeom prst="rect">
            <a:avLst/>
          </a:prstGeom>
          <a:ln>
            <a:solidFill>
              <a:schemeClr val="accent2"/>
            </a:solidFill>
          </a:ln>
        </p:spPr>
        <p:txBody>
          <a:bodyPr wrap="square">
            <a:spAutoFit/>
          </a:bodyPr>
          <a:lstStyle/>
          <a:p>
            <a:r>
              <a:rPr lang="en-US" altLang="zh-CN" dirty="0" err="1"/>
              <a:t>def</a:t>
            </a:r>
            <a:r>
              <a:rPr lang="en-US" altLang="zh-CN" dirty="0"/>
              <a:t> add(x):</a:t>
            </a:r>
          </a:p>
          <a:p>
            <a:r>
              <a:rPr lang="en-US" altLang="zh-CN" dirty="0"/>
              <a:t>    x += 1</a:t>
            </a:r>
          </a:p>
          <a:p>
            <a:r>
              <a:rPr lang="en-US" altLang="zh-CN" dirty="0"/>
              <a:t>    return x</a:t>
            </a:r>
          </a:p>
          <a:p>
            <a:endParaRPr lang="en-US" altLang="zh-CN" dirty="0"/>
          </a:p>
          <a:p>
            <a:r>
              <a:rPr lang="en-US" altLang="zh-CN" dirty="0"/>
              <a:t>x = 10</a:t>
            </a:r>
          </a:p>
          <a:p>
            <a:r>
              <a:rPr lang="en-US" altLang="zh-CN" dirty="0"/>
              <a:t>add(x)</a:t>
            </a:r>
          </a:p>
          <a:p>
            <a:r>
              <a:rPr lang="en-US" altLang="zh-CN" dirty="0"/>
              <a:t>print(x)</a:t>
            </a:r>
          </a:p>
        </p:txBody>
      </p:sp>
      <p:sp>
        <p:nvSpPr>
          <p:cNvPr id="5" name="矩形 4"/>
          <p:cNvSpPr/>
          <p:nvPr/>
        </p:nvSpPr>
        <p:spPr>
          <a:xfrm>
            <a:off x="7240431" y="1380535"/>
            <a:ext cx="1310191" cy="2031325"/>
          </a:xfrm>
          <a:prstGeom prst="rect">
            <a:avLst/>
          </a:prstGeom>
          <a:ln>
            <a:solidFill>
              <a:schemeClr val="accent2"/>
            </a:solidFill>
          </a:ln>
        </p:spPr>
        <p:txBody>
          <a:bodyPr wrap="square">
            <a:spAutoFit/>
          </a:bodyPr>
          <a:lstStyle/>
          <a:p>
            <a:r>
              <a:rPr lang="en-US" altLang="zh-CN" dirty="0" err="1"/>
              <a:t>def</a:t>
            </a:r>
            <a:r>
              <a:rPr lang="en-US" altLang="zh-CN" dirty="0"/>
              <a:t> add(x):</a:t>
            </a:r>
          </a:p>
          <a:p>
            <a:r>
              <a:rPr lang="en-US" altLang="zh-CN" dirty="0"/>
              <a:t>    x += 1</a:t>
            </a:r>
          </a:p>
          <a:p>
            <a:r>
              <a:rPr lang="en-US" altLang="zh-CN" dirty="0"/>
              <a:t>    return x</a:t>
            </a:r>
          </a:p>
          <a:p>
            <a:endParaRPr lang="en-US" altLang="zh-CN" dirty="0"/>
          </a:p>
          <a:p>
            <a:r>
              <a:rPr lang="en-US" altLang="zh-CN" dirty="0"/>
              <a:t>x = 10</a:t>
            </a:r>
          </a:p>
          <a:p>
            <a:r>
              <a:rPr lang="en-US" altLang="zh-CN" b="1" dirty="0">
                <a:solidFill>
                  <a:srgbClr val="0033CC"/>
                </a:solidFill>
              </a:rPr>
              <a:t>x = </a:t>
            </a:r>
            <a:r>
              <a:rPr lang="en-US" altLang="zh-CN" dirty="0"/>
              <a:t>add(x)</a:t>
            </a:r>
          </a:p>
          <a:p>
            <a:r>
              <a:rPr lang="en-US" altLang="zh-CN" dirty="0"/>
              <a:t>print(x)</a:t>
            </a:r>
          </a:p>
        </p:txBody>
      </p:sp>
      <p:sp>
        <p:nvSpPr>
          <p:cNvPr id="6" name="文本框 5"/>
          <p:cNvSpPr txBox="1"/>
          <p:nvPr/>
        </p:nvSpPr>
        <p:spPr>
          <a:xfrm>
            <a:off x="179512" y="3685730"/>
            <a:ext cx="441146" cy="369332"/>
          </a:xfrm>
          <a:prstGeom prst="rect">
            <a:avLst/>
          </a:prstGeom>
          <a:noFill/>
        </p:spPr>
        <p:txBody>
          <a:bodyPr wrap="none" rtlCol="0">
            <a:spAutoFit/>
          </a:bodyPr>
          <a:lstStyle/>
          <a:p>
            <a:r>
              <a:rPr lang="en-US" altLang="zh-CN" dirty="0">
                <a:solidFill>
                  <a:srgbClr val="0033CC"/>
                </a:solidFill>
              </a:rPr>
              <a:t>10</a:t>
            </a:r>
            <a:endParaRPr lang="zh-CN" altLang="en-US" dirty="0">
              <a:solidFill>
                <a:srgbClr val="0033CC"/>
              </a:solidFill>
            </a:endParaRPr>
          </a:p>
        </p:txBody>
      </p:sp>
      <p:sp>
        <p:nvSpPr>
          <p:cNvPr id="7" name="文本框 6"/>
          <p:cNvSpPr txBox="1"/>
          <p:nvPr/>
        </p:nvSpPr>
        <p:spPr>
          <a:xfrm>
            <a:off x="7179702" y="3702793"/>
            <a:ext cx="424027" cy="369332"/>
          </a:xfrm>
          <a:prstGeom prst="rect">
            <a:avLst/>
          </a:prstGeom>
          <a:noFill/>
        </p:spPr>
        <p:txBody>
          <a:bodyPr wrap="none" rtlCol="0">
            <a:spAutoFit/>
          </a:bodyPr>
          <a:lstStyle/>
          <a:p>
            <a:r>
              <a:rPr lang="en-US" altLang="zh-CN" dirty="0">
                <a:solidFill>
                  <a:srgbClr val="0033CC"/>
                </a:solidFill>
              </a:rPr>
              <a:t>11</a:t>
            </a:r>
            <a:endParaRPr lang="zh-CN" altLang="en-US" dirty="0">
              <a:solidFill>
                <a:srgbClr val="0033CC"/>
              </a:solidFill>
            </a:endParaRPr>
          </a:p>
        </p:txBody>
      </p:sp>
      <p:sp>
        <p:nvSpPr>
          <p:cNvPr id="8" name="文本占位符 25602"/>
          <p:cNvSpPr txBox="1">
            <a:spLocks/>
          </p:cNvSpPr>
          <p:nvPr/>
        </p:nvSpPr>
        <p:spPr bwMode="auto">
          <a:xfrm>
            <a:off x="337485" y="853444"/>
            <a:ext cx="8136903" cy="428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prstTxWarp prst="textNoShape">
              <a:avLst/>
            </a:prstTxWarp>
            <a:noAutofit/>
          </a:bodyPr>
          <a:lstStyle>
            <a:lvl1pPr marL="257175" indent="-257175" algn="l" rtl="0" eaLnBrk="1" fontAlgn="base" hangingPunct="1">
              <a:lnSpc>
                <a:spcPts val="2800"/>
              </a:lnSpc>
              <a:spcBef>
                <a:spcPct val="20000"/>
              </a:spcBef>
              <a:spcAft>
                <a:spcPct val="0"/>
              </a:spcAft>
              <a:buClr>
                <a:schemeClr val="hlink"/>
              </a:buClr>
              <a:buFont typeface="Wingdings" pitchFamily="2" charset="2"/>
              <a:buChar char="v"/>
              <a:defRPr sz="2000" b="1">
                <a:solidFill>
                  <a:schemeClr val="tx1"/>
                </a:solidFill>
                <a:latin typeface="微软雅黑" pitchFamily="34" charset="-122"/>
                <a:ea typeface="微软雅黑" pitchFamily="34" charset="-122"/>
                <a:cs typeface="+mn-cs"/>
              </a:defRPr>
            </a:lvl1pPr>
            <a:lvl2pPr marL="557213" indent="-214313" algn="l" rtl="0" eaLnBrk="1" fontAlgn="base" hangingPunct="1">
              <a:lnSpc>
                <a:spcPts val="2800"/>
              </a:lnSpc>
              <a:spcBef>
                <a:spcPct val="20000"/>
              </a:spcBef>
              <a:spcAft>
                <a:spcPct val="0"/>
              </a:spcAft>
              <a:buClr>
                <a:schemeClr val="accent1"/>
              </a:buClr>
              <a:buSzPct val="60000"/>
              <a:buFont typeface="Wingdings" pitchFamily="2" charset="2"/>
              <a:buChar char="n"/>
              <a:defRPr sz="1800" b="1">
                <a:solidFill>
                  <a:schemeClr val="tx1"/>
                </a:solidFill>
                <a:latin typeface="微软雅黑" pitchFamily="34" charset="-122"/>
                <a:ea typeface="微软雅黑" pitchFamily="34" charset="-122"/>
              </a:defRPr>
            </a:lvl2pPr>
            <a:lvl3pPr marL="857250" indent="-171450" algn="l" rtl="0" eaLnBrk="1" fontAlgn="base" hangingPunct="1">
              <a:lnSpc>
                <a:spcPts val="2800"/>
              </a:lnSpc>
              <a:spcBef>
                <a:spcPct val="20000"/>
              </a:spcBef>
              <a:spcAft>
                <a:spcPct val="0"/>
              </a:spcAft>
              <a:buClr>
                <a:schemeClr val="accent2"/>
              </a:buClr>
              <a:buSzPct val="60000"/>
              <a:buFont typeface="Wingdings" pitchFamily="2" charset="2"/>
              <a:buChar char="n"/>
              <a:defRPr sz="2000">
                <a:solidFill>
                  <a:schemeClr val="tx1"/>
                </a:solidFill>
                <a:latin typeface="微软雅黑" pitchFamily="34" charset="-122"/>
                <a:ea typeface="微软雅黑" pitchFamily="34" charset="-122"/>
              </a:defRPr>
            </a:lvl3pPr>
            <a:lvl4pPr marL="1200150" indent="-171450" algn="l" rtl="0" eaLnBrk="1" fontAlgn="base" hangingPunct="1">
              <a:lnSpc>
                <a:spcPts val="2800"/>
              </a:lnSpc>
              <a:spcBef>
                <a:spcPct val="20000"/>
              </a:spcBef>
              <a:spcAft>
                <a:spcPct val="0"/>
              </a:spcAft>
              <a:buClr>
                <a:schemeClr val="hlink"/>
              </a:buClr>
              <a:buSzPct val="60000"/>
              <a:buFont typeface="Wingdings" pitchFamily="2" charset="2"/>
              <a:buChar char="n"/>
              <a:defRPr sz="1600">
                <a:solidFill>
                  <a:schemeClr val="tx1"/>
                </a:solidFill>
                <a:latin typeface="微软雅黑" pitchFamily="34" charset="-122"/>
                <a:ea typeface="微软雅黑" pitchFamily="34" charset="-122"/>
              </a:defRPr>
            </a:lvl4pPr>
            <a:lvl5pPr marL="1543050" indent="-171450" algn="l" rtl="0" eaLnBrk="1" fontAlgn="base" hangingPunct="1">
              <a:lnSpc>
                <a:spcPts val="2800"/>
              </a:lnSpc>
              <a:spcBef>
                <a:spcPct val="20000"/>
              </a:spcBef>
              <a:spcAft>
                <a:spcPct val="0"/>
              </a:spcAft>
              <a:buClr>
                <a:schemeClr val="hlink"/>
              </a:buClr>
              <a:buSzPct val="60000"/>
              <a:buFont typeface="Wingdings" pitchFamily="2" charset="2"/>
              <a:buChar char="n"/>
              <a:defRPr sz="1600">
                <a:solidFill>
                  <a:schemeClr val="tx1"/>
                </a:solidFill>
                <a:latin typeface="微软雅黑" pitchFamily="34" charset="-122"/>
                <a:ea typeface="微软雅黑" pitchFamily="34" charset="-122"/>
              </a:defRPr>
            </a:lvl5pPr>
            <a:lvl6pPr marL="1885950" indent="-171450" algn="l" rtl="0" eaLnBrk="1" fontAlgn="base" hangingPunct="1">
              <a:spcBef>
                <a:spcPct val="20000"/>
              </a:spcBef>
              <a:spcAft>
                <a:spcPct val="0"/>
              </a:spcAft>
              <a:buClr>
                <a:schemeClr val="hlink"/>
              </a:buClr>
              <a:buSzPct val="60000"/>
              <a:buFont typeface="Wingdings" pitchFamily="2" charset="2"/>
              <a:buChar char="n"/>
              <a:defRPr sz="1500">
                <a:solidFill>
                  <a:schemeClr val="tx1"/>
                </a:solidFill>
                <a:latin typeface="+mn-lt"/>
              </a:defRPr>
            </a:lvl6pPr>
            <a:lvl7pPr marL="2228850" indent="-171450" algn="l" rtl="0" eaLnBrk="1" fontAlgn="base" hangingPunct="1">
              <a:spcBef>
                <a:spcPct val="20000"/>
              </a:spcBef>
              <a:spcAft>
                <a:spcPct val="0"/>
              </a:spcAft>
              <a:buClr>
                <a:schemeClr val="hlink"/>
              </a:buClr>
              <a:buSzPct val="60000"/>
              <a:buFont typeface="Wingdings" pitchFamily="2" charset="2"/>
              <a:buChar char="n"/>
              <a:defRPr sz="1500">
                <a:solidFill>
                  <a:schemeClr val="tx1"/>
                </a:solidFill>
                <a:latin typeface="+mn-lt"/>
              </a:defRPr>
            </a:lvl7pPr>
            <a:lvl8pPr marL="2571750" indent="-171450" algn="l" rtl="0" eaLnBrk="1" fontAlgn="base" hangingPunct="1">
              <a:spcBef>
                <a:spcPct val="20000"/>
              </a:spcBef>
              <a:spcAft>
                <a:spcPct val="0"/>
              </a:spcAft>
              <a:buClr>
                <a:schemeClr val="hlink"/>
              </a:buClr>
              <a:buSzPct val="60000"/>
              <a:buFont typeface="Wingdings" pitchFamily="2" charset="2"/>
              <a:buChar char="n"/>
              <a:defRPr sz="1500">
                <a:solidFill>
                  <a:schemeClr val="tx1"/>
                </a:solidFill>
                <a:latin typeface="+mn-lt"/>
              </a:defRPr>
            </a:lvl8pPr>
            <a:lvl9pPr marL="2914650" indent="-171450" algn="l" rtl="0" eaLnBrk="1" fontAlgn="base" hangingPunct="1">
              <a:spcBef>
                <a:spcPct val="20000"/>
              </a:spcBef>
              <a:spcAft>
                <a:spcPct val="0"/>
              </a:spcAft>
              <a:buClr>
                <a:schemeClr val="hlink"/>
              </a:buClr>
              <a:buSzPct val="60000"/>
              <a:buFont typeface="Wingdings" pitchFamily="2" charset="2"/>
              <a:buChar char="n"/>
              <a:defRPr sz="1500">
                <a:solidFill>
                  <a:schemeClr val="tx1"/>
                </a:solidFill>
                <a:latin typeface="+mn-lt"/>
              </a:defRPr>
            </a:lvl9pPr>
          </a:lstStyle>
          <a:p>
            <a:pPr marL="0" indent="0">
              <a:lnSpc>
                <a:spcPct val="100000"/>
              </a:lnSpc>
              <a:spcBef>
                <a:spcPts val="0"/>
              </a:spcBef>
              <a:buSzPct val="90000"/>
              <a:buNone/>
            </a:pPr>
            <a:r>
              <a:rPr lang="zh-CN" altLang="en-US" sz="1800" kern="0" dirty="0"/>
              <a:t>在函数内部直接修改形参的值不会影响实参，因为两个</a:t>
            </a:r>
            <a:r>
              <a:rPr lang="en-US" altLang="zh-CN" sz="1800" kern="0" dirty="0"/>
              <a:t>x</a:t>
            </a:r>
            <a:r>
              <a:rPr lang="zh-CN" altLang="en-US" sz="1800" kern="0" dirty="0"/>
              <a:t>是同名的两个不同变量。</a:t>
            </a:r>
          </a:p>
        </p:txBody>
      </p:sp>
      <p:sp>
        <p:nvSpPr>
          <p:cNvPr id="2" name="椭圆 1"/>
          <p:cNvSpPr/>
          <p:nvPr/>
        </p:nvSpPr>
        <p:spPr>
          <a:xfrm>
            <a:off x="611559" y="2718661"/>
            <a:ext cx="324036" cy="421972"/>
          </a:xfrm>
          <a:prstGeom prst="ellipse">
            <a:avLst/>
          </a:prstGeom>
          <a:ln w="22225">
            <a:solidFill>
              <a:srgbClr val="FF0000"/>
            </a:solidFill>
          </a:ln>
        </p:spPr>
        <p:txBody>
          <a:bodyPr rtlCol="0" anchor="ctr">
            <a:spAutoFit/>
          </a:bodyPr>
          <a:lstStyle/>
          <a:p>
            <a:pPr algn="ctr"/>
            <a:endParaRPr lang="zh-CN" altLang="en-US" sz="1350" kern="0">
              <a:solidFill>
                <a:srgbClr val="800000"/>
              </a:solidFill>
              <a:latin typeface="Courier New"/>
              <a:ea typeface="宋体"/>
              <a:cs typeface="Times New Roman"/>
            </a:endParaRPr>
          </a:p>
        </p:txBody>
      </p:sp>
      <p:sp>
        <p:nvSpPr>
          <p:cNvPr id="9" name="椭圆 8"/>
          <p:cNvSpPr/>
          <p:nvPr/>
        </p:nvSpPr>
        <p:spPr>
          <a:xfrm>
            <a:off x="7240430" y="2735724"/>
            <a:ext cx="483660" cy="421972"/>
          </a:xfrm>
          <a:prstGeom prst="ellipse">
            <a:avLst/>
          </a:prstGeom>
          <a:ln w="22225">
            <a:solidFill>
              <a:srgbClr val="FF0000"/>
            </a:solidFill>
          </a:ln>
        </p:spPr>
        <p:txBody>
          <a:bodyPr rtlCol="0" anchor="ctr">
            <a:spAutoFit/>
          </a:bodyPr>
          <a:lstStyle/>
          <a:p>
            <a:pPr algn="ctr"/>
            <a:endParaRPr lang="zh-CN" altLang="en-US" sz="1350" kern="0">
              <a:solidFill>
                <a:srgbClr val="800000"/>
              </a:solidFill>
              <a:latin typeface="Courier New"/>
              <a:ea typeface="宋体"/>
              <a:cs typeface="Times New Roman"/>
            </a:endParaRPr>
          </a:p>
        </p:txBody>
      </p:sp>
      <p:sp>
        <p:nvSpPr>
          <p:cNvPr id="10" name="矩形 9">
            <a:extLst>
              <a:ext uri="{FF2B5EF4-FFF2-40B4-BE49-F238E27FC236}">
                <a16:creationId xmlns:a16="http://schemas.microsoft.com/office/drawing/2014/main" id="{F6DD4ABE-F93D-4B6D-942A-33A7918A148F}"/>
              </a:ext>
            </a:extLst>
          </p:cNvPr>
          <p:cNvSpPr/>
          <p:nvPr/>
        </p:nvSpPr>
        <p:spPr>
          <a:xfrm>
            <a:off x="2171649" y="2692141"/>
            <a:ext cx="1164488"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1" name="矩形 10">
            <a:extLst>
              <a:ext uri="{FF2B5EF4-FFF2-40B4-BE49-F238E27FC236}">
                <a16:creationId xmlns:a16="http://schemas.microsoft.com/office/drawing/2014/main" id="{79DBA7C8-B2AD-4531-BE13-1C2D6BA23459}"/>
              </a:ext>
            </a:extLst>
          </p:cNvPr>
          <p:cNvSpPr/>
          <p:nvPr/>
        </p:nvSpPr>
        <p:spPr>
          <a:xfrm>
            <a:off x="2171649" y="2908165"/>
            <a:ext cx="1164488"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2" name="矩形 11">
            <a:extLst>
              <a:ext uri="{FF2B5EF4-FFF2-40B4-BE49-F238E27FC236}">
                <a16:creationId xmlns:a16="http://schemas.microsoft.com/office/drawing/2014/main" id="{67A1A07A-4A12-4D69-9AE6-C95D090A2473}"/>
              </a:ext>
            </a:extLst>
          </p:cNvPr>
          <p:cNvSpPr/>
          <p:nvPr/>
        </p:nvSpPr>
        <p:spPr>
          <a:xfrm>
            <a:off x="2171649" y="3132578"/>
            <a:ext cx="1164488" cy="242544"/>
          </a:xfrm>
          <a:prstGeom prst="rect">
            <a:avLst/>
          </a:prstGeom>
          <a:solidFill>
            <a:srgbClr val="00B0F0"/>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3" name="矩形 12">
            <a:extLst>
              <a:ext uri="{FF2B5EF4-FFF2-40B4-BE49-F238E27FC236}">
                <a16:creationId xmlns:a16="http://schemas.microsoft.com/office/drawing/2014/main" id="{EC12B498-D32C-4C14-A867-3E3D40EC1D90}"/>
              </a:ext>
            </a:extLst>
          </p:cNvPr>
          <p:cNvSpPr/>
          <p:nvPr/>
        </p:nvSpPr>
        <p:spPr>
          <a:xfrm>
            <a:off x="2171649" y="3348602"/>
            <a:ext cx="1164488" cy="242544"/>
          </a:xfrm>
          <a:prstGeom prst="rect">
            <a:avLst/>
          </a:prstGeom>
          <a:solidFill>
            <a:srgbClr val="00B0F0"/>
          </a:solidFill>
          <a:ln>
            <a:solidFill>
              <a:schemeClr val="accent1"/>
            </a:solidFill>
          </a:ln>
        </p:spPr>
        <p:txBody>
          <a:bodyPr wrap="square" rtlCol="0" anchor="ctr">
            <a:spAutoFit/>
          </a:bodyPr>
          <a:lstStyle/>
          <a:p>
            <a:pPr algn="ctr">
              <a:spcAft>
                <a:spcPts val="0"/>
              </a:spcAft>
            </a:pPr>
            <a:endParaRPr lang="zh-CN" altLang="en-US" kern="0" dirty="0">
              <a:solidFill>
                <a:srgbClr val="800000"/>
              </a:solidFill>
              <a:latin typeface="Courier New"/>
              <a:ea typeface="宋体"/>
              <a:cs typeface="Times New Roman"/>
            </a:endParaRPr>
          </a:p>
        </p:txBody>
      </p:sp>
      <p:sp>
        <p:nvSpPr>
          <p:cNvPr id="14" name="矩形 13">
            <a:extLst>
              <a:ext uri="{FF2B5EF4-FFF2-40B4-BE49-F238E27FC236}">
                <a16:creationId xmlns:a16="http://schemas.microsoft.com/office/drawing/2014/main" id="{FCD9DABB-D467-4247-96B6-35C0C727C378}"/>
              </a:ext>
            </a:extLst>
          </p:cNvPr>
          <p:cNvSpPr/>
          <p:nvPr/>
        </p:nvSpPr>
        <p:spPr>
          <a:xfrm>
            <a:off x="2171649" y="3564626"/>
            <a:ext cx="1164488" cy="242544"/>
          </a:xfrm>
          <a:prstGeom prst="rect">
            <a:avLst/>
          </a:prstGeom>
          <a:solidFill>
            <a:srgbClr val="00B0F0"/>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5" name="矩形 14">
            <a:extLst>
              <a:ext uri="{FF2B5EF4-FFF2-40B4-BE49-F238E27FC236}">
                <a16:creationId xmlns:a16="http://schemas.microsoft.com/office/drawing/2014/main" id="{7B6E8D91-2DC3-4390-8C17-3E6BA2E12806}"/>
              </a:ext>
            </a:extLst>
          </p:cNvPr>
          <p:cNvSpPr/>
          <p:nvPr/>
        </p:nvSpPr>
        <p:spPr>
          <a:xfrm>
            <a:off x="2171649" y="3780650"/>
            <a:ext cx="1164488" cy="242544"/>
          </a:xfrm>
          <a:prstGeom prst="rect">
            <a:avLst/>
          </a:prstGeom>
          <a:solidFill>
            <a:srgbClr val="00B0F0"/>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6" name="矩形 15">
            <a:extLst>
              <a:ext uri="{FF2B5EF4-FFF2-40B4-BE49-F238E27FC236}">
                <a16:creationId xmlns:a16="http://schemas.microsoft.com/office/drawing/2014/main" id="{DD49E83C-1A83-41CE-9FF2-579D1EDF6A6A}"/>
              </a:ext>
            </a:extLst>
          </p:cNvPr>
          <p:cNvSpPr/>
          <p:nvPr/>
        </p:nvSpPr>
        <p:spPr>
          <a:xfrm>
            <a:off x="2180128" y="4005064"/>
            <a:ext cx="1164488"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7" name="矩形 16">
            <a:extLst>
              <a:ext uri="{FF2B5EF4-FFF2-40B4-BE49-F238E27FC236}">
                <a16:creationId xmlns:a16="http://schemas.microsoft.com/office/drawing/2014/main" id="{36202364-1509-4A71-A1C9-234152D9948F}"/>
              </a:ext>
            </a:extLst>
          </p:cNvPr>
          <p:cNvSpPr/>
          <p:nvPr/>
        </p:nvSpPr>
        <p:spPr>
          <a:xfrm>
            <a:off x="2180128" y="4221088"/>
            <a:ext cx="1164488"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8" name="矩形 17">
            <a:extLst>
              <a:ext uri="{FF2B5EF4-FFF2-40B4-BE49-F238E27FC236}">
                <a16:creationId xmlns:a16="http://schemas.microsoft.com/office/drawing/2014/main" id="{9BDC691A-6B3A-4CA9-831F-7B0E48803FE0}"/>
              </a:ext>
            </a:extLst>
          </p:cNvPr>
          <p:cNvSpPr/>
          <p:nvPr/>
        </p:nvSpPr>
        <p:spPr>
          <a:xfrm>
            <a:off x="2180128" y="4437112"/>
            <a:ext cx="1164488"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9" name="矩形 18">
            <a:extLst>
              <a:ext uri="{FF2B5EF4-FFF2-40B4-BE49-F238E27FC236}">
                <a16:creationId xmlns:a16="http://schemas.microsoft.com/office/drawing/2014/main" id="{EAEC1ABB-A6B8-42B5-872C-BA94313D2C32}"/>
              </a:ext>
            </a:extLst>
          </p:cNvPr>
          <p:cNvSpPr/>
          <p:nvPr/>
        </p:nvSpPr>
        <p:spPr>
          <a:xfrm>
            <a:off x="2180128" y="4653136"/>
            <a:ext cx="1164488"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20" name="文本框 19">
            <a:extLst>
              <a:ext uri="{FF2B5EF4-FFF2-40B4-BE49-F238E27FC236}">
                <a16:creationId xmlns:a16="http://schemas.microsoft.com/office/drawing/2014/main" id="{DAD6FE4E-4A06-484E-8426-F0019B2271DC}"/>
              </a:ext>
            </a:extLst>
          </p:cNvPr>
          <p:cNvSpPr txBox="1"/>
          <p:nvPr/>
        </p:nvSpPr>
        <p:spPr>
          <a:xfrm>
            <a:off x="2406655" y="3277976"/>
            <a:ext cx="694475" cy="523220"/>
          </a:xfrm>
          <a:prstGeom prst="rect">
            <a:avLst/>
          </a:prstGeom>
          <a:solidFill>
            <a:srgbClr val="00B0F0"/>
          </a:solidFill>
        </p:spPr>
        <p:txBody>
          <a:bodyPr wrap="square" rtlCol="0">
            <a:spAutoFit/>
          </a:bodyPr>
          <a:lstStyle/>
          <a:p>
            <a:r>
              <a:rPr lang="en-US" altLang="zh-CN" sz="2800" dirty="0"/>
              <a:t>10</a:t>
            </a:r>
            <a:endParaRPr lang="zh-CN" altLang="en-US" sz="2800" dirty="0"/>
          </a:p>
        </p:txBody>
      </p:sp>
      <p:sp>
        <p:nvSpPr>
          <p:cNvPr id="21" name="矩形 20">
            <a:extLst>
              <a:ext uri="{FF2B5EF4-FFF2-40B4-BE49-F238E27FC236}">
                <a16:creationId xmlns:a16="http://schemas.microsoft.com/office/drawing/2014/main" id="{9DFF65AC-E189-4762-A674-607E08899219}"/>
              </a:ext>
            </a:extLst>
          </p:cNvPr>
          <p:cNvSpPr/>
          <p:nvPr/>
        </p:nvSpPr>
        <p:spPr>
          <a:xfrm>
            <a:off x="2181675" y="4865792"/>
            <a:ext cx="1164488" cy="242544"/>
          </a:xfrm>
          <a:prstGeom prst="rect">
            <a:avLst/>
          </a:prstGeom>
          <a:no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22" name="矩形 21">
            <a:extLst>
              <a:ext uri="{FF2B5EF4-FFF2-40B4-BE49-F238E27FC236}">
                <a16:creationId xmlns:a16="http://schemas.microsoft.com/office/drawing/2014/main" id="{3F050CEB-E1D7-4254-9CD7-694F613C9A85}"/>
              </a:ext>
            </a:extLst>
          </p:cNvPr>
          <p:cNvSpPr/>
          <p:nvPr/>
        </p:nvSpPr>
        <p:spPr>
          <a:xfrm>
            <a:off x="2181675" y="5081816"/>
            <a:ext cx="1164488" cy="242544"/>
          </a:xfrm>
          <a:prstGeom prst="rect">
            <a:avLst/>
          </a:prstGeom>
          <a:no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23" name="矩形 22">
            <a:extLst>
              <a:ext uri="{FF2B5EF4-FFF2-40B4-BE49-F238E27FC236}">
                <a16:creationId xmlns:a16="http://schemas.microsoft.com/office/drawing/2014/main" id="{F9164C51-D2EE-4275-B578-1F673D31A555}"/>
              </a:ext>
            </a:extLst>
          </p:cNvPr>
          <p:cNvSpPr/>
          <p:nvPr/>
        </p:nvSpPr>
        <p:spPr>
          <a:xfrm>
            <a:off x="2181675" y="5297840"/>
            <a:ext cx="1164488" cy="242544"/>
          </a:xfrm>
          <a:prstGeom prst="rect">
            <a:avLst/>
          </a:prstGeom>
          <a:no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24" name="矩形 23">
            <a:extLst>
              <a:ext uri="{FF2B5EF4-FFF2-40B4-BE49-F238E27FC236}">
                <a16:creationId xmlns:a16="http://schemas.microsoft.com/office/drawing/2014/main" id="{2343BDE1-A381-43E3-AC60-A2DC5B62BC12}"/>
              </a:ext>
            </a:extLst>
          </p:cNvPr>
          <p:cNvSpPr/>
          <p:nvPr/>
        </p:nvSpPr>
        <p:spPr>
          <a:xfrm>
            <a:off x="2181675" y="5513864"/>
            <a:ext cx="1164488" cy="242544"/>
          </a:xfrm>
          <a:prstGeom prst="rect">
            <a:avLst/>
          </a:prstGeom>
          <a:no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25" name="矩形 24">
            <a:extLst>
              <a:ext uri="{FF2B5EF4-FFF2-40B4-BE49-F238E27FC236}">
                <a16:creationId xmlns:a16="http://schemas.microsoft.com/office/drawing/2014/main" id="{F91C1FAB-904F-40CF-9D02-ADD6461FEA51}"/>
              </a:ext>
            </a:extLst>
          </p:cNvPr>
          <p:cNvSpPr/>
          <p:nvPr/>
        </p:nvSpPr>
        <p:spPr>
          <a:xfrm>
            <a:off x="2180128" y="5740745"/>
            <a:ext cx="1164488"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26" name="矩形 25">
            <a:extLst>
              <a:ext uri="{FF2B5EF4-FFF2-40B4-BE49-F238E27FC236}">
                <a16:creationId xmlns:a16="http://schemas.microsoft.com/office/drawing/2014/main" id="{917F54B1-0929-4F50-9731-B556ACF9079B}"/>
              </a:ext>
            </a:extLst>
          </p:cNvPr>
          <p:cNvSpPr/>
          <p:nvPr/>
        </p:nvSpPr>
        <p:spPr>
          <a:xfrm>
            <a:off x="2180128" y="5947948"/>
            <a:ext cx="1164488"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27" name="矩形 26">
            <a:extLst>
              <a:ext uri="{FF2B5EF4-FFF2-40B4-BE49-F238E27FC236}">
                <a16:creationId xmlns:a16="http://schemas.microsoft.com/office/drawing/2014/main" id="{EE45C9E8-E75F-417D-BC3B-AAA378409CDC}"/>
              </a:ext>
            </a:extLst>
          </p:cNvPr>
          <p:cNvSpPr/>
          <p:nvPr/>
        </p:nvSpPr>
        <p:spPr>
          <a:xfrm>
            <a:off x="2180128" y="6163972"/>
            <a:ext cx="1164488" cy="242544"/>
          </a:xfrm>
          <a:prstGeom prst="rect">
            <a:avLst/>
          </a:prstGeom>
          <a:ln>
            <a:solidFill>
              <a:schemeClr val="accent1"/>
            </a:solidFill>
          </a:ln>
        </p:spPr>
        <p:txBody>
          <a:bodyPr wrap="square" rtlCol="0" anchor="ctr">
            <a:spAutoFit/>
          </a:bodyPr>
          <a:lstStyle/>
          <a:p>
            <a:pPr algn="ctr">
              <a:spcAft>
                <a:spcPts val="0"/>
              </a:spcAft>
            </a:pPr>
            <a:endParaRPr lang="zh-CN" altLang="en-US" kern="0" dirty="0">
              <a:solidFill>
                <a:srgbClr val="800000"/>
              </a:solidFill>
              <a:latin typeface="Courier New"/>
              <a:ea typeface="宋体"/>
              <a:cs typeface="Times New Roman"/>
            </a:endParaRPr>
          </a:p>
        </p:txBody>
      </p:sp>
      <p:sp>
        <p:nvSpPr>
          <p:cNvPr id="28" name="矩形 27">
            <a:extLst>
              <a:ext uri="{FF2B5EF4-FFF2-40B4-BE49-F238E27FC236}">
                <a16:creationId xmlns:a16="http://schemas.microsoft.com/office/drawing/2014/main" id="{EED64993-E74D-4F15-AC1F-488729F19BB7}"/>
              </a:ext>
            </a:extLst>
          </p:cNvPr>
          <p:cNvSpPr/>
          <p:nvPr/>
        </p:nvSpPr>
        <p:spPr>
          <a:xfrm>
            <a:off x="2180128" y="6379996"/>
            <a:ext cx="1164488"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30" name="文本框 29">
            <a:extLst>
              <a:ext uri="{FF2B5EF4-FFF2-40B4-BE49-F238E27FC236}">
                <a16:creationId xmlns:a16="http://schemas.microsoft.com/office/drawing/2014/main" id="{68A7F3D8-C1B0-4D56-9861-B755A565FEC8}"/>
              </a:ext>
            </a:extLst>
          </p:cNvPr>
          <p:cNvSpPr txBox="1"/>
          <p:nvPr/>
        </p:nvSpPr>
        <p:spPr>
          <a:xfrm>
            <a:off x="1354259" y="3084742"/>
            <a:ext cx="825867" cy="369332"/>
          </a:xfrm>
          <a:prstGeom prst="rect">
            <a:avLst/>
          </a:prstGeom>
          <a:noFill/>
        </p:spPr>
        <p:txBody>
          <a:bodyPr wrap="none" rtlCol="0">
            <a:spAutoFit/>
          </a:bodyPr>
          <a:lstStyle/>
          <a:p>
            <a:r>
              <a:rPr lang="en-US" altLang="zh-CN" dirty="0">
                <a:solidFill>
                  <a:schemeClr val="accent2">
                    <a:lumMod val="75000"/>
                  </a:schemeClr>
                </a:solidFill>
              </a:rPr>
              <a:t>30000</a:t>
            </a:r>
            <a:endParaRPr lang="zh-CN" altLang="en-US" dirty="0"/>
          </a:p>
        </p:txBody>
      </p:sp>
      <p:sp>
        <p:nvSpPr>
          <p:cNvPr id="31" name="文本框 30">
            <a:extLst>
              <a:ext uri="{FF2B5EF4-FFF2-40B4-BE49-F238E27FC236}">
                <a16:creationId xmlns:a16="http://schemas.microsoft.com/office/drawing/2014/main" id="{B6C42E3E-665C-4F9F-B6D8-007E8A83E7B1}"/>
              </a:ext>
            </a:extLst>
          </p:cNvPr>
          <p:cNvSpPr txBox="1"/>
          <p:nvPr/>
        </p:nvSpPr>
        <p:spPr>
          <a:xfrm>
            <a:off x="2249840" y="5857451"/>
            <a:ext cx="916648" cy="369332"/>
          </a:xfrm>
          <a:prstGeom prst="rect">
            <a:avLst/>
          </a:prstGeom>
          <a:noFill/>
        </p:spPr>
        <p:txBody>
          <a:bodyPr wrap="square">
            <a:spAutoFit/>
          </a:bodyPr>
          <a:lstStyle/>
          <a:p>
            <a:r>
              <a:rPr lang="en-US" altLang="zh-CN" dirty="0"/>
              <a:t>30000</a:t>
            </a:r>
            <a:endParaRPr lang="zh-CN" altLang="en-US" dirty="0"/>
          </a:p>
        </p:txBody>
      </p:sp>
      <p:sp>
        <p:nvSpPr>
          <p:cNvPr id="32" name="文本框 31">
            <a:extLst>
              <a:ext uri="{FF2B5EF4-FFF2-40B4-BE49-F238E27FC236}">
                <a16:creationId xmlns:a16="http://schemas.microsoft.com/office/drawing/2014/main" id="{F8C969D4-03EF-48A1-B70A-C4C3C3FD91AD}"/>
              </a:ext>
            </a:extLst>
          </p:cNvPr>
          <p:cNvSpPr txBox="1"/>
          <p:nvPr/>
        </p:nvSpPr>
        <p:spPr>
          <a:xfrm>
            <a:off x="3384101" y="5895928"/>
            <a:ext cx="300082" cy="369332"/>
          </a:xfrm>
          <a:prstGeom prst="rect">
            <a:avLst/>
          </a:prstGeom>
          <a:noFill/>
        </p:spPr>
        <p:txBody>
          <a:bodyPr wrap="none" rtlCol="0">
            <a:spAutoFit/>
          </a:bodyPr>
          <a:lstStyle/>
          <a:p>
            <a:r>
              <a:rPr lang="en-US" altLang="zh-CN" dirty="0"/>
              <a:t>x</a:t>
            </a:r>
            <a:endParaRPr lang="zh-CN" altLang="en-US" dirty="0"/>
          </a:p>
        </p:txBody>
      </p:sp>
      <p:sp>
        <p:nvSpPr>
          <p:cNvPr id="33" name="文本框 32">
            <a:extLst>
              <a:ext uri="{FF2B5EF4-FFF2-40B4-BE49-F238E27FC236}">
                <a16:creationId xmlns:a16="http://schemas.microsoft.com/office/drawing/2014/main" id="{A3DBCE2D-70F5-462A-A800-6A5C0693147C}"/>
              </a:ext>
            </a:extLst>
          </p:cNvPr>
          <p:cNvSpPr txBox="1"/>
          <p:nvPr/>
        </p:nvSpPr>
        <p:spPr>
          <a:xfrm>
            <a:off x="3365545" y="6317012"/>
            <a:ext cx="761747" cy="369332"/>
          </a:xfrm>
          <a:prstGeom prst="rect">
            <a:avLst/>
          </a:prstGeom>
          <a:noFill/>
        </p:spPr>
        <p:txBody>
          <a:bodyPr wrap="none" rtlCol="0">
            <a:spAutoFit/>
          </a:bodyPr>
          <a:lstStyle/>
          <a:p>
            <a:r>
              <a:rPr lang="zh-CN" altLang="en-US" dirty="0"/>
              <a:t>形参</a:t>
            </a:r>
            <a:r>
              <a:rPr lang="en-US" altLang="zh-CN" dirty="0"/>
              <a:t>x</a:t>
            </a:r>
            <a:endParaRPr lang="zh-CN" altLang="en-US" dirty="0"/>
          </a:p>
        </p:txBody>
      </p:sp>
      <p:sp>
        <p:nvSpPr>
          <p:cNvPr id="35" name="文本框 34">
            <a:extLst>
              <a:ext uri="{FF2B5EF4-FFF2-40B4-BE49-F238E27FC236}">
                <a16:creationId xmlns:a16="http://schemas.microsoft.com/office/drawing/2014/main" id="{47B7F10F-8C5B-40EC-B426-D5D705B866FE}"/>
              </a:ext>
            </a:extLst>
          </p:cNvPr>
          <p:cNvSpPr txBox="1"/>
          <p:nvPr/>
        </p:nvSpPr>
        <p:spPr>
          <a:xfrm>
            <a:off x="2240191" y="6284521"/>
            <a:ext cx="916648" cy="369332"/>
          </a:xfrm>
          <a:prstGeom prst="rect">
            <a:avLst/>
          </a:prstGeom>
          <a:noFill/>
        </p:spPr>
        <p:txBody>
          <a:bodyPr wrap="square">
            <a:spAutoFit/>
          </a:bodyPr>
          <a:lstStyle/>
          <a:p>
            <a:r>
              <a:rPr lang="en-US" altLang="zh-CN" dirty="0"/>
              <a:t>30000</a:t>
            </a:r>
            <a:endParaRPr lang="zh-CN" altLang="en-US" dirty="0"/>
          </a:p>
        </p:txBody>
      </p:sp>
      <p:sp>
        <p:nvSpPr>
          <p:cNvPr id="36" name="任意多边形: 形状 35">
            <a:extLst>
              <a:ext uri="{FF2B5EF4-FFF2-40B4-BE49-F238E27FC236}">
                <a16:creationId xmlns:a16="http://schemas.microsoft.com/office/drawing/2014/main" id="{EA20D73C-828E-45F8-9B83-DB6CF6309371}"/>
              </a:ext>
            </a:extLst>
          </p:cNvPr>
          <p:cNvSpPr/>
          <p:nvPr/>
        </p:nvSpPr>
        <p:spPr>
          <a:xfrm>
            <a:off x="1578153" y="3278671"/>
            <a:ext cx="761902" cy="2801923"/>
          </a:xfrm>
          <a:custGeom>
            <a:avLst/>
            <a:gdLst>
              <a:gd name="connsiteX0" fmla="*/ 1236656 w 1236656"/>
              <a:gd name="connsiteY0" fmla="*/ 2801923 h 2801923"/>
              <a:gd name="connsiteX1" fmla="*/ 1060487 w 1236656"/>
              <a:gd name="connsiteY1" fmla="*/ 2743200 h 2801923"/>
              <a:gd name="connsiteX2" fmla="*/ 699760 w 1236656"/>
              <a:gd name="connsiteY2" fmla="*/ 2600587 h 2801923"/>
              <a:gd name="connsiteX3" fmla="*/ 573925 w 1236656"/>
              <a:gd name="connsiteY3" fmla="*/ 2516697 h 2801923"/>
              <a:gd name="connsiteX4" fmla="*/ 506813 w 1236656"/>
              <a:gd name="connsiteY4" fmla="*/ 2449585 h 2801923"/>
              <a:gd name="connsiteX5" fmla="*/ 473257 w 1236656"/>
              <a:gd name="connsiteY5" fmla="*/ 2416029 h 2801923"/>
              <a:gd name="connsiteX6" fmla="*/ 431312 w 1236656"/>
              <a:gd name="connsiteY6" fmla="*/ 2365695 h 2801923"/>
              <a:gd name="connsiteX7" fmla="*/ 372589 w 1236656"/>
              <a:gd name="connsiteY7" fmla="*/ 2315362 h 2801923"/>
              <a:gd name="connsiteX8" fmla="*/ 271922 w 1236656"/>
              <a:gd name="connsiteY8" fmla="*/ 2164360 h 2801923"/>
              <a:gd name="connsiteX9" fmla="*/ 204810 w 1236656"/>
              <a:gd name="connsiteY9" fmla="*/ 2072081 h 2801923"/>
              <a:gd name="connsiteX10" fmla="*/ 104142 w 1236656"/>
              <a:gd name="connsiteY10" fmla="*/ 1862356 h 2801923"/>
              <a:gd name="connsiteX11" fmla="*/ 62197 w 1236656"/>
              <a:gd name="connsiteY11" fmla="*/ 1770077 h 2801923"/>
              <a:gd name="connsiteX12" fmla="*/ 11863 w 1236656"/>
              <a:gd name="connsiteY12" fmla="*/ 1585519 h 2801923"/>
              <a:gd name="connsiteX13" fmla="*/ 11863 w 1236656"/>
              <a:gd name="connsiteY13" fmla="*/ 1124125 h 2801923"/>
              <a:gd name="connsiteX14" fmla="*/ 171254 w 1236656"/>
              <a:gd name="connsiteY14" fmla="*/ 830510 h 2801923"/>
              <a:gd name="connsiteX15" fmla="*/ 246755 w 1236656"/>
              <a:gd name="connsiteY15" fmla="*/ 738231 h 2801923"/>
              <a:gd name="connsiteX16" fmla="*/ 305478 w 1236656"/>
              <a:gd name="connsiteY16" fmla="*/ 687897 h 2801923"/>
              <a:gd name="connsiteX17" fmla="*/ 364200 w 1236656"/>
              <a:gd name="connsiteY17" fmla="*/ 612396 h 2801923"/>
              <a:gd name="connsiteX18" fmla="*/ 422923 w 1236656"/>
              <a:gd name="connsiteY18" fmla="*/ 562062 h 2801923"/>
              <a:gd name="connsiteX19" fmla="*/ 540369 w 1236656"/>
              <a:gd name="connsiteY19" fmla="*/ 453006 h 2801923"/>
              <a:gd name="connsiteX20" fmla="*/ 573925 w 1236656"/>
              <a:gd name="connsiteY20" fmla="*/ 436228 h 2801923"/>
              <a:gd name="connsiteX21" fmla="*/ 590703 w 1236656"/>
              <a:gd name="connsiteY21" fmla="*/ 411061 h 2801923"/>
              <a:gd name="connsiteX22" fmla="*/ 615870 w 1236656"/>
              <a:gd name="connsiteY22" fmla="*/ 402672 h 2801923"/>
              <a:gd name="connsiteX23" fmla="*/ 624259 w 1236656"/>
              <a:gd name="connsiteY23" fmla="*/ 377505 h 2801923"/>
              <a:gd name="connsiteX24" fmla="*/ 657815 w 1236656"/>
              <a:gd name="connsiteY24" fmla="*/ 360727 h 2801923"/>
              <a:gd name="connsiteX25" fmla="*/ 708149 w 1236656"/>
              <a:gd name="connsiteY25" fmla="*/ 302004 h 2801923"/>
              <a:gd name="connsiteX26" fmla="*/ 817206 w 1236656"/>
              <a:gd name="connsiteY26" fmla="*/ 209725 h 2801923"/>
              <a:gd name="connsiteX27" fmla="*/ 833984 w 1236656"/>
              <a:gd name="connsiteY27" fmla="*/ 184558 h 2801923"/>
              <a:gd name="connsiteX28" fmla="*/ 884318 w 1236656"/>
              <a:gd name="connsiteY28" fmla="*/ 134224 h 2801923"/>
              <a:gd name="connsiteX29" fmla="*/ 901096 w 1236656"/>
              <a:gd name="connsiteY29" fmla="*/ 109057 h 2801923"/>
              <a:gd name="connsiteX30" fmla="*/ 909485 w 1236656"/>
              <a:gd name="connsiteY30" fmla="*/ 83890 h 2801923"/>
              <a:gd name="connsiteX31" fmla="*/ 934652 w 1236656"/>
              <a:gd name="connsiteY31" fmla="*/ 75501 h 2801923"/>
              <a:gd name="connsiteX32" fmla="*/ 951430 w 1236656"/>
              <a:gd name="connsiteY32" fmla="*/ 50334 h 2801923"/>
              <a:gd name="connsiteX33" fmla="*/ 984986 w 1236656"/>
              <a:gd name="connsiteY33" fmla="*/ 33556 h 2801923"/>
              <a:gd name="connsiteX34" fmla="*/ 1035320 w 1236656"/>
              <a:gd name="connsiteY34" fmla="*/ 16778 h 2801923"/>
              <a:gd name="connsiteX35" fmla="*/ 1060487 w 1236656"/>
              <a:gd name="connsiteY35" fmla="*/ 8389 h 2801923"/>
              <a:gd name="connsiteX36" fmla="*/ 1077265 w 1236656"/>
              <a:gd name="connsiteY36" fmla="*/ 0 h 2801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236656" h="2801923">
                <a:moveTo>
                  <a:pt x="1236656" y="2801923"/>
                </a:moveTo>
                <a:cubicBezTo>
                  <a:pt x="1110164" y="2751326"/>
                  <a:pt x="1336785" y="2840717"/>
                  <a:pt x="1060487" y="2743200"/>
                </a:cubicBezTo>
                <a:cubicBezTo>
                  <a:pt x="971209" y="2711690"/>
                  <a:pt x="805687" y="2660171"/>
                  <a:pt x="699760" y="2600587"/>
                </a:cubicBezTo>
                <a:cubicBezTo>
                  <a:pt x="674288" y="2586259"/>
                  <a:pt x="597545" y="2537168"/>
                  <a:pt x="573925" y="2516697"/>
                </a:cubicBezTo>
                <a:cubicBezTo>
                  <a:pt x="550017" y="2495977"/>
                  <a:pt x="529184" y="2471956"/>
                  <a:pt x="506813" y="2449585"/>
                </a:cubicBezTo>
                <a:cubicBezTo>
                  <a:pt x="495628" y="2438400"/>
                  <a:pt x="483384" y="2428181"/>
                  <a:pt x="473257" y="2416029"/>
                </a:cubicBezTo>
                <a:cubicBezTo>
                  <a:pt x="459275" y="2399251"/>
                  <a:pt x="446755" y="2381138"/>
                  <a:pt x="431312" y="2365695"/>
                </a:cubicBezTo>
                <a:cubicBezTo>
                  <a:pt x="413082" y="2347465"/>
                  <a:pt x="390132" y="2334254"/>
                  <a:pt x="372589" y="2315362"/>
                </a:cubicBezTo>
                <a:cubicBezTo>
                  <a:pt x="323195" y="2262168"/>
                  <a:pt x="312730" y="2225572"/>
                  <a:pt x="271922" y="2164360"/>
                </a:cubicBezTo>
                <a:cubicBezTo>
                  <a:pt x="250824" y="2132714"/>
                  <a:pt x="223281" y="2105329"/>
                  <a:pt x="204810" y="2072081"/>
                </a:cubicBezTo>
                <a:cubicBezTo>
                  <a:pt x="167151" y="2004295"/>
                  <a:pt x="137254" y="1932476"/>
                  <a:pt x="104142" y="1862356"/>
                </a:cubicBezTo>
                <a:cubicBezTo>
                  <a:pt x="89714" y="1831803"/>
                  <a:pt x="71906" y="1802440"/>
                  <a:pt x="62197" y="1770077"/>
                </a:cubicBezTo>
                <a:cubicBezTo>
                  <a:pt x="27091" y="1653057"/>
                  <a:pt x="44111" y="1714510"/>
                  <a:pt x="11863" y="1585519"/>
                </a:cubicBezTo>
                <a:cubicBezTo>
                  <a:pt x="-357" y="1402219"/>
                  <a:pt x="-7189" y="1357517"/>
                  <a:pt x="11863" y="1124125"/>
                </a:cubicBezTo>
                <a:cubicBezTo>
                  <a:pt x="18591" y="1041708"/>
                  <a:pt x="169336" y="832854"/>
                  <a:pt x="171254" y="830510"/>
                </a:cubicBezTo>
                <a:cubicBezTo>
                  <a:pt x="196421" y="799750"/>
                  <a:pt x="219516" y="767172"/>
                  <a:pt x="246755" y="738231"/>
                </a:cubicBezTo>
                <a:cubicBezTo>
                  <a:pt x="264424" y="719457"/>
                  <a:pt x="287887" y="706744"/>
                  <a:pt x="305478" y="687897"/>
                </a:cubicBezTo>
                <a:cubicBezTo>
                  <a:pt x="327232" y="664589"/>
                  <a:pt x="342446" y="635704"/>
                  <a:pt x="364200" y="612396"/>
                </a:cubicBezTo>
                <a:cubicBezTo>
                  <a:pt x="381791" y="593549"/>
                  <a:pt x="404180" y="579764"/>
                  <a:pt x="422923" y="562062"/>
                </a:cubicBezTo>
                <a:cubicBezTo>
                  <a:pt x="469540" y="518035"/>
                  <a:pt x="491243" y="481078"/>
                  <a:pt x="540369" y="453006"/>
                </a:cubicBezTo>
                <a:cubicBezTo>
                  <a:pt x="551227" y="446801"/>
                  <a:pt x="562740" y="441821"/>
                  <a:pt x="573925" y="436228"/>
                </a:cubicBezTo>
                <a:cubicBezTo>
                  <a:pt x="579518" y="427839"/>
                  <a:pt x="582830" y="417359"/>
                  <a:pt x="590703" y="411061"/>
                </a:cubicBezTo>
                <a:cubicBezTo>
                  <a:pt x="597608" y="405537"/>
                  <a:pt x="609617" y="408925"/>
                  <a:pt x="615870" y="402672"/>
                </a:cubicBezTo>
                <a:cubicBezTo>
                  <a:pt x="622123" y="396419"/>
                  <a:pt x="618006" y="383758"/>
                  <a:pt x="624259" y="377505"/>
                </a:cubicBezTo>
                <a:cubicBezTo>
                  <a:pt x="633102" y="368662"/>
                  <a:pt x="647811" y="368230"/>
                  <a:pt x="657815" y="360727"/>
                </a:cubicBezTo>
                <a:cubicBezTo>
                  <a:pt x="766935" y="278887"/>
                  <a:pt x="638978" y="366564"/>
                  <a:pt x="708149" y="302004"/>
                </a:cubicBezTo>
                <a:cubicBezTo>
                  <a:pt x="742962" y="269512"/>
                  <a:pt x="790791" y="249347"/>
                  <a:pt x="817206" y="209725"/>
                </a:cubicBezTo>
                <a:cubicBezTo>
                  <a:pt x="822799" y="201336"/>
                  <a:pt x="827286" y="192094"/>
                  <a:pt x="833984" y="184558"/>
                </a:cubicBezTo>
                <a:cubicBezTo>
                  <a:pt x="849748" y="166824"/>
                  <a:pt x="871156" y="153967"/>
                  <a:pt x="884318" y="134224"/>
                </a:cubicBezTo>
                <a:cubicBezTo>
                  <a:pt x="889911" y="125835"/>
                  <a:pt x="896587" y="118075"/>
                  <a:pt x="901096" y="109057"/>
                </a:cubicBezTo>
                <a:cubicBezTo>
                  <a:pt x="905051" y="101148"/>
                  <a:pt x="903232" y="90143"/>
                  <a:pt x="909485" y="83890"/>
                </a:cubicBezTo>
                <a:cubicBezTo>
                  <a:pt x="915738" y="77637"/>
                  <a:pt x="926263" y="78297"/>
                  <a:pt x="934652" y="75501"/>
                </a:cubicBezTo>
                <a:cubicBezTo>
                  <a:pt x="940245" y="67112"/>
                  <a:pt x="943685" y="56789"/>
                  <a:pt x="951430" y="50334"/>
                </a:cubicBezTo>
                <a:cubicBezTo>
                  <a:pt x="961037" y="42328"/>
                  <a:pt x="973375" y="38200"/>
                  <a:pt x="984986" y="33556"/>
                </a:cubicBezTo>
                <a:cubicBezTo>
                  <a:pt x="1001407" y="26988"/>
                  <a:pt x="1018542" y="22371"/>
                  <a:pt x="1035320" y="16778"/>
                </a:cubicBezTo>
                <a:cubicBezTo>
                  <a:pt x="1043709" y="13982"/>
                  <a:pt x="1052578" y="12344"/>
                  <a:pt x="1060487" y="8389"/>
                </a:cubicBezTo>
                <a:lnTo>
                  <a:pt x="1077265" y="0"/>
                </a:lnTo>
              </a:path>
            </a:pathLst>
          </a:custGeom>
          <a:noFill/>
          <a:ln>
            <a:solidFill>
              <a:schemeClr val="accent1"/>
            </a:solidFill>
            <a:headEnd type="none" w="med" len="med"/>
            <a:tailEnd type="arrow" w="med" len="med"/>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charset="0"/>
            </a:endParaRPr>
          </a:p>
        </p:txBody>
      </p:sp>
      <p:sp>
        <p:nvSpPr>
          <p:cNvPr id="37" name="任意多边形: 形状 36">
            <a:extLst>
              <a:ext uri="{FF2B5EF4-FFF2-40B4-BE49-F238E27FC236}">
                <a16:creationId xmlns:a16="http://schemas.microsoft.com/office/drawing/2014/main" id="{2BF8586E-23BE-45CC-BCBF-8D8E23314FB1}"/>
              </a:ext>
            </a:extLst>
          </p:cNvPr>
          <p:cNvSpPr/>
          <p:nvPr/>
        </p:nvSpPr>
        <p:spPr>
          <a:xfrm>
            <a:off x="1241095" y="3269578"/>
            <a:ext cx="979598" cy="3255765"/>
          </a:xfrm>
          <a:custGeom>
            <a:avLst/>
            <a:gdLst>
              <a:gd name="connsiteX0" fmla="*/ 1140905 w 1140905"/>
              <a:gd name="connsiteY0" fmla="*/ 3020740 h 3020740"/>
              <a:gd name="connsiteX1" fmla="*/ 679511 w 1140905"/>
              <a:gd name="connsiteY1" fmla="*/ 2970406 h 3020740"/>
              <a:gd name="connsiteX2" fmla="*/ 478175 w 1140905"/>
              <a:gd name="connsiteY2" fmla="*/ 2836182 h 3020740"/>
              <a:gd name="connsiteX3" fmla="*/ 411063 w 1140905"/>
              <a:gd name="connsiteY3" fmla="*/ 2777459 h 3020740"/>
              <a:gd name="connsiteX4" fmla="*/ 276839 w 1140905"/>
              <a:gd name="connsiteY4" fmla="*/ 2576123 h 3020740"/>
              <a:gd name="connsiteX5" fmla="*/ 260061 w 1140905"/>
              <a:gd name="connsiteY5" fmla="*/ 2509011 h 3020740"/>
              <a:gd name="connsiteX6" fmla="*/ 226505 w 1140905"/>
              <a:gd name="connsiteY6" fmla="*/ 2358009 h 3020740"/>
              <a:gd name="connsiteX7" fmla="*/ 176172 w 1140905"/>
              <a:gd name="connsiteY7" fmla="*/ 2114729 h 3020740"/>
              <a:gd name="connsiteX8" fmla="*/ 83893 w 1140905"/>
              <a:gd name="connsiteY8" fmla="*/ 1863059 h 3020740"/>
              <a:gd name="connsiteX9" fmla="*/ 25170 w 1140905"/>
              <a:gd name="connsiteY9" fmla="*/ 1644945 h 3020740"/>
              <a:gd name="connsiteX10" fmla="*/ 8392 w 1140905"/>
              <a:gd name="connsiteY10" fmla="*/ 1552666 h 3020740"/>
              <a:gd name="connsiteX11" fmla="*/ 25170 w 1140905"/>
              <a:gd name="connsiteY11" fmla="*/ 998993 h 3020740"/>
              <a:gd name="connsiteX12" fmla="*/ 184561 w 1140905"/>
              <a:gd name="connsiteY12" fmla="*/ 738934 h 3020740"/>
              <a:gd name="connsiteX13" fmla="*/ 394285 w 1140905"/>
              <a:gd name="connsiteY13" fmla="*/ 529209 h 3020740"/>
              <a:gd name="connsiteX14" fmla="*/ 478175 w 1140905"/>
              <a:gd name="connsiteY14" fmla="*/ 445320 h 3020740"/>
              <a:gd name="connsiteX15" fmla="*/ 511731 w 1140905"/>
              <a:gd name="connsiteY15" fmla="*/ 403375 h 3020740"/>
              <a:gd name="connsiteX16" fmla="*/ 578843 w 1140905"/>
              <a:gd name="connsiteY16" fmla="*/ 344652 h 3020740"/>
              <a:gd name="connsiteX17" fmla="*/ 671122 w 1140905"/>
              <a:gd name="connsiteY17" fmla="*/ 243984 h 3020740"/>
              <a:gd name="connsiteX18" fmla="*/ 713067 w 1140905"/>
              <a:gd name="connsiteY18" fmla="*/ 168483 h 3020740"/>
              <a:gd name="connsiteX19" fmla="*/ 746623 w 1140905"/>
              <a:gd name="connsiteY19" fmla="*/ 134927 h 3020740"/>
              <a:gd name="connsiteX20" fmla="*/ 755012 w 1140905"/>
              <a:gd name="connsiteY20" fmla="*/ 109760 h 3020740"/>
              <a:gd name="connsiteX21" fmla="*/ 813735 w 1140905"/>
              <a:gd name="connsiteY21" fmla="*/ 51037 h 3020740"/>
              <a:gd name="connsiteX22" fmla="*/ 830513 w 1140905"/>
              <a:gd name="connsiteY22" fmla="*/ 25870 h 3020740"/>
              <a:gd name="connsiteX23" fmla="*/ 880847 w 1140905"/>
              <a:gd name="connsiteY23" fmla="*/ 703 h 3020740"/>
              <a:gd name="connsiteX24" fmla="*/ 914403 w 1140905"/>
              <a:gd name="connsiteY24" fmla="*/ 703 h 3020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40905" h="3020740">
                <a:moveTo>
                  <a:pt x="1140905" y="3020740"/>
                </a:moveTo>
                <a:cubicBezTo>
                  <a:pt x="987107" y="3003962"/>
                  <a:pt x="828550" y="3011911"/>
                  <a:pt x="679511" y="2970406"/>
                </a:cubicBezTo>
                <a:cubicBezTo>
                  <a:pt x="601809" y="2948767"/>
                  <a:pt x="538877" y="2889296"/>
                  <a:pt x="478175" y="2836182"/>
                </a:cubicBezTo>
                <a:cubicBezTo>
                  <a:pt x="455804" y="2816608"/>
                  <a:pt x="430568" y="2799890"/>
                  <a:pt x="411063" y="2777459"/>
                </a:cubicBezTo>
                <a:cubicBezTo>
                  <a:pt x="366936" y="2726713"/>
                  <a:pt x="303409" y="2646977"/>
                  <a:pt x="276839" y="2576123"/>
                </a:cubicBezTo>
                <a:cubicBezTo>
                  <a:pt x="268742" y="2554532"/>
                  <a:pt x="265246" y="2531480"/>
                  <a:pt x="260061" y="2509011"/>
                </a:cubicBezTo>
                <a:cubicBezTo>
                  <a:pt x="248467" y="2458770"/>
                  <a:pt x="236153" y="2408660"/>
                  <a:pt x="226505" y="2358009"/>
                </a:cubicBezTo>
                <a:cubicBezTo>
                  <a:pt x="219039" y="2318810"/>
                  <a:pt x="195720" y="2178262"/>
                  <a:pt x="176172" y="2114729"/>
                </a:cubicBezTo>
                <a:cubicBezTo>
                  <a:pt x="74274" y="1783559"/>
                  <a:pt x="173698" y="2112517"/>
                  <a:pt x="83893" y="1863059"/>
                </a:cubicBezTo>
                <a:cubicBezTo>
                  <a:pt x="57696" y="1790290"/>
                  <a:pt x="40909" y="1720490"/>
                  <a:pt x="25170" y="1644945"/>
                </a:cubicBezTo>
                <a:cubicBezTo>
                  <a:pt x="18794" y="1614338"/>
                  <a:pt x="13985" y="1583426"/>
                  <a:pt x="8392" y="1552666"/>
                </a:cubicBezTo>
                <a:cubicBezTo>
                  <a:pt x="3427" y="1388809"/>
                  <a:pt x="-14608" y="1161422"/>
                  <a:pt x="25170" y="998993"/>
                </a:cubicBezTo>
                <a:cubicBezTo>
                  <a:pt x="33662" y="964319"/>
                  <a:pt x="162272" y="766572"/>
                  <a:pt x="184561" y="738934"/>
                </a:cubicBezTo>
                <a:cubicBezTo>
                  <a:pt x="281925" y="618202"/>
                  <a:pt x="298059" y="620624"/>
                  <a:pt x="394285" y="529209"/>
                </a:cubicBezTo>
                <a:cubicBezTo>
                  <a:pt x="422956" y="501972"/>
                  <a:pt x="451192" y="474230"/>
                  <a:pt x="478175" y="445320"/>
                </a:cubicBezTo>
                <a:cubicBezTo>
                  <a:pt x="490392" y="432230"/>
                  <a:pt x="499070" y="416036"/>
                  <a:pt x="511731" y="403375"/>
                </a:cubicBezTo>
                <a:cubicBezTo>
                  <a:pt x="577307" y="337799"/>
                  <a:pt x="513491" y="423074"/>
                  <a:pt x="578843" y="344652"/>
                </a:cubicBezTo>
                <a:cubicBezTo>
                  <a:pt x="780247" y="102967"/>
                  <a:pt x="517488" y="397618"/>
                  <a:pt x="671122" y="243984"/>
                </a:cubicBezTo>
                <a:cubicBezTo>
                  <a:pt x="687859" y="227247"/>
                  <a:pt x="702827" y="183111"/>
                  <a:pt x="713067" y="168483"/>
                </a:cubicBezTo>
                <a:cubicBezTo>
                  <a:pt x="722138" y="155524"/>
                  <a:pt x="735438" y="146112"/>
                  <a:pt x="746623" y="134927"/>
                </a:cubicBezTo>
                <a:cubicBezTo>
                  <a:pt x="749419" y="126538"/>
                  <a:pt x="750325" y="117259"/>
                  <a:pt x="755012" y="109760"/>
                </a:cubicBezTo>
                <a:cubicBezTo>
                  <a:pt x="779921" y="69906"/>
                  <a:pt x="782086" y="72137"/>
                  <a:pt x="813735" y="51037"/>
                </a:cubicBezTo>
                <a:cubicBezTo>
                  <a:pt x="819328" y="42648"/>
                  <a:pt x="823384" y="32999"/>
                  <a:pt x="830513" y="25870"/>
                </a:cubicBezTo>
                <a:cubicBezTo>
                  <a:pt x="841589" y="14794"/>
                  <a:pt x="864927" y="2977"/>
                  <a:pt x="880847" y="703"/>
                </a:cubicBezTo>
                <a:cubicBezTo>
                  <a:pt x="891920" y="-879"/>
                  <a:pt x="903218" y="703"/>
                  <a:pt x="914403" y="703"/>
                </a:cubicBezTo>
              </a:path>
            </a:pathLst>
          </a:custGeom>
          <a:noFill/>
          <a:ln>
            <a:solidFill>
              <a:srgbClr val="FF0000"/>
            </a:solidFill>
            <a:headEnd type="none" w="med" len="med"/>
            <a:tailEnd type="arrow" w="med" len="med"/>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charset="0"/>
            </a:endParaRPr>
          </a:p>
        </p:txBody>
      </p:sp>
      <p:sp>
        <p:nvSpPr>
          <p:cNvPr id="38" name="箭头: 右 37">
            <a:extLst>
              <a:ext uri="{FF2B5EF4-FFF2-40B4-BE49-F238E27FC236}">
                <a16:creationId xmlns:a16="http://schemas.microsoft.com/office/drawing/2014/main" id="{E99AE4E7-D051-456B-B15D-B27A44202C92}"/>
              </a:ext>
            </a:extLst>
          </p:cNvPr>
          <p:cNvSpPr/>
          <p:nvPr/>
        </p:nvSpPr>
        <p:spPr>
          <a:xfrm>
            <a:off x="3745797" y="4463632"/>
            <a:ext cx="501557" cy="200154"/>
          </a:xfrm>
          <a:prstGeom prst="rightArrow">
            <a:avLst/>
          </a:prstGeom>
          <a:solidFill>
            <a:srgbClr val="FF0000"/>
          </a:solidFill>
          <a:ln>
            <a:solidFill>
              <a:srgbClr val="7030A0"/>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39" name="矩形 38">
            <a:extLst>
              <a:ext uri="{FF2B5EF4-FFF2-40B4-BE49-F238E27FC236}">
                <a16:creationId xmlns:a16="http://schemas.microsoft.com/office/drawing/2014/main" id="{BC43E221-0C78-4FF6-83FE-072575B735B0}"/>
              </a:ext>
            </a:extLst>
          </p:cNvPr>
          <p:cNvSpPr/>
          <p:nvPr/>
        </p:nvSpPr>
        <p:spPr>
          <a:xfrm>
            <a:off x="4875505" y="2692141"/>
            <a:ext cx="1196466"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40" name="矩形 39">
            <a:extLst>
              <a:ext uri="{FF2B5EF4-FFF2-40B4-BE49-F238E27FC236}">
                <a16:creationId xmlns:a16="http://schemas.microsoft.com/office/drawing/2014/main" id="{8432D495-5BCF-48DA-8C9F-3AAF7F3BBA1B}"/>
              </a:ext>
            </a:extLst>
          </p:cNvPr>
          <p:cNvSpPr/>
          <p:nvPr/>
        </p:nvSpPr>
        <p:spPr>
          <a:xfrm>
            <a:off x="4875505" y="2908165"/>
            <a:ext cx="1196466"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41" name="矩形 40">
            <a:extLst>
              <a:ext uri="{FF2B5EF4-FFF2-40B4-BE49-F238E27FC236}">
                <a16:creationId xmlns:a16="http://schemas.microsoft.com/office/drawing/2014/main" id="{F71ED188-9003-4AFB-8B6A-BF2F284D0E43}"/>
              </a:ext>
            </a:extLst>
          </p:cNvPr>
          <p:cNvSpPr/>
          <p:nvPr/>
        </p:nvSpPr>
        <p:spPr>
          <a:xfrm>
            <a:off x="4875505" y="3132578"/>
            <a:ext cx="1196466" cy="242544"/>
          </a:xfrm>
          <a:prstGeom prst="rect">
            <a:avLst/>
          </a:prstGeom>
          <a:solidFill>
            <a:srgbClr val="00B0F0"/>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42" name="矩形 41">
            <a:extLst>
              <a:ext uri="{FF2B5EF4-FFF2-40B4-BE49-F238E27FC236}">
                <a16:creationId xmlns:a16="http://schemas.microsoft.com/office/drawing/2014/main" id="{5514ECE9-342D-4510-983B-5F68DB10F2B4}"/>
              </a:ext>
            </a:extLst>
          </p:cNvPr>
          <p:cNvSpPr/>
          <p:nvPr/>
        </p:nvSpPr>
        <p:spPr>
          <a:xfrm>
            <a:off x="4875505" y="3348602"/>
            <a:ext cx="1196466" cy="242544"/>
          </a:xfrm>
          <a:prstGeom prst="rect">
            <a:avLst/>
          </a:prstGeom>
          <a:solidFill>
            <a:srgbClr val="00B0F0"/>
          </a:solidFill>
          <a:ln>
            <a:solidFill>
              <a:schemeClr val="accent1"/>
            </a:solidFill>
          </a:ln>
        </p:spPr>
        <p:txBody>
          <a:bodyPr wrap="square" rtlCol="0" anchor="ctr">
            <a:spAutoFit/>
          </a:bodyPr>
          <a:lstStyle/>
          <a:p>
            <a:pPr algn="ctr">
              <a:spcAft>
                <a:spcPts val="0"/>
              </a:spcAft>
            </a:pPr>
            <a:endParaRPr lang="zh-CN" altLang="en-US" kern="0" dirty="0">
              <a:solidFill>
                <a:srgbClr val="800000"/>
              </a:solidFill>
              <a:latin typeface="Courier New"/>
              <a:ea typeface="宋体"/>
              <a:cs typeface="Times New Roman"/>
            </a:endParaRPr>
          </a:p>
        </p:txBody>
      </p:sp>
      <p:sp>
        <p:nvSpPr>
          <p:cNvPr id="43" name="矩形 42">
            <a:extLst>
              <a:ext uri="{FF2B5EF4-FFF2-40B4-BE49-F238E27FC236}">
                <a16:creationId xmlns:a16="http://schemas.microsoft.com/office/drawing/2014/main" id="{EF0D9337-5DB0-4122-B02B-14E2405133D4}"/>
              </a:ext>
            </a:extLst>
          </p:cNvPr>
          <p:cNvSpPr/>
          <p:nvPr/>
        </p:nvSpPr>
        <p:spPr>
          <a:xfrm>
            <a:off x="4875505" y="3564626"/>
            <a:ext cx="1196466" cy="242544"/>
          </a:xfrm>
          <a:prstGeom prst="rect">
            <a:avLst/>
          </a:prstGeom>
          <a:solidFill>
            <a:srgbClr val="00B0F0"/>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44" name="矩形 43">
            <a:extLst>
              <a:ext uri="{FF2B5EF4-FFF2-40B4-BE49-F238E27FC236}">
                <a16:creationId xmlns:a16="http://schemas.microsoft.com/office/drawing/2014/main" id="{B18901A5-2ED5-4956-B261-F3A53F27C337}"/>
              </a:ext>
            </a:extLst>
          </p:cNvPr>
          <p:cNvSpPr/>
          <p:nvPr/>
        </p:nvSpPr>
        <p:spPr>
          <a:xfrm>
            <a:off x="4875505" y="3780650"/>
            <a:ext cx="1196466" cy="242544"/>
          </a:xfrm>
          <a:prstGeom prst="rect">
            <a:avLst/>
          </a:prstGeom>
          <a:solidFill>
            <a:srgbClr val="00B0F0"/>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45" name="矩形 44">
            <a:extLst>
              <a:ext uri="{FF2B5EF4-FFF2-40B4-BE49-F238E27FC236}">
                <a16:creationId xmlns:a16="http://schemas.microsoft.com/office/drawing/2014/main" id="{98CE8786-716C-41D7-9FDA-041B39BE46CF}"/>
              </a:ext>
            </a:extLst>
          </p:cNvPr>
          <p:cNvSpPr/>
          <p:nvPr/>
        </p:nvSpPr>
        <p:spPr>
          <a:xfrm>
            <a:off x="4883984" y="4005064"/>
            <a:ext cx="1196466"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46" name="矩形 45">
            <a:extLst>
              <a:ext uri="{FF2B5EF4-FFF2-40B4-BE49-F238E27FC236}">
                <a16:creationId xmlns:a16="http://schemas.microsoft.com/office/drawing/2014/main" id="{FB3558C9-377B-4AE8-85E6-09E48929E66C}"/>
              </a:ext>
            </a:extLst>
          </p:cNvPr>
          <p:cNvSpPr/>
          <p:nvPr/>
        </p:nvSpPr>
        <p:spPr>
          <a:xfrm>
            <a:off x="4883984" y="4221088"/>
            <a:ext cx="1196466"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47" name="矩形 46">
            <a:extLst>
              <a:ext uri="{FF2B5EF4-FFF2-40B4-BE49-F238E27FC236}">
                <a16:creationId xmlns:a16="http://schemas.microsoft.com/office/drawing/2014/main" id="{BC15EB00-245C-4FFB-85FE-6AE987D9EDF2}"/>
              </a:ext>
            </a:extLst>
          </p:cNvPr>
          <p:cNvSpPr/>
          <p:nvPr/>
        </p:nvSpPr>
        <p:spPr>
          <a:xfrm>
            <a:off x="4883984" y="4437112"/>
            <a:ext cx="1196466"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48" name="矩形 47">
            <a:extLst>
              <a:ext uri="{FF2B5EF4-FFF2-40B4-BE49-F238E27FC236}">
                <a16:creationId xmlns:a16="http://schemas.microsoft.com/office/drawing/2014/main" id="{227AD667-53D2-4392-8148-48CE691CE6E6}"/>
              </a:ext>
            </a:extLst>
          </p:cNvPr>
          <p:cNvSpPr/>
          <p:nvPr/>
        </p:nvSpPr>
        <p:spPr>
          <a:xfrm>
            <a:off x="4883984" y="4653136"/>
            <a:ext cx="1196466"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49" name="文本框 48">
            <a:extLst>
              <a:ext uri="{FF2B5EF4-FFF2-40B4-BE49-F238E27FC236}">
                <a16:creationId xmlns:a16="http://schemas.microsoft.com/office/drawing/2014/main" id="{18A84C86-2736-497F-9CAC-F68A50CDD85D}"/>
              </a:ext>
            </a:extLst>
          </p:cNvPr>
          <p:cNvSpPr txBox="1"/>
          <p:nvPr/>
        </p:nvSpPr>
        <p:spPr>
          <a:xfrm>
            <a:off x="5040515" y="3208587"/>
            <a:ext cx="579964" cy="523220"/>
          </a:xfrm>
          <a:prstGeom prst="rect">
            <a:avLst/>
          </a:prstGeom>
          <a:solidFill>
            <a:srgbClr val="00B0F0"/>
          </a:solidFill>
        </p:spPr>
        <p:txBody>
          <a:bodyPr wrap="square" rtlCol="0">
            <a:spAutoFit/>
          </a:bodyPr>
          <a:lstStyle/>
          <a:p>
            <a:r>
              <a:rPr lang="en-US" altLang="zh-CN" sz="2800" dirty="0"/>
              <a:t>10</a:t>
            </a:r>
            <a:endParaRPr lang="zh-CN" altLang="en-US" sz="2800" dirty="0"/>
          </a:p>
        </p:txBody>
      </p:sp>
      <p:sp>
        <p:nvSpPr>
          <p:cNvPr id="50" name="矩形 49">
            <a:extLst>
              <a:ext uri="{FF2B5EF4-FFF2-40B4-BE49-F238E27FC236}">
                <a16:creationId xmlns:a16="http://schemas.microsoft.com/office/drawing/2014/main" id="{5B8CDCB4-AF8B-469A-88D7-49A85FFF5CC9}"/>
              </a:ext>
            </a:extLst>
          </p:cNvPr>
          <p:cNvSpPr/>
          <p:nvPr/>
        </p:nvSpPr>
        <p:spPr>
          <a:xfrm>
            <a:off x="4885531" y="4865792"/>
            <a:ext cx="1196466" cy="242544"/>
          </a:xfrm>
          <a:prstGeom prst="rect">
            <a:avLst/>
          </a:prstGeom>
          <a:solidFill>
            <a:srgbClr val="00B0F0"/>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51" name="矩形 50">
            <a:extLst>
              <a:ext uri="{FF2B5EF4-FFF2-40B4-BE49-F238E27FC236}">
                <a16:creationId xmlns:a16="http://schemas.microsoft.com/office/drawing/2014/main" id="{55D29C5F-844B-421E-BCBB-3FB181E404F8}"/>
              </a:ext>
            </a:extLst>
          </p:cNvPr>
          <p:cNvSpPr/>
          <p:nvPr/>
        </p:nvSpPr>
        <p:spPr>
          <a:xfrm>
            <a:off x="4885531" y="5081816"/>
            <a:ext cx="1196466" cy="242544"/>
          </a:xfrm>
          <a:prstGeom prst="rect">
            <a:avLst/>
          </a:prstGeom>
          <a:solidFill>
            <a:srgbClr val="00B0F0"/>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52" name="矩形 51">
            <a:extLst>
              <a:ext uri="{FF2B5EF4-FFF2-40B4-BE49-F238E27FC236}">
                <a16:creationId xmlns:a16="http://schemas.microsoft.com/office/drawing/2014/main" id="{C36A02F9-7577-47D1-96D3-5FFF41FA5D07}"/>
              </a:ext>
            </a:extLst>
          </p:cNvPr>
          <p:cNvSpPr/>
          <p:nvPr/>
        </p:nvSpPr>
        <p:spPr>
          <a:xfrm>
            <a:off x="4885531" y="5297840"/>
            <a:ext cx="1196466" cy="242544"/>
          </a:xfrm>
          <a:prstGeom prst="rect">
            <a:avLst/>
          </a:prstGeom>
          <a:solidFill>
            <a:srgbClr val="00B0F0"/>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53" name="矩形 52">
            <a:extLst>
              <a:ext uri="{FF2B5EF4-FFF2-40B4-BE49-F238E27FC236}">
                <a16:creationId xmlns:a16="http://schemas.microsoft.com/office/drawing/2014/main" id="{DE7BBFBA-6D37-46F9-8260-0EB8AC2E6A87}"/>
              </a:ext>
            </a:extLst>
          </p:cNvPr>
          <p:cNvSpPr/>
          <p:nvPr/>
        </p:nvSpPr>
        <p:spPr>
          <a:xfrm>
            <a:off x="4885531" y="5513864"/>
            <a:ext cx="1196466" cy="242544"/>
          </a:xfrm>
          <a:prstGeom prst="rect">
            <a:avLst/>
          </a:prstGeom>
          <a:solidFill>
            <a:srgbClr val="00B0F0"/>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54" name="矩形 53">
            <a:extLst>
              <a:ext uri="{FF2B5EF4-FFF2-40B4-BE49-F238E27FC236}">
                <a16:creationId xmlns:a16="http://schemas.microsoft.com/office/drawing/2014/main" id="{425C3143-8279-434B-BC10-6AF00DD4C9DC}"/>
              </a:ext>
            </a:extLst>
          </p:cNvPr>
          <p:cNvSpPr/>
          <p:nvPr/>
        </p:nvSpPr>
        <p:spPr>
          <a:xfrm>
            <a:off x="4883984" y="5740745"/>
            <a:ext cx="1196466"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55" name="矩形 54">
            <a:extLst>
              <a:ext uri="{FF2B5EF4-FFF2-40B4-BE49-F238E27FC236}">
                <a16:creationId xmlns:a16="http://schemas.microsoft.com/office/drawing/2014/main" id="{1853705E-F880-407F-99B9-E55B966F0B5B}"/>
              </a:ext>
            </a:extLst>
          </p:cNvPr>
          <p:cNvSpPr/>
          <p:nvPr/>
        </p:nvSpPr>
        <p:spPr>
          <a:xfrm>
            <a:off x="4883984" y="5947948"/>
            <a:ext cx="1196466"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56" name="矩形 55">
            <a:extLst>
              <a:ext uri="{FF2B5EF4-FFF2-40B4-BE49-F238E27FC236}">
                <a16:creationId xmlns:a16="http://schemas.microsoft.com/office/drawing/2014/main" id="{E02437B6-EEE9-4DBC-9375-C98E3A80605A}"/>
              </a:ext>
            </a:extLst>
          </p:cNvPr>
          <p:cNvSpPr/>
          <p:nvPr/>
        </p:nvSpPr>
        <p:spPr>
          <a:xfrm>
            <a:off x="4883984" y="6163972"/>
            <a:ext cx="1196466" cy="242544"/>
          </a:xfrm>
          <a:prstGeom prst="rect">
            <a:avLst/>
          </a:prstGeom>
          <a:ln>
            <a:solidFill>
              <a:schemeClr val="accent1"/>
            </a:solidFill>
          </a:ln>
        </p:spPr>
        <p:txBody>
          <a:bodyPr wrap="square" rtlCol="0" anchor="ctr">
            <a:spAutoFit/>
          </a:bodyPr>
          <a:lstStyle/>
          <a:p>
            <a:pPr algn="ctr">
              <a:spcAft>
                <a:spcPts val="0"/>
              </a:spcAft>
            </a:pPr>
            <a:endParaRPr lang="zh-CN" altLang="en-US" kern="0" dirty="0">
              <a:solidFill>
                <a:srgbClr val="800000"/>
              </a:solidFill>
              <a:latin typeface="Courier New"/>
              <a:ea typeface="宋体"/>
              <a:cs typeface="Times New Roman"/>
            </a:endParaRPr>
          </a:p>
        </p:txBody>
      </p:sp>
      <p:sp>
        <p:nvSpPr>
          <p:cNvPr id="57" name="矩形 56">
            <a:extLst>
              <a:ext uri="{FF2B5EF4-FFF2-40B4-BE49-F238E27FC236}">
                <a16:creationId xmlns:a16="http://schemas.microsoft.com/office/drawing/2014/main" id="{26C02FE6-3141-4BB0-9DF6-5CACE727C41C}"/>
              </a:ext>
            </a:extLst>
          </p:cNvPr>
          <p:cNvSpPr/>
          <p:nvPr/>
        </p:nvSpPr>
        <p:spPr>
          <a:xfrm>
            <a:off x="4883984" y="6410142"/>
            <a:ext cx="1196466"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58" name="文本框 57">
            <a:extLst>
              <a:ext uri="{FF2B5EF4-FFF2-40B4-BE49-F238E27FC236}">
                <a16:creationId xmlns:a16="http://schemas.microsoft.com/office/drawing/2014/main" id="{D4850617-4DE8-418C-A5D1-AA2F10AFFC73}"/>
              </a:ext>
            </a:extLst>
          </p:cNvPr>
          <p:cNvSpPr txBox="1"/>
          <p:nvPr/>
        </p:nvSpPr>
        <p:spPr>
          <a:xfrm>
            <a:off x="5060767" y="4956350"/>
            <a:ext cx="574880" cy="523220"/>
          </a:xfrm>
          <a:prstGeom prst="rect">
            <a:avLst/>
          </a:prstGeom>
          <a:solidFill>
            <a:srgbClr val="00B0F0"/>
          </a:solidFill>
        </p:spPr>
        <p:txBody>
          <a:bodyPr wrap="square" rtlCol="0">
            <a:spAutoFit/>
          </a:bodyPr>
          <a:lstStyle/>
          <a:p>
            <a:r>
              <a:rPr lang="en-US" altLang="zh-CN" sz="2800" dirty="0"/>
              <a:t>11</a:t>
            </a:r>
            <a:endParaRPr lang="zh-CN" altLang="en-US" sz="2800" dirty="0"/>
          </a:p>
        </p:txBody>
      </p:sp>
      <p:sp>
        <p:nvSpPr>
          <p:cNvPr id="59" name="文本框 58">
            <a:extLst>
              <a:ext uri="{FF2B5EF4-FFF2-40B4-BE49-F238E27FC236}">
                <a16:creationId xmlns:a16="http://schemas.microsoft.com/office/drawing/2014/main" id="{87692340-74A6-451A-97DB-1D55FCA18B17}"/>
              </a:ext>
            </a:extLst>
          </p:cNvPr>
          <p:cNvSpPr txBox="1"/>
          <p:nvPr/>
        </p:nvSpPr>
        <p:spPr>
          <a:xfrm>
            <a:off x="4058115" y="3084742"/>
            <a:ext cx="825867" cy="369332"/>
          </a:xfrm>
          <a:prstGeom prst="rect">
            <a:avLst/>
          </a:prstGeom>
          <a:noFill/>
        </p:spPr>
        <p:txBody>
          <a:bodyPr wrap="none" rtlCol="0">
            <a:spAutoFit/>
          </a:bodyPr>
          <a:lstStyle/>
          <a:p>
            <a:r>
              <a:rPr lang="en-US" altLang="zh-CN" dirty="0">
                <a:solidFill>
                  <a:schemeClr val="accent2">
                    <a:lumMod val="75000"/>
                  </a:schemeClr>
                </a:solidFill>
              </a:rPr>
              <a:t>30000</a:t>
            </a:r>
            <a:endParaRPr lang="zh-CN" altLang="en-US" dirty="0"/>
          </a:p>
        </p:txBody>
      </p:sp>
      <p:sp>
        <p:nvSpPr>
          <p:cNvPr id="60" name="文本框 59">
            <a:extLst>
              <a:ext uri="{FF2B5EF4-FFF2-40B4-BE49-F238E27FC236}">
                <a16:creationId xmlns:a16="http://schemas.microsoft.com/office/drawing/2014/main" id="{9DF0206B-3ADD-4FDF-8735-7B8EFD20F76A}"/>
              </a:ext>
            </a:extLst>
          </p:cNvPr>
          <p:cNvSpPr txBox="1"/>
          <p:nvPr/>
        </p:nvSpPr>
        <p:spPr>
          <a:xfrm>
            <a:off x="4953696" y="5857451"/>
            <a:ext cx="941820" cy="369332"/>
          </a:xfrm>
          <a:prstGeom prst="rect">
            <a:avLst/>
          </a:prstGeom>
          <a:noFill/>
        </p:spPr>
        <p:txBody>
          <a:bodyPr wrap="square">
            <a:spAutoFit/>
          </a:bodyPr>
          <a:lstStyle/>
          <a:p>
            <a:r>
              <a:rPr lang="en-US" altLang="zh-CN" dirty="0"/>
              <a:t>30000</a:t>
            </a:r>
            <a:endParaRPr lang="zh-CN" altLang="en-US" dirty="0"/>
          </a:p>
        </p:txBody>
      </p:sp>
      <p:sp>
        <p:nvSpPr>
          <p:cNvPr id="61" name="文本框 60">
            <a:extLst>
              <a:ext uri="{FF2B5EF4-FFF2-40B4-BE49-F238E27FC236}">
                <a16:creationId xmlns:a16="http://schemas.microsoft.com/office/drawing/2014/main" id="{7B3AE112-A617-4763-93CE-2DCB1668A7B5}"/>
              </a:ext>
            </a:extLst>
          </p:cNvPr>
          <p:cNvSpPr txBox="1"/>
          <p:nvPr/>
        </p:nvSpPr>
        <p:spPr>
          <a:xfrm>
            <a:off x="6133431" y="5870498"/>
            <a:ext cx="300082" cy="369332"/>
          </a:xfrm>
          <a:prstGeom prst="rect">
            <a:avLst/>
          </a:prstGeom>
          <a:noFill/>
        </p:spPr>
        <p:txBody>
          <a:bodyPr wrap="none" rtlCol="0">
            <a:spAutoFit/>
          </a:bodyPr>
          <a:lstStyle/>
          <a:p>
            <a:r>
              <a:rPr lang="en-US" altLang="zh-CN" dirty="0"/>
              <a:t>x</a:t>
            </a:r>
            <a:endParaRPr lang="zh-CN" altLang="en-US" dirty="0"/>
          </a:p>
        </p:txBody>
      </p:sp>
      <p:sp>
        <p:nvSpPr>
          <p:cNvPr id="62" name="文本框 61">
            <a:extLst>
              <a:ext uri="{FF2B5EF4-FFF2-40B4-BE49-F238E27FC236}">
                <a16:creationId xmlns:a16="http://schemas.microsoft.com/office/drawing/2014/main" id="{F5883575-0267-4B35-B63A-653E4B000BB5}"/>
              </a:ext>
            </a:extLst>
          </p:cNvPr>
          <p:cNvSpPr txBox="1"/>
          <p:nvPr/>
        </p:nvSpPr>
        <p:spPr>
          <a:xfrm>
            <a:off x="6052639" y="6357805"/>
            <a:ext cx="761747" cy="369332"/>
          </a:xfrm>
          <a:prstGeom prst="rect">
            <a:avLst/>
          </a:prstGeom>
          <a:noFill/>
        </p:spPr>
        <p:txBody>
          <a:bodyPr wrap="none" rtlCol="0">
            <a:spAutoFit/>
          </a:bodyPr>
          <a:lstStyle/>
          <a:p>
            <a:r>
              <a:rPr lang="zh-CN" altLang="en-US" dirty="0"/>
              <a:t>形参</a:t>
            </a:r>
            <a:r>
              <a:rPr lang="en-US" altLang="zh-CN" dirty="0"/>
              <a:t>x</a:t>
            </a:r>
            <a:endParaRPr lang="zh-CN" altLang="en-US" dirty="0"/>
          </a:p>
        </p:txBody>
      </p:sp>
      <p:sp>
        <p:nvSpPr>
          <p:cNvPr id="63" name="文本框 62">
            <a:extLst>
              <a:ext uri="{FF2B5EF4-FFF2-40B4-BE49-F238E27FC236}">
                <a16:creationId xmlns:a16="http://schemas.microsoft.com/office/drawing/2014/main" id="{8FCE3284-F25C-41F5-A124-E8AE6FBA8995}"/>
              </a:ext>
            </a:extLst>
          </p:cNvPr>
          <p:cNvSpPr txBox="1"/>
          <p:nvPr/>
        </p:nvSpPr>
        <p:spPr>
          <a:xfrm>
            <a:off x="4123019" y="4845130"/>
            <a:ext cx="918406" cy="369332"/>
          </a:xfrm>
          <a:prstGeom prst="rect">
            <a:avLst/>
          </a:prstGeom>
          <a:noFill/>
        </p:spPr>
        <p:txBody>
          <a:bodyPr wrap="square">
            <a:spAutoFit/>
          </a:bodyPr>
          <a:lstStyle/>
          <a:p>
            <a:r>
              <a:rPr lang="en-US" altLang="zh-CN" dirty="0">
                <a:solidFill>
                  <a:schemeClr val="accent2">
                    <a:lumMod val="75000"/>
                  </a:schemeClr>
                </a:solidFill>
              </a:rPr>
              <a:t>50000</a:t>
            </a:r>
            <a:endParaRPr lang="zh-CN" altLang="en-US" dirty="0"/>
          </a:p>
        </p:txBody>
      </p:sp>
      <p:sp>
        <p:nvSpPr>
          <p:cNvPr id="64" name="文本框 63">
            <a:extLst>
              <a:ext uri="{FF2B5EF4-FFF2-40B4-BE49-F238E27FC236}">
                <a16:creationId xmlns:a16="http://schemas.microsoft.com/office/drawing/2014/main" id="{F39A2A5C-3B49-439A-93EC-51A24ED2723E}"/>
              </a:ext>
            </a:extLst>
          </p:cNvPr>
          <p:cNvSpPr txBox="1"/>
          <p:nvPr/>
        </p:nvSpPr>
        <p:spPr>
          <a:xfrm>
            <a:off x="4956461" y="6357805"/>
            <a:ext cx="941820" cy="369332"/>
          </a:xfrm>
          <a:prstGeom prst="rect">
            <a:avLst/>
          </a:prstGeom>
          <a:noFill/>
        </p:spPr>
        <p:txBody>
          <a:bodyPr wrap="square">
            <a:spAutoFit/>
          </a:bodyPr>
          <a:lstStyle/>
          <a:p>
            <a:r>
              <a:rPr lang="en-US" altLang="zh-CN" dirty="0"/>
              <a:t>50000</a:t>
            </a:r>
            <a:endParaRPr lang="zh-CN" altLang="en-US" dirty="0"/>
          </a:p>
        </p:txBody>
      </p:sp>
      <p:sp>
        <p:nvSpPr>
          <p:cNvPr id="65" name="任意多边形: 形状 64">
            <a:extLst>
              <a:ext uri="{FF2B5EF4-FFF2-40B4-BE49-F238E27FC236}">
                <a16:creationId xmlns:a16="http://schemas.microsoft.com/office/drawing/2014/main" id="{02820107-B716-4CA2-9261-A46956EF1F5E}"/>
              </a:ext>
            </a:extLst>
          </p:cNvPr>
          <p:cNvSpPr/>
          <p:nvPr/>
        </p:nvSpPr>
        <p:spPr>
          <a:xfrm>
            <a:off x="4282009" y="3278671"/>
            <a:ext cx="761902" cy="2801923"/>
          </a:xfrm>
          <a:custGeom>
            <a:avLst/>
            <a:gdLst>
              <a:gd name="connsiteX0" fmla="*/ 1236656 w 1236656"/>
              <a:gd name="connsiteY0" fmla="*/ 2801923 h 2801923"/>
              <a:gd name="connsiteX1" fmla="*/ 1060487 w 1236656"/>
              <a:gd name="connsiteY1" fmla="*/ 2743200 h 2801923"/>
              <a:gd name="connsiteX2" fmla="*/ 699760 w 1236656"/>
              <a:gd name="connsiteY2" fmla="*/ 2600587 h 2801923"/>
              <a:gd name="connsiteX3" fmla="*/ 573925 w 1236656"/>
              <a:gd name="connsiteY3" fmla="*/ 2516697 h 2801923"/>
              <a:gd name="connsiteX4" fmla="*/ 506813 w 1236656"/>
              <a:gd name="connsiteY4" fmla="*/ 2449585 h 2801923"/>
              <a:gd name="connsiteX5" fmla="*/ 473257 w 1236656"/>
              <a:gd name="connsiteY5" fmla="*/ 2416029 h 2801923"/>
              <a:gd name="connsiteX6" fmla="*/ 431312 w 1236656"/>
              <a:gd name="connsiteY6" fmla="*/ 2365695 h 2801923"/>
              <a:gd name="connsiteX7" fmla="*/ 372589 w 1236656"/>
              <a:gd name="connsiteY7" fmla="*/ 2315362 h 2801923"/>
              <a:gd name="connsiteX8" fmla="*/ 271922 w 1236656"/>
              <a:gd name="connsiteY8" fmla="*/ 2164360 h 2801923"/>
              <a:gd name="connsiteX9" fmla="*/ 204810 w 1236656"/>
              <a:gd name="connsiteY9" fmla="*/ 2072081 h 2801923"/>
              <a:gd name="connsiteX10" fmla="*/ 104142 w 1236656"/>
              <a:gd name="connsiteY10" fmla="*/ 1862356 h 2801923"/>
              <a:gd name="connsiteX11" fmla="*/ 62197 w 1236656"/>
              <a:gd name="connsiteY11" fmla="*/ 1770077 h 2801923"/>
              <a:gd name="connsiteX12" fmla="*/ 11863 w 1236656"/>
              <a:gd name="connsiteY12" fmla="*/ 1585519 h 2801923"/>
              <a:gd name="connsiteX13" fmla="*/ 11863 w 1236656"/>
              <a:gd name="connsiteY13" fmla="*/ 1124125 h 2801923"/>
              <a:gd name="connsiteX14" fmla="*/ 171254 w 1236656"/>
              <a:gd name="connsiteY14" fmla="*/ 830510 h 2801923"/>
              <a:gd name="connsiteX15" fmla="*/ 246755 w 1236656"/>
              <a:gd name="connsiteY15" fmla="*/ 738231 h 2801923"/>
              <a:gd name="connsiteX16" fmla="*/ 305478 w 1236656"/>
              <a:gd name="connsiteY16" fmla="*/ 687897 h 2801923"/>
              <a:gd name="connsiteX17" fmla="*/ 364200 w 1236656"/>
              <a:gd name="connsiteY17" fmla="*/ 612396 h 2801923"/>
              <a:gd name="connsiteX18" fmla="*/ 422923 w 1236656"/>
              <a:gd name="connsiteY18" fmla="*/ 562062 h 2801923"/>
              <a:gd name="connsiteX19" fmla="*/ 540369 w 1236656"/>
              <a:gd name="connsiteY19" fmla="*/ 453006 h 2801923"/>
              <a:gd name="connsiteX20" fmla="*/ 573925 w 1236656"/>
              <a:gd name="connsiteY20" fmla="*/ 436228 h 2801923"/>
              <a:gd name="connsiteX21" fmla="*/ 590703 w 1236656"/>
              <a:gd name="connsiteY21" fmla="*/ 411061 h 2801923"/>
              <a:gd name="connsiteX22" fmla="*/ 615870 w 1236656"/>
              <a:gd name="connsiteY22" fmla="*/ 402672 h 2801923"/>
              <a:gd name="connsiteX23" fmla="*/ 624259 w 1236656"/>
              <a:gd name="connsiteY23" fmla="*/ 377505 h 2801923"/>
              <a:gd name="connsiteX24" fmla="*/ 657815 w 1236656"/>
              <a:gd name="connsiteY24" fmla="*/ 360727 h 2801923"/>
              <a:gd name="connsiteX25" fmla="*/ 708149 w 1236656"/>
              <a:gd name="connsiteY25" fmla="*/ 302004 h 2801923"/>
              <a:gd name="connsiteX26" fmla="*/ 817206 w 1236656"/>
              <a:gd name="connsiteY26" fmla="*/ 209725 h 2801923"/>
              <a:gd name="connsiteX27" fmla="*/ 833984 w 1236656"/>
              <a:gd name="connsiteY27" fmla="*/ 184558 h 2801923"/>
              <a:gd name="connsiteX28" fmla="*/ 884318 w 1236656"/>
              <a:gd name="connsiteY28" fmla="*/ 134224 h 2801923"/>
              <a:gd name="connsiteX29" fmla="*/ 901096 w 1236656"/>
              <a:gd name="connsiteY29" fmla="*/ 109057 h 2801923"/>
              <a:gd name="connsiteX30" fmla="*/ 909485 w 1236656"/>
              <a:gd name="connsiteY30" fmla="*/ 83890 h 2801923"/>
              <a:gd name="connsiteX31" fmla="*/ 934652 w 1236656"/>
              <a:gd name="connsiteY31" fmla="*/ 75501 h 2801923"/>
              <a:gd name="connsiteX32" fmla="*/ 951430 w 1236656"/>
              <a:gd name="connsiteY32" fmla="*/ 50334 h 2801923"/>
              <a:gd name="connsiteX33" fmla="*/ 984986 w 1236656"/>
              <a:gd name="connsiteY33" fmla="*/ 33556 h 2801923"/>
              <a:gd name="connsiteX34" fmla="*/ 1035320 w 1236656"/>
              <a:gd name="connsiteY34" fmla="*/ 16778 h 2801923"/>
              <a:gd name="connsiteX35" fmla="*/ 1060487 w 1236656"/>
              <a:gd name="connsiteY35" fmla="*/ 8389 h 2801923"/>
              <a:gd name="connsiteX36" fmla="*/ 1077265 w 1236656"/>
              <a:gd name="connsiteY36" fmla="*/ 0 h 2801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236656" h="2801923">
                <a:moveTo>
                  <a:pt x="1236656" y="2801923"/>
                </a:moveTo>
                <a:cubicBezTo>
                  <a:pt x="1110164" y="2751326"/>
                  <a:pt x="1336785" y="2840717"/>
                  <a:pt x="1060487" y="2743200"/>
                </a:cubicBezTo>
                <a:cubicBezTo>
                  <a:pt x="971209" y="2711690"/>
                  <a:pt x="805687" y="2660171"/>
                  <a:pt x="699760" y="2600587"/>
                </a:cubicBezTo>
                <a:cubicBezTo>
                  <a:pt x="674288" y="2586259"/>
                  <a:pt x="597545" y="2537168"/>
                  <a:pt x="573925" y="2516697"/>
                </a:cubicBezTo>
                <a:cubicBezTo>
                  <a:pt x="550017" y="2495977"/>
                  <a:pt x="529184" y="2471956"/>
                  <a:pt x="506813" y="2449585"/>
                </a:cubicBezTo>
                <a:cubicBezTo>
                  <a:pt x="495628" y="2438400"/>
                  <a:pt x="483384" y="2428181"/>
                  <a:pt x="473257" y="2416029"/>
                </a:cubicBezTo>
                <a:cubicBezTo>
                  <a:pt x="459275" y="2399251"/>
                  <a:pt x="446755" y="2381138"/>
                  <a:pt x="431312" y="2365695"/>
                </a:cubicBezTo>
                <a:cubicBezTo>
                  <a:pt x="413082" y="2347465"/>
                  <a:pt x="390132" y="2334254"/>
                  <a:pt x="372589" y="2315362"/>
                </a:cubicBezTo>
                <a:cubicBezTo>
                  <a:pt x="323195" y="2262168"/>
                  <a:pt x="312730" y="2225572"/>
                  <a:pt x="271922" y="2164360"/>
                </a:cubicBezTo>
                <a:cubicBezTo>
                  <a:pt x="250824" y="2132714"/>
                  <a:pt x="223281" y="2105329"/>
                  <a:pt x="204810" y="2072081"/>
                </a:cubicBezTo>
                <a:cubicBezTo>
                  <a:pt x="167151" y="2004295"/>
                  <a:pt x="137254" y="1932476"/>
                  <a:pt x="104142" y="1862356"/>
                </a:cubicBezTo>
                <a:cubicBezTo>
                  <a:pt x="89714" y="1831803"/>
                  <a:pt x="71906" y="1802440"/>
                  <a:pt x="62197" y="1770077"/>
                </a:cubicBezTo>
                <a:cubicBezTo>
                  <a:pt x="27091" y="1653057"/>
                  <a:pt x="44111" y="1714510"/>
                  <a:pt x="11863" y="1585519"/>
                </a:cubicBezTo>
                <a:cubicBezTo>
                  <a:pt x="-357" y="1402219"/>
                  <a:pt x="-7189" y="1357517"/>
                  <a:pt x="11863" y="1124125"/>
                </a:cubicBezTo>
                <a:cubicBezTo>
                  <a:pt x="18591" y="1041708"/>
                  <a:pt x="169336" y="832854"/>
                  <a:pt x="171254" y="830510"/>
                </a:cubicBezTo>
                <a:cubicBezTo>
                  <a:pt x="196421" y="799750"/>
                  <a:pt x="219516" y="767172"/>
                  <a:pt x="246755" y="738231"/>
                </a:cubicBezTo>
                <a:cubicBezTo>
                  <a:pt x="264424" y="719457"/>
                  <a:pt x="287887" y="706744"/>
                  <a:pt x="305478" y="687897"/>
                </a:cubicBezTo>
                <a:cubicBezTo>
                  <a:pt x="327232" y="664589"/>
                  <a:pt x="342446" y="635704"/>
                  <a:pt x="364200" y="612396"/>
                </a:cubicBezTo>
                <a:cubicBezTo>
                  <a:pt x="381791" y="593549"/>
                  <a:pt x="404180" y="579764"/>
                  <a:pt x="422923" y="562062"/>
                </a:cubicBezTo>
                <a:cubicBezTo>
                  <a:pt x="469540" y="518035"/>
                  <a:pt x="491243" y="481078"/>
                  <a:pt x="540369" y="453006"/>
                </a:cubicBezTo>
                <a:cubicBezTo>
                  <a:pt x="551227" y="446801"/>
                  <a:pt x="562740" y="441821"/>
                  <a:pt x="573925" y="436228"/>
                </a:cubicBezTo>
                <a:cubicBezTo>
                  <a:pt x="579518" y="427839"/>
                  <a:pt x="582830" y="417359"/>
                  <a:pt x="590703" y="411061"/>
                </a:cubicBezTo>
                <a:cubicBezTo>
                  <a:pt x="597608" y="405537"/>
                  <a:pt x="609617" y="408925"/>
                  <a:pt x="615870" y="402672"/>
                </a:cubicBezTo>
                <a:cubicBezTo>
                  <a:pt x="622123" y="396419"/>
                  <a:pt x="618006" y="383758"/>
                  <a:pt x="624259" y="377505"/>
                </a:cubicBezTo>
                <a:cubicBezTo>
                  <a:pt x="633102" y="368662"/>
                  <a:pt x="647811" y="368230"/>
                  <a:pt x="657815" y="360727"/>
                </a:cubicBezTo>
                <a:cubicBezTo>
                  <a:pt x="766935" y="278887"/>
                  <a:pt x="638978" y="366564"/>
                  <a:pt x="708149" y="302004"/>
                </a:cubicBezTo>
                <a:cubicBezTo>
                  <a:pt x="742962" y="269512"/>
                  <a:pt x="790791" y="249347"/>
                  <a:pt x="817206" y="209725"/>
                </a:cubicBezTo>
                <a:cubicBezTo>
                  <a:pt x="822799" y="201336"/>
                  <a:pt x="827286" y="192094"/>
                  <a:pt x="833984" y="184558"/>
                </a:cubicBezTo>
                <a:cubicBezTo>
                  <a:pt x="849748" y="166824"/>
                  <a:pt x="871156" y="153967"/>
                  <a:pt x="884318" y="134224"/>
                </a:cubicBezTo>
                <a:cubicBezTo>
                  <a:pt x="889911" y="125835"/>
                  <a:pt x="896587" y="118075"/>
                  <a:pt x="901096" y="109057"/>
                </a:cubicBezTo>
                <a:cubicBezTo>
                  <a:pt x="905051" y="101148"/>
                  <a:pt x="903232" y="90143"/>
                  <a:pt x="909485" y="83890"/>
                </a:cubicBezTo>
                <a:cubicBezTo>
                  <a:pt x="915738" y="77637"/>
                  <a:pt x="926263" y="78297"/>
                  <a:pt x="934652" y="75501"/>
                </a:cubicBezTo>
                <a:cubicBezTo>
                  <a:pt x="940245" y="67112"/>
                  <a:pt x="943685" y="56789"/>
                  <a:pt x="951430" y="50334"/>
                </a:cubicBezTo>
                <a:cubicBezTo>
                  <a:pt x="961037" y="42328"/>
                  <a:pt x="973375" y="38200"/>
                  <a:pt x="984986" y="33556"/>
                </a:cubicBezTo>
                <a:cubicBezTo>
                  <a:pt x="1001407" y="26988"/>
                  <a:pt x="1018542" y="22371"/>
                  <a:pt x="1035320" y="16778"/>
                </a:cubicBezTo>
                <a:cubicBezTo>
                  <a:pt x="1043709" y="13982"/>
                  <a:pt x="1052578" y="12344"/>
                  <a:pt x="1060487" y="8389"/>
                </a:cubicBezTo>
                <a:lnTo>
                  <a:pt x="1077265" y="0"/>
                </a:lnTo>
              </a:path>
            </a:pathLst>
          </a:custGeom>
          <a:noFill/>
          <a:ln>
            <a:solidFill>
              <a:schemeClr val="accent1"/>
            </a:solidFill>
            <a:headEnd type="none" w="med" len="med"/>
            <a:tailEnd type="arrow" w="med" len="med"/>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charset="0"/>
            </a:endParaRPr>
          </a:p>
        </p:txBody>
      </p:sp>
      <p:sp>
        <p:nvSpPr>
          <p:cNvPr id="66" name="任意多边形: 形状 65">
            <a:extLst>
              <a:ext uri="{FF2B5EF4-FFF2-40B4-BE49-F238E27FC236}">
                <a16:creationId xmlns:a16="http://schemas.microsoft.com/office/drawing/2014/main" id="{7330B264-7DED-445E-ADE9-357F632610D9}"/>
              </a:ext>
            </a:extLst>
          </p:cNvPr>
          <p:cNvSpPr/>
          <p:nvPr/>
        </p:nvSpPr>
        <p:spPr>
          <a:xfrm>
            <a:off x="4162802" y="4989708"/>
            <a:ext cx="778758" cy="1535393"/>
          </a:xfrm>
          <a:custGeom>
            <a:avLst/>
            <a:gdLst>
              <a:gd name="connsiteX0" fmla="*/ 1140905 w 1140905"/>
              <a:gd name="connsiteY0" fmla="*/ 3020740 h 3020740"/>
              <a:gd name="connsiteX1" fmla="*/ 679511 w 1140905"/>
              <a:gd name="connsiteY1" fmla="*/ 2970406 h 3020740"/>
              <a:gd name="connsiteX2" fmla="*/ 478175 w 1140905"/>
              <a:gd name="connsiteY2" fmla="*/ 2836182 h 3020740"/>
              <a:gd name="connsiteX3" fmla="*/ 411063 w 1140905"/>
              <a:gd name="connsiteY3" fmla="*/ 2777459 h 3020740"/>
              <a:gd name="connsiteX4" fmla="*/ 276839 w 1140905"/>
              <a:gd name="connsiteY4" fmla="*/ 2576123 h 3020740"/>
              <a:gd name="connsiteX5" fmla="*/ 260061 w 1140905"/>
              <a:gd name="connsiteY5" fmla="*/ 2509011 h 3020740"/>
              <a:gd name="connsiteX6" fmla="*/ 226505 w 1140905"/>
              <a:gd name="connsiteY6" fmla="*/ 2358009 h 3020740"/>
              <a:gd name="connsiteX7" fmla="*/ 176172 w 1140905"/>
              <a:gd name="connsiteY7" fmla="*/ 2114729 h 3020740"/>
              <a:gd name="connsiteX8" fmla="*/ 83893 w 1140905"/>
              <a:gd name="connsiteY8" fmla="*/ 1863059 h 3020740"/>
              <a:gd name="connsiteX9" fmla="*/ 25170 w 1140905"/>
              <a:gd name="connsiteY9" fmla="*/ 1644945 h 3020740"/>
              <a:gd name="connsiteX10" fmla="*/ 8392 w 1140905"/>
              <a:gd name="connsiteY10" fmla="*/ 1552666 h 3020740"/>
              <a:gd name="connsiteX11" fmla="*/ 25170 w 1140905"/>
              <a:gd name="connsiteY11" fmla="*/ 998993 h 3020740"/>
              <a:gd name="connsiteX12" fmla="*/ 184561 w 1140905"/>
              <a:gd name="connsiteY12" fmla="*/ 738934 h 3020740"/>
              <a:gd name="connsiteX13" fmla="*/ 394285 w 1140905"/>
              <a:gd name="connsiteY13" fmla="*/ 529209 h 3020740"/>
              <a:gd name="connsiteX14" fmla="*/ 478175 w 1140905"/>
              <a:gd name="connsiteY14" fmla="*/ 445320 h 3020740"/>
              <a:gd name="connsiteX15" fmla="*/ 511731 w 1140905"/>
              <a:gd name="connsiteY15" fmla="*/ 403375 h 3020740"/>
              <a:gd name="connsiteX16" fmla="*/ 578843 w 1140905"/>
              <a:gd name="connsiteY16" fmla="*/ 344652 h 3020740"/>
              <a:gd name="connsiteX17" fmla="*/ 671122 w 1140905"/>
              <a:gd name="connsiteY17" fmla="*/ 243984 h 3020740"/>
              <a:gd name="connsiteX18" fmla="*/ 713067 w 1140905"/>
              <a:gd name="connsiteY18" fmla="*/ 168483 h 3020740"/>
              <a:gd name="connsiteX19" fmla="*/ 746623 w 1140905"/>
              <a:gd name="connsiteY19" fmla="*/ 134927 h 3020740"/>
              <a:gd name="connsiteX20" fmla="*/ 755012 w 1140905"/>
              <a:gd name="connsiteY20" fmla="*/ 109760 h 3020740"/>
              <a:gd name="connsiteX21" fmla="*/ 813735 w 1140905"/>
              <a:gd name="connsiteY21" fmla="*/ 51037 h 3020740"/>
              <a:gd name="connsiteX22" fmla="*/ 830513 w 1140905"/>
              <a:gd name="connsiteY22" fmla="*/ 25870 h 3020740"/>
              <a:gd name="connsiteX23" fmla="*/ 880847 w 1140905"/>
              <a:gd name="connsiteY23" fmla="*/ 703 h 3020740"/>
              <a:gd name="connsiteX24" fmla="*/ 914403 w 1140905"/>
              <a:gd name="connsiteY24" fmla="*/ 703 h 3020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40905" h="3020740">
                <a:moveTo>
                  <a:pt x="1140905" y="3020740"/>
                </a:moveTo>
                <a:cubicBezTo>
                  <a:pt x="987107" y="3003962"/>
                  <a:pt x="828550" y="3011911"/>
                  <a:pt x="679511" y="2970406"/>
                </a:cubicBezTo>
                <a:cubicBezTo>
                  <a:pt x="601809" y="2948767"/>
                  <a:pt x="538877" y="2889296"/>
                  <a:pt x="478175" y="2836182"/>
                </a:cubicBezTo>
                <a:cubicBezTo>
                  <a:pt x="455804" y="2816608"/>
                  <a:pt x="430568" y="2799890"/>
                  <a:pt x="411063" y="2777459"/>
                </a:cubicBezTo>
                <a:cubicBezTo>
                  <a:pt x="366936" y="2726713"/>
                  <a:pt x="303409" y="2646977"/>
                  <a:pt x="276839" y="2576123"/>
                </a:cubicBezTo>
                <a:cubicBezTo>
                  <a:pt x="268742" y="2554532"/>
                  <a:pt x="265246" y="2531480"/>
                  <a:pt x="260061" y="2509011"/>
                </a:cubicBezTo>
                <a:cubicBezTo>
                  <a:pt x="248467" y="2458770"/>
                  <a:pt x="236153" y="2408660"/>
                  <a:pt x="226505" y="2358009"/>
                </a:cubicBezTo>
                <a:cubicBezTo>
                  <a:pt x="219039" y="2318810"/>
                  <a:pt x="195720" y="2178262"/>
                  <a:pt x="176172" y="2114729"/>
                </a:cubicBezTo>
                <a:cubicBezTo>
                  <a:pt x="74274" y="1783559"/>
                  <a:pt x="173698" y="2112517"/>
                  <a:pt x="83893" y="1863059"/>
                </a:cubicBezTo>
                <a:cubicBezTo>
                  <a:pt x="57696" y="1790290"/>
                  <a:pt x="40909" y="1720490"/>
                  <a:pt x="25170" y="1644945"/>
                </a:cubicBezTo>
                <a:cubicBezTo>
                  <a:pt x="18794" y="1614338"/>
                  <a:pt x="13985" y="1583426"/>
                  <a:pt x="8392" y="1552666"/>
                </a:cubicBezTo>
                <a:cubicBezTo>
                  <a:pt x="3427" y="1388809"/>
                  <a:pt x="-14608" y="1161422"/>
                  <a:pt x="25170" y="998993"/>
                </a:cubicBezTo>
                <a:cubicBezTo>
                  <a:pt x="33662" y="964319"/>
                  <a:pt x="162272" y="766572"/>
                  <a:pt x="184561" y="738934"/>
                </a:cubicBezTo>
                <a:cubicBezTo>
                  <a:pt x="281925" y="618202"/>
                  <a:pt x="298059" y="620624"/>
                  <a:pt x="394285" y="529209"/>
                </a:cubicBezTo>
                <a:cubicBezTo>
                  <a:pt x="422956" y="501972"/>
                  <a:pt x="451192" y="474230"/>
                  <a:pt x="478175" y="445320"/>
                </a:cubicBezTo>
                <a:cubicBezTo>
                  <a:pt x="490392" y="432230"/>
                  <a:pt x="499070" y="416036"/>
                  <a:pt x="511731" y="403375"/>
                </a:cubicBezTo>
                <a:cubicBezTo>
                  <a:pt x="577307" y="337799"/>
                  <a:pt x="513491" y="423074"/>
                  <a:pt x="578843" y="344652"/>
                </a:cubicBezTo>
                <a:cubicBezTo>
                  <a:pt x="780247" y="102967"/>
                  <a:pt x="517488" y="397618"/>
                  <a:pt x="671122" y="243984"/>
                </a:cubicBezTo>
                <a:cubicBezTo>
                  <a:pt x="687859" y="227247"/>
                  <a:pt x="702827" y="183111"/>
                  <a:pt x="713067" y="168483"/>
                </a:cubicBezTo>
                <a:cubicBezTo>
                  <a:pt x="722138" y="155524"/>
                  <a:pt x="735438" y="146112"/>
                  <a:pt x="746623" y="134927"/>
                </a:cubicBezTo>
                <a:cubicBezTo>
                  <a:pt x="749419" y="126538"/>
                  <a:pt x="750325" y="117259"/>
                  <a:pt x="755012" y="109760"/>
                </a:cubicBezTo>
                <a:cubicBezTo>
                  <a:pt x="779921" y="69906"/>
                  <a:pt x="782086" y="72137"/>
                  <a:pt x="813735" y="51037"/>
                </a:cubicBezTo>
                <a:cubicBezTo>
                  <a:pt x="819328" y="42648"/>
                  <a:pt x="823384" y="32999"/>
                  <a:pt x="830513" y="25870"/>
                </a:cubicBezTo>
                <a:cubicBezTo>
                  <a:pt x="841589" y="14794"/>
                  <a:pt x="864927" y="2977"/>
                  <a:pt x="880847" y="703"/>
                </a:cubicBezTo>
                <a:cubicBezTo>
                  <a:pt x="891920" y="-879"/>
                  <a:pt x="903218" y="703"/>
                  <a:pt x="914403" y="703"/>
                </a:cubicBezTo>
              </a:path>
            </a:pathLst>
          </a:custGeom>
          <a:noFill/>
          <a:ln>
            <a:solidFill>
              <a:srgbClr val="FF0000"/>
            </a:solidFill>
            <a:headEnd type="none" w="med" len="med"/>
            <a:tailEnd type="arrow" w="med" len="med"/>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charset="0"/>
            </a:endParaRPr>
          </a:p>
        </p:txBody>
      </p:sp>
      <p:sp>
        <p:nvSpPr>
          <p:cNvPr id="68" name="文本框 67">
            <a:extLst>
              <a:ext uri="{FF2B5EF4-FFF2-40B4-BE49-F238E27FC236}">
                <a16:creationId xmlns:a16="http://schemas.microsoft.com/office/drawing/2014/main" id="{25D220F3-095A-471A-8B57-6FA1003FADCB}"/>
              </a:ext>
            </a:extLst>
          </p:cNvPr>
          <p:cNvSpPr txBox="1"/>
          <p:nvPr/>
        </p:nvSpPr>
        <p:spPr>
          <a:xfrm>
            <a:off x="3008822" y="1453018"/>
            <a:ext cx="3579401" cy="646331"/>
          </a:xfrm>
          <a:prstGeom prst="rect">
            <a:avLst/>
          </a:prstGeom>
          <a:noFill/>
        </p:spPr>
        <p:txBody>
          <a:bodyPr wrap="square" rtlCol="0">
            <a:spAutoFit/>
          </a:bodyPr>
          <a:lstStyle/>
          <a:p>
            <a:r>
              <a:rPr lang="zh-CN" altLang="en-US" dirty="0"/>
              <a:t>函数</a:t>
            </a:r>
            <a:r>
              <a:rPr lang="en-US" altLang="zh-CN" dirty="0"/>
              <a:t>return</a:t>
            </a:r>
            <a:r>
              <a:rPr lang="zh-CN" altLang="en-US" dirty="0"/>
              <a:t>的时候，实际上是返回表达式计算出的对象的地址。</a:t>
            </a:r>
          </a:p>
        </p:txBody>
      </p:sp>
      <p:cxnSp>
        <p:nvCxnSpPr>
          <p:cNvPr id="70" name="直接箭头连接符 69">
            <a:extLst>
              <a:ext uri="{FF2B5EF4-FFF2-40B4-BE49-F238E27FC236}">
                <a16:creationId xmlns:a16="http://schemas.microsoft.com/office/drawing/2014/main" id="{D656FD49-20FD-4971-9F44-484DB686BBE5}"/>
              </a:ext>
            </a:extLst>
          </p:cNvPr>
          <p:cNvCxnSpPr/>
          <p:nvPr/>
        </p:nvCxnSpPr>
        <p:spPr bwMode="auto">
          <a:xfrm>
            <a:off x="7452320" y="3084742"/>
            <a:ext cx="432048" cy="1208354"/>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 name="文本框 70">
            <a:extLst>
              <a:ext uri="{FF2B5EF4-FFF2-40B4-BE49-F238E27FC236}">
                <a16:creationId xmlns:a16="http://schemas.microsoft.com/office/drawing/2014/main" id="{A8E435CA-FBD2-4F73-9F8F-7C7FC8CFF242}"/>
              </a:ext>
            </a:extLst>
          </p:cNvPr>
          <p:cNvSpPr txBox="1"/>
          <p:nvPr/>
        </p:nvSpPr>
        <p:spPr>
          <a:xfrm>
            <a:off x="6859357" y="4247608"/>
            <a:ext cx="2284643" cy="1754326"/>
          </a:xfrm>
          <a:prstGeom prst="rect">
            <a:avLst/>
          </a:prstGeom>
          <a:noFill/>
        </p:spPr>
        <p:txBody>
          <a:bodyPr wrap="square" rtlCol="0">
            <a:spAutoFit/>
          </a:bodyPr>
          <a:lstStyle/>
          <a:p>
            <a:r>
              <a:rPr lang="en-US" altLang="zh-CN" dirty="0"/>
              <a:t>add</a:t>
            </a:r>
            <a:r>
              <a:rPr lang="zh-CN" altLang="en-US" dirty="0"/>
              <a:t>函数实际上返回的是整数对象</a:t>
            </a:r>
            <a:r>
              <a:rPr lang="en-US" altLang="zh-CN" dirty="0"/>
              <a:t>11</a:t>
            </a:r>
            <a:r>
              <a:rPr lang="zh-CN" altLang="en-US" dirty="0"/>
              <a:t>的地址</a:t>
            </a:r>
            <a:r>
              <a:rPr lang="en-US" altLang="zh-CN" dirty="0"/>
              <a:t>50000</a:t>
            </a:r>
            <a:r>
              <a:rPr lang="zh-CN" altLang="en-US" dirty="0"/>
              <a:t>，然后把该地址赋值给变量</a:t>
            </a:r>
            <a:r>
              <a:rPr lang="en-US" altLang="zh-CN" dirty="0"/>
              <a:t>x</a:t>
            </a:r>
            <a:r>
              <a:rPr lang="zh-CN" altLang="en-US" dirty="0"/>
              <a:t>。此时，变量</a:t>
            </a:r>
            <a:r>
              <a:rPr lang="en-US" altLang="zh-CN" dirty="0"/>
              <a:t>x</a:t>
            </a:r>
            <a:r>
              <a:rPr lang="zh-CN" altLang="en-US" dirty="0"/>
              <a:t>指向整数</a:t>
            </a:r>
            <a:r>
              <a:rPr lang="en-US" altLang="zh-CN" dirty="0"/>
              <a:t>11</a:t>
            </a:r>
            <a:r>
              <a:rPr lang="zh-CN" altLang="en-US" dirty="0"/>
              <a:t>这个对象。</a:t>
            </a:r>
          </a:p>
        </p:txBody>
      </p:sp>
      <p:cxnSp>
        <p:nvCxnSpPr>
          <p:cNvPr id="73" name="直接箭头连接符 72">
            <a:extLst>
              <a:ext uri="{FF2B5EF4-FFF2-40B4-BE49-F238E27FC236}">
                <a16:creationId xmlns:a16="http://schemas.microsoft.com/office/drawing/2014/main" id="{166EEEAB-86CC-482C-B9C6-2DB5034A6BBB}"/>
              </a:ext>
            </a:extLst>
          </p:cNvPr>
          <p:cNvCxnSpPr>
            <a:cxnSpLocks/>
            <a:stCxn id="68" idx="3"/>
          </p:cNvCxnSpPr>
          <p:nvPr/>
        </p:nvCxnSpPr>
        <p:spPr bwMode="auto">
          <a:xfrm>
            <a:off x="6588223" y="1776184"/>
            <a:ext cx="1015506" cy="323165"/>
          </a:xfrm>
          <a:prstGeom prst="straightConnector1">
            <a:avLst/>
          </a:prstGeom>
          <a:solidFill>
            <a:schemeClr val="accent1"/>
          </a:solidFill>
          <a:ln w="9525" cap="flat" cmpd="sng" algn="ctr">
            <a:solidFill>
              <a:srgbClr val="FF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656605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8" grpId="0"/>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a:t>
            </a:r>
            <a:r>
              <a:rPr lang="en-US" altLang="zh-CN"/>
              <a:t>1)</a:t>
            </a:r>
            <a:r>
              <a:rPr lang="zh-CN" altLang="en-US"/>
              <a:t>实参是</a:t>
            </a:r>
            <a:r>
              <a:rPr lang="zh-CN" altLang="en-US">
                <a:solidFill>
                  <a:srgbClr val="FF0000"/>
                </a:solidFill>
              </a:rPr>
              <a:t>不</a:t>
            </a:r>
            <a:r>
              <a:rPr lang="zh-CN" altLang="en-US" dirty="0">
                <a:solidFill>
                  <a:srgbClr val="FF0000"/>
                </a:solidFill>
              </a:rPr>
              <a:t>可变</a:t>
            </a:r>
            <a:r>
              <a:rPr lang="zh-CN" altLang="en-US" dirty="0"/>
              <a:t>的</a:t>
            </a:r>
            <a:r>
              <a:rPr lang="zh-CN" altLang="en-US" dirty="0">
                <a:solidFill>
                  <a:srgbClr val="FF0000"/>
                </a:solidFill>
              </a:rPr>
              <a:t>数值</a:t>
            </a:r>
            <a:r>
              <a:rPr lang="zh-CN" altLang="en-US" dirty="0"/>
              <a:t>类型，实参</a:t>
            </a:r>
            <a:r>
              <a:rPr lang="zh-CN" altLang="en-US"/>
              <a:t>的值不会被</a:t>
            </a:r>
            <a:r>
              <a:rPr lang="zh-CN" altLang="en-US" dirty="0"/>
              <a:t>改变</a:t>
            </a:r>
          </a:p>
        </p:txBody>
      </p:sp>
      <p:sp>
        <p:nvSpPr>
          <p:cNvPr id="4" name="矩形 3"/>
          <p:cNvSpPr/>
          <p:nvPr/>
        </p:nvSpPr>
        <p:spPr>
          <a:xfrm>
            <a:off x="446299" y="1186690"/>
            <a:ext cx="1728191" cy="2031325"/>
          </a:xfrm>
          <a:prstGeom prst="rect">
            <a:avLst/>
          </a:prstGeom>
          <a:ln>
            <a:solidFill>
              <a:schemeClr val="accent2"/>
            </a:solidFill>
          </a:ln>
        </p:spPr>
        <p:txBody>
          <a:bodyPr wrap="square">
            <a:spAutoFit/>
          </a:bodyPr>
          <a:lstStyle/>
          <a:p>
            <a:r>
              <a:rPr lang="en-US" altLang="zh-CN" dirty="0" err="1"/>
              <a:t>def</a:t>
            </a:r>
            <a:r>
              <a:rPr lang="en-US" altLang="zh-CN" dirty="0"/>
              <a:t> add(x):</a:t>
            </a:r>
          </a:p>
          <a:p>
            <a:r>
              <a:rPr lang="en-US" altLang="zh-CN" dirty="0"/>
              <a:t>    x += 1</a:t>
            </a:r>
          </a:p>
          <a:p>
            <a:r>
              <a:rPr lang="en-US" altLang="zh-CN" dirty="0"/>
              <a:t>    return x</a:t>
            </a:r>
          </a:p>
          <a:p>
            <a:endParaRPr lang="en-US" altLang="zh-CN" dirty="0"/>
          </a:p>
          <a:p>
            <a:r>
              <a:rPr lang="en-US" altLang="zh-CN" dirty="0"/>
              <a:t>x = 10</a:t>
            </a:r>
          </a:p>
          <a:p>
            <a:r>
              <a:rPr lang="en-US" altLang="zh-CN" dirty="0"/>
              <a:t>add(x)</a:t>
            </a:r>
          </a:p>
          <a:p>
            <a:r>
              <a:rPr lang="en-US" altLang="zh-CN" dirty="0"/>
              <a:t>print(x)</a:t>
            </a:r>
          </a:p>
        </p:txBody>
      </p:sp>
      <p:sp>
        <p:nvSpPr>
          <p:cNvPr id="5" name="矩形 4"/>
          <p:cNvSpPr/>
          <p:nvPr/>
        </p:nvSpPr>
        <p:spPr>
          <a:xfrm>
            <a:off x="476364" y="4005064"/>
            <a:ext cx="1728191" cy="2031325"/>
          </a:xfrm>
          <a:prstGeom prst="rect">
            <a:avLst/>
          </a:prstGeom>
          <a:ln>
            <a:solidFill>
              <a:schemeClr val="accent2"/>
            </a:solidFill>
          </a:ln>
        </p:spPr>
        <p:txBody>
          <a:bodyPr wrap="square">
            <a:spAutoFit/>
          </a:bodyPr>
          <a:lstStyle/>
          <a:p>
            <a:r>
              <a:rPr lang="en-US" altLang="zh-CN" dirty="0" err="1"/>
              <a:t>def</a:t>
            </a:r>
            <a:r>
              <a:rPr lang="en-US" altLang="zh-CN" dirty="0"/>
              <a:t> add(x):</a:t>
            </a:r>
          </a:p>
          <a:p>
            <a:r>
              <a:rPr lang="en-US" altLang="zh-CN" dirty="0"/>
              <a:t>    x += 1</a:t>
            </a:r>
          </a:p>
          <a:p>
            <a:r>
              <a:rPr lang="en-US" altLang="zh-CN" dirty="0"/>
              <a:t>    return x</a:t>
            </a:r>
          </a:p>
          <a:p>
            <a:endParaRPr lang="en-US" altLang="zh-CN" dirty="0"/>
          </a:p>
          <a:p>
            <a:r>
              <a:rPr lang="en-US" altLang="zh-CN" dirty="0"/>
              <a:t>x = 10</a:t>
            </a:r>
          </a:p>
          <a:p>
            <a:r>
              <a:rPr lang="en-US" altLang="zh-CN" b="1" dirty="0">
                <a:solidFill>
                  <a:srgbClr val="0033CC"/>
                </a:solidFill>
              </a:rPr>
              <a:t>x = </a:t>
            </a:r>
            <a:r>
              <a:rPr lang="en-US" altLang="zh-CN" dirty="0"/>
              <a:t>add(x)</a:t>
            </a:r>
          </a:p>
          <a:p>
            <a:r>
              <a:rPr lang="en-US" altLang="zh-CN" dirty="0"/>
              <a:t>print(x)</a:t>
            </a:r>
          </a:p>
        </p:txBody>
      </p:sp>
      <p:sp>
        <p:nvSpPr>
          <p:cNvPr id="6" name="文本框 5"/>
          <p:cNvSpPr txBox="1"/>
          <p:nvPr/>
        </p:nvSpPr>
        <p:spPr>
          <a:xfrm>
            <a:off x="446299" y="3508948"/>
            <a:ext cx="441146" cy="369332"/>
          </a:xfrm>
          <a:prstGeom prst="rect">
            <a:avLst/>
          </a:prstGeom>
          <a:noFill/>
        </p:spPr>
        <p:txBody>
          <a:bodyPr wrap="none" rtlCol="0">
            <a:spAutoFit/>
          </a:bodyPr>
          <a:lstStyle/>
          <a:p>
            <a:r>
              <a:rPr lang="en-US" altLang="zh-CN" dirty="0">
                <a:solidFill>
                  <a:srgbClr val="0033CC"/>
                </a:solidFill>
              </a:rPr>
              <a:t>10</a:t>
            </a:r>
            <a:endParaRPr lang="zh-CN" altLang="en-US" dirty="0">
              <a:solidFill>
                <a:srgbClr val="0033CC"/>
              </a:solidFill>
            </a:endParaRPr>
          </a:p>
        </p:txBody>
      </p:sp>
      <p:sp>
        <p:nvSpPr>
          <p:cNvPr id="7" name="文本框 6"/>
          <p:cNvSpPr txBox="1"/>
          <p:nvPr/>
        </p:nvSpPr>
        <p:spPr>
          <a:xfrm>
            <a:off x="415635" y="6327322"/>
            <a:ext cx="424027" cy="369332"/>
          </a:xfrm>
          <a:prstGeom prst="rect">
            <a:avLst/>
          </a:prstGeom>
          <a:noFill/>
        </p:spPr>
        <p:txBody>
          <a:bodyPr wrap="none" rtlCol="0">
            <a:spAutoFit/>
          </a:bodyPr>
          <a:lstStyle/>
          <a:p>
            <a:r>
              <a:rPr lang="en-US" altLang="zh-CN" dirty="0">
                <a:solidFill>
                  <a:srgbClr val="0033CC"/>
                </a:solidFill>
              </a:rPr>
              <a:t>11</a:t>
            </a:r>
            <a:endParaRPr lang="zh-CN" altLang="en-US" dirty="0">
              <a:solidFill>
                <a:srgbClr val="0033CC"/>
              </a:solidFill>
            </a:endParaRPr>
          </a:p>
        </p:txBody>
      </p:sp>
      <p:sp>
        <p:nvSpPr>
          <p:cNvPr id="8" name="文本占位符 25602"/>
          <p:cNvSpPr txBox="1">
            <a:spLocks/>
          </p:cNvSpPr>
          <p:nvPr/>
        </p:nvSpPr>
        <p:spPr bwMode="auto">
          <a:xfrm>
            <a:off x="2699792" y="5445224"/>
            <a:ext cx="5688631" cy="428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prstTxWarp prst="textNoShape">
              <a:avLst/>
            </a:prstTxWarp>
            <a:noAutofit/>
          </a:bodyPr>
          <a:lstStyle>
            <a:lvl1pPr marL="257175" indent="-257175" algn="l" rtl="0" eaLnBrk="1" fontAlgn="base" hangingPunct="1">
              <a:lnSpc>
                <a:spcPts val="2800"/>
              </a:lnSpc>
              <a:spcBef>
                <a:spcPct val="20000"/>
              </a:spcBef>
              <a:spcAft>
                <a:spcPct val="0"/>
              </a:spcAft>
              <a:buClr>
                <a:schemeClr val="hlink"/>
              </a:buClr>
              <a:buFont typeface="Wingdings" pitchFamily="2" charset="2"/>
              <a:buChar char="v"/>
              <a:defRPr sz="2000" b="1">
                <a:solidFill>
                  <a:schemeClr val="tx1"/>
                </a:solidFill>
                <a:latin typeface="微软雅黑" pitchFamily="34" charset="-122"/>
                <a:ea typeface="微软雅黑" pitchFamily="34" charset="-122"/>
                <a:cs typeface="+mn-cs"/>
              </a:defRPr>
            </a:lvl1pPr>
            <a:lvl2pPr marL="557213" indent="-214313" algn="l" rtl="0" eaLnBrk="1" fontAlgn="base" hangingPunct="1">
              <a:lnSpc>
                <a:spcPts val="2800"/>
              </a:lnSpc>
              <a:spcBef>
                <a:spcPct val="20000"/>
              </a:spcBef>
              <a:spcAft>
                <a:spcPct val="0"/>
              </a:spcAft>
              <a:buClr>
                <a:schemeClr val="accent1"/>
              </a:buClr>
              <a:buSzPct val="60000"/>
              <a:buFont typeface="Wingdings" pitchFamily="2" charset="2"/>
              <a:buChar char="n"/>
              <a:defRPr sz="1800" b="1">
                <a:solidFill>
                  <a:schemeClr val="tx1"/>
                </a:solidFill>
                <a:latin typeface="微软雅黑" pitchFamily="34" charset="-122"/>
                <a:ea typeface="微软雅黑" pitchFamily="34" charset="-122"/>
              </a:defRPr>
            </a:lvl2pPr>
            <a:lvl3pPr marL="857250" indent="-171450" algn="l" rtl="0" eaLnBrk="1" fontAlgn="base" hangingPunct="1">
              <a:lnSpc>
                <a:spcPts val="2800"/>
              </a:lnSpc>
              <a:spcBef>
                <a:spcPct val="20000"/>
              </a:spcBef>
              <a:spcAft>
                <a:spcPct val="0"/>
              </a:spcAft>
              <a:buClr>
                <a:schemeClr val="accent2"/>
              </a:buClr>
              <a:buSzPct val="60000"/>
              <a:buFont typeface="Wingdings" pitchFamily="2" charset="2"/>
              <a:buChar char="n"/>
              <a:defRPr sz="2000">
                <a:solidFill>
                  <a:schemeClr val="tx1"/>
                </a:solidFill>
                <a:latin typeface="微软雅黑" pitchFamily="34" charset="-122"/>
                <a:ea typeface="微软雅黑" pitchFamily="34" charset="-122"/>
              </a:defRPr>
            </a:lvl3pPr>
            <a:lvl4pPr marL="1200150" indent="-171450" algn="l" rtl="0" eaLnBrk="1" fontAlgn="base" hangingPunct="1">
              <a:lnSpc>
                <a:spcPts val="2800"/>
              </a:lnSpc>
              <a:spcBef>
                <a:spcPct val="20000"/>
              </a:spcBef>
              <a:spcAft>
                <a:spcPct val="0"/>
              </a:spcAft>
              <a:buClr>
                <a:schemeClr val="hlink"/>
              </a:buClr>
              <a:buSzPct val="60000"/>
              <a:buFont typeface="Wingdings" pitchFamily="2" charset="2"/>
              <a:buChar char="n"/>
              <a:defRPr sz="1600">
                <a:solidFill>
                  <a:schemeClr val="tx1"/>
                </a:solidFill>
                <a:latin typeface="微软雅黑" pitchFamily="34" charset="-122"/>
                <a:ea typeface="微软雅黑" pitchFamily="34" charset="-122"/>
              </a:defRPr>
            </a:lvl4pPr>
            <a:lvl5pPr marL="1543050" indent="-171450" algn="l" rtl="0" eaLnBrk="1" fontAlgn="base" hangingPunct="1">
              <a:lnSpc>
                <a:spcPts val="2800"/>
              </a:lnSpc>
              <a:spcBef>
                <a:spcPct val="20000"/>
              </a:spcBef>
              <a:spcAft>
                <a:spcPct val="0"/>
              </a:spcAft>
              <a:buClr>
                <a:schemeClr val="hlink"/>
              </a:buClr>
              <a:buSzPct val="60000"/>
              <a:buFont typeface="Wingdings" pitchFamily="2" charset="2"/>
              <a:buChar char="n"/>
              <a:defRPr sz="1600">
                <a:solidFill>
                  <a:schemeClr val="tx1"/>
                </a:solidFill>
                <a:latin typeface="微软雅黑" pitchFamily="34" charset="-122"/>
                <a:ea typeface="微软雅黑" pitchFamily="34" charset="-122"/>
              </a:defRPr>
            </a:lvl5pPr>
            <a:lvl6pPr marL="1885950" indent="-171450" algn="l" rtl="0" eaLnBrk="1" fontAlgn="base" hangingPunct="1">
              <a:spcBef>
                <a:spcPct val="20000"/>
              </a:spcBef>
              <a:spcAft>
                <a:spcPct val="0"/>
              </a:spcAft>
              <a:buClr>
                <a:schemeClr val="hlink"/>
              </a:buClr>
              <a:buSzPct val="60000"/>
              <a:buFont typeface="Wingdings" pitchFamily="2" charset="2"/>
              <a:buChar char="n"/>
              <a:defRPr sz="1500">
                <a:solidFill>
                  <a:schemeClr val="tx1"/>
                </a:solidFill>
                <a:latin typeface="+mn-lt"/>
              </a:defRPr>
            </a:lvl6pPr>
            <a:lvl7pPr marL="2228850" indent="-171450" algn="l" rtl="0" eaLnBrk="1" fontAlgn="base" hangingPunct="1">
              <a:spcBef>
                <a:spcPct val="20000"/>
              </a:spcBef>
              <a:spcAft>
                <a:spcPct val="0"/>
              </a:spcAft>
              <a:buClr>
                <a:schemeClr val="hlink"/>
              </a:buClr>
              <a:buSzPct val="60000"/>
              <a:buFont typeface="Wingdings" pitchFamily="2" charset="2"/>
              <a:buChar char="n"/>
              <a:defRPr sz="1500">
                <a:solidFill>
                  <a:schemeClr val="tx1"/>
                </a:solidFill>
                <a:latin typeface="+mn-lt"/>
              </a:defRPr>
            </a:lvl7pPr>
            <a:lvl8pPr marL="2571750" indent="-171450" algn="l" rtl="0" eaLnBrk="1" fontAlgn="base" hangingPunct="1">
              <a:spcBef>
                <a:spcPct val="20000"/>
              </a:spcBef>
              <a:spcAft>
                <a:spcPct val="0"/>
              </a:spcAft>
              <a:buClr>
                <a:schemeClr val="hlink"/>
              </a:buClr>
              <a:buSzPct val="60000"/>
              <a:buFont typeface="Wingdings" pitchFamily="2" charset="2"/>
              <a:buChar char="n"/>
              <a:defRPr sz="1500">
                <a:solidFill>
                  <a:schemeClr val="tx1"/>
                </a:solidFill>
                <a:latin typeface="+mn-lt"/>
              </a:defRPr>
            </a:lvl8pPr>
            <a:lvl9pPr marL="2914650" indent="-171450" algn="l" rtl="0" eaLnBrk="1" fontAlgn="base" hangingPunct="1">
              <a:spcBef>
                <a:spcPct val="20000"/>
              </a:spcBef>
              <a:spcAft>
                <a:spcPct val="0"/>
              </a:spcAft>
              <a:buClr>
                <a:schemeClr val="hlink"/>
              </a:buClr>
              <a:buSzPct val="60000"/>
              <a:buFont typeface="Wingdings" pitchFamily="2" charset="2"/>
              <a:buChar char="n"/>
              <a:defRPr sz="1500">
                <a:solidFill>
                  <a:schemeClr val="tx1"/>
                </a:solidFill>
                <a:latin typeface="+mn-lt"/>
              </a:defRPr>
            </a:lvl9pPr>
          </a:lstStyle>
          <a:p>
            <a:pPr marL="0" indent="0">
              <a:lnSpc>
                <a:spcPct val="100000"/>
              </a:lnSpc>
              <a:spcBef>
                <a:spcPts val="0"/>
              </a:spcBef>
              <a:buSzPct val="90000"/>
              <a:buNone/>
            </a:pPr>
            <a:r>
              <a:rPr lang="zh-CN" altLang="en-US" sz="1800" kern="0" dirty="0"/>
              <a:t>在函数内部直接修改形参的值不会影响实参 ，因为两个</a:t>
            </a:r>
            <a:r>
              <a:rPr lang="en-US" altLang="zh-CN" sz="1800" kern="0" dirty="0"/>
              <a:t>x</a:t>
            </a:r>
            <a:r>
              <a:rPr lang="zh-CN" altLang="en-US" sz="1800" kern="0" dirty="0"/>
              <a:t>是同名的两个不同变量。</a:t>
            </a:r>
          </a:p>
        </p:txBody>
      </p:sp>
      <p:sp>
        <p:nvSpPr>
          <p:cNvPr id="2" name="椭圆 1"/>
          <p:cNvSpPr/>
          <p:nvPr/>
        </p:nvSpPr>
        <p:spPr>
          <a:xfrm>
            <a:off x="878346" y="2541879"/>
            <a:ext cx="324036" cy="421972"/>
          </a:xfrm>
          <a:prstGeom prst="ellipse">
            <a:avLst/>
          </a:prstGeom>
          <a:ln w="22225">
            <a:solidFill>
              <a:srgbClr val="FF0000"/>
            </a:solidFill>
          </a:ln>
        </p:spPr>
        <p:txBody>
          <a:bodyPr rtlCol="0" anchor="ctr">
            <a:spAutoFit/>
          </a:bodyPr>
          <a:lstStyle/>
          <a:p>
            <a:pPr algn="ctr"/>
            <a:endParaRPr lang="zh-CN" altLang="en-US" sz="1350" kern="0">
              <a:solidFill>
                <a:srgbClr val="800000"/>
              </a:solidFill>
              <a:latin typeface="Courier New"/>
              <a:ea typeface="宋体"/>
              <a:cs typeface="Times New Roman"/>
            </a:endParaRPr>
          </a:p>
        </p:txBody>
      </p:sp>
      <p:sp>
        <p:nvSpPr>
          <p:cNvPr id="9" name="椭圆 8"/>
          <p:cNvSpPr/>
          <p:nvPr/>
        </p:nvSpPr>
        <p:spPr>
          <a:xfrm>
            <a:off x="476363" y="5360253"/>
            <a:ext cx="483660" cy="421972"/>
          </a:xfrm>
          <a:prstGeom prst="ellipse">
            <a:avLst/>
          </a:prstGeom>
          <a:ln w="22225">
            <a:solidFill>
              <a:srgbClr val="FF0000"/>
            </a:solidFill>
          </a:ln>
        </p:spPr>
        <p:txBody>
          <a:bodyPr rtlCol="0" anchor="ctr">
            <a:spAutoFit/>
          </a:bodyPr>
          <a:lstStyle/>
          <a:p>
            <a:pPr algn="ctr"/>
            <a:endParaRPr lang="zh-CN" altLang="en-US" sz="1350" kern="0">
              <a:solidFill>
                <a:srgbClr val="800000"/>
              </a:solidFill>
              <a:latin typeface="Courier New"/>
              <a:ea typeface="宋体"/>
              <a:cs typeface="Times New Roman"/>
            </a:endParaRPr>
          </a:p>
        </p:txBody>
      </p:sp>
      <p:pic>
        <p:nvPicPr>
          <p:cNvPr id="10" name="图片 9"/>
          <p:cNvPicPr>
            <a:picLocks noChangeAspect="1"/>
          </p:cNvPicPr>
          <p:nvPr/>
        </p:nvPicPr>
        <p:blipFill>
          <a:blip r:embed="rId2"/>
          <a:stretch>
            <a:fillRect/>
          </a:stretch>
        </p:blipFill>
        <p:spPr>
          <a:xfrm>
            <a:off x="2554926" y="1268760"/>
            <a:ext cx="3347693" cy="4032448"/>
          </a:xfrm>
          <a:prstGeom prst="rect">
            <a:avLst/>
          </a:prstGeom>
        </p:spPr>
      </p:pic>
      <p:sp>
        <p:nvSpPr>
          <p:cNvPr id="11" name="矩形 10"/>
          <p:cNvSpPr/>
          <p:nvPr/>
        </p:nvSpPr>
        <p:spPr>
          <a:xfrm>
            <a:off x="6012160" y="1429426"/>
            <a:ext cx="3096344" cy="1323439"/>
          </a:xfrm>
          <a:prstGeom prst="rect">
            <a:avLst/>
          </a:prstGeom>
        </p:spPr>
        <p:txBody>
          <a:bodyPr wrap="square">
            <a:spAutoFit/>
          </a:bodyPr>
          <a:lstStyle/>
          <a:p>
            <a:r>
              <a:rPr lang="en-US" altLang="zh-CN" sz="1600" dirty="0">
                <a:solidFill>
                  <a:srgbClr val="0033CC"/>
                </a:solidFill>
              </a:rPr>
              <a:t>before call 1787402545744</a:t>
            </a:r>
          </a:p>
          <a:p>
            <a:r>
              <a:rPr lang="en-US" altLang="zh-CN" sz="1600" dirty="0">
                <a:solidFill>
                  <a:srgbClr val="0033CC"/>
                </a:solidFill>
              </a:rPr>
              <a:t>in call 1787402545744</a:t>
            </a:r>
          </a:p>
          <a:p>
            <a:r>
              <a:rPr lang="en-US" altLang="zh-CN" sz="1600" dirty="0">
                <a:solidFill>
                  <a:srgbClr val="0033CC"/>
                </a:solidFill>
              </a:rPr>
              <a:t>in call 1787402545776</a:t>
            </a:r>
          </a:p>
          <a:p>
            <a:r>
              <a:rPr lang="en-US" altLang="zh-CN" sz="1600" dirty="0">
                <a:solidFill>
                  <a:srgbClr val="0033CC"/>
                </a:solidFill>
              </a:rPr>
              <a:t>10</a:t>
            </a:r>
          </a:p>
          <a:p>
            <a:r>
              <a:rPr lang="en-US" altLang="zh-CN" sz="1600" dirty="0">
                <a:solidFill>
                  <a:srgbClr val="0033CC"/>
                </a:solidFill>
              </a:rPr>
              <a:t>after call 1787402545744</a:t>
            </a:r>
            <a:endParaRPr lang="zh-CN" altLang="en-US" sz="1600" dirty="0">
              <a:solidFill>
                <a:srgbClr val="0033CC"/>
              </a:solidFill>
            </a:endParaRPr>
          </a:p>
        </p:txBody>
      </p:sp>
    </p:spTree>
    <p:extLst>
      <p:ext uri="{BB962C8B-B14F-4D97-AF65-F5344CB8AC3E}">
        <p14:creationId xmlns:p14="http://schemas.microsoft.com/office/powerpoint/2010/main" val="276909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1000"/>
                                        <p:tgtEl>
                                          <p:spTgt spid="7"/>
                                        </p:tgtEl>
                                      </p:cBhvr>
                                    </p:animEffect>
                                    <p:anim calcmode="lin" valueType="num">
                                      <p:cBhvr>
                                        <p:cTn id="24" dur="1000" fill="hold"/>
                                        <p:tgtEl>
                                          <p:spTgt spid="7"/>
                                        </p:tgtEl>
                                        <p:attrNameLst>
                                          <p:attrName>ppt_x</p:attrName>
                                        </p:attrNameLst>
                                      </p:cBhvr>
                                      <p:tavLst>
                                        <p:tav tm="0">
                                          <p:val>
                                            <p:strVal val="#ppt_x"/>
                                          </p:val>
                                        </p:tav>
                                        <p:tav tm="100000">
                                          <p:val>
                                            <p:strVal val="#ppt_x"/>
                                          </p:val>
                                        </p:tav>
                                      </p:tavLst>
                                    </p:anim>
                                    <p:anim calcmode="lin" valueType="num">
                                      <p:cBhvr>
                                        <p:cTn id="2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8" grpId="0"/>
      <p:bldP spid="9" grpId="0" animBg="1"/>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51520" y="2636912"/>
            <a:ext cx="1512168" cy="2031325"/>
          </a:xfrm>
          <a:prstGeom prst="rect">
            <a:avLst/>
          </a:prstGeom>
          <a:ln>
            <a:solidFill>
              <a:schemeClr val="accent6"/>
            </a:solidFill>
          </a:ln>
        </p:spPr>
        <p:txBody>
          <a:bodyPr wrap="square">
            <a:spAutoFit/>
          </a:bodyPr>
          <a:lstStyle/>
          <a:p>
            <a:r>
              <a:rPr lang="en-US" altLang="zh-CN" dirty="0" err="1"/>
              <a:t>def</a:t>
            </a:r>
            <a:r>
              <a:rPr lang="en-US" altLang="zh-CN" dirty="0"/>
              <a:t> add(</a:t>
            </a:r>
            <a:r>
              <a:rPr lang="en-US" altLang="zh-CN" dirty="0" err="1"/>
              <a:t>lst</a:t>
            </a:r>
            <a:r>
              <a:rPr lang="en-US" altLang="zh-CN" dirty="0"/>
              <a:t>):</a:t>
            </a:r>
          </a:p>
          <a:p>
            <a:r>
              <a:rPr lang="en-US" altLang="zh-CN" dirty="0"/>
              <a:t>    </a:t>
            </a:r>
            <a:r>
              <a:rPr lang="en-US" altLang="zh-CN" dirty="0" err="1"/>
              <a:t>lst</a:t>
            </a:r>
            <a:r>
              <a:rPr lang="en-US" altLang="zh-CN" dirty="0"/>
              <a:t> = [1,2,3]</a:t>
            </a:r>
          </a:p>
          <a:p>
            <a:r>
              <a:rPr lang="en-US" altLang="zh-CN" dirty="0"/>
              <a:t>    </a:t>
            </a:r>
          </a:p>
          <a:p>
            <a:endParaRPr lang="en-US" altLang="zh-CN" dirty="0"/>
          </a:p>
          <a:p>
            <a:r>
              <a:rPr lang="en-US" altLang="zh-CN" dirty="0" err="1"/>
              <a:t>lst</a:t>
            </a:r>
            <a:r>
              <a:rPr lang="en-US" altLang="zh-CN" dirty="0"/>
              <a:t> = []</a:t>
            </a:r>
          </a:p>
          <a:p>
            <a:r>
              <a:rPr lang="en-US" altLang="zh-CN" dirty="0"/>
              <a:t>add(</a:t>
            </a:r>
            <a:r>
              <a:rPr lang="en-US" altLang="zh-CN" dirty="0" err="1"/>
              <a:t>lst</a:t>
            </a:r>
            <a:r>
              <a:rPr lang="en-US" altLang="zh-CN" dirty="0"/>
              <a:t>)</a:t>
            </a:r>
          </a:p>
          <a:p>
            <a:r>
              <a:rPr lang="en-US" altLang="zh-CN" dirty="0"/>
              <a:t>print(</a:t>
            </a:r>
            <a:r>
              <a:rPr lang="en-US" altLang="zh-CN" dirty="0" err="1"/>
              <a:t>lst</a:t>
            </a:r>
            <a:r>
              <a:rPr lang="en-US" altLang="zh-CN" dirty="0"/>
              <a:t>)</a:t>
            </a:r>
            <a:endParaRPr lang="zh-CN" altLang="en-US" dirty="0"/>
          </a:p>
        </p:txBody>
      </p:sp>
      <p:sp>
        <p:nvSpPr>
          <p:cNvPr id="6" name="文本框 5"/>
          <p:cNvSpPr txBox="1"/>
          <p:nvPr/>
        </p:nvSpPr>
        <p:spPr>
          <a:xfrm>
            <a:off x="251520" y="4910341"/>
            <a:ext cx="312906" cy="369332"/>
          </a:xfrm>
          <a:prstGeom prst="rect">
            <a:avLst/>
          </a:prstGeom>
          <a:noFill/>
        </p:spPr>
        <p:txBody>
          <a:bodyPr wrap="none" rtlCol="0">
            <a:spAutoFit/>
          </a:bodyPr>
          <a:lstStyle/>
          <a:p>
            <a:r>
              <a:rPr lang="en-US" altLang="zh-CN">
                <a:solidFill>
                  <a:srgbClr val="0033CC"/>
                </a:solidFill>
              </a:rPr>
              <a:t>[]</a:t>
            </a:r>
            <a:endParaRPr lang="zh-CN" altLang="en-US" dirty="0">
              <a:solidFill>
                <a:srgbClr val="0033CC"/>
              </a:solidFill>
            </a:endParaRPr>
          </a:p>
        </p:txBody>
      </p:sp>
      <p:sp>
        <p:nvSpPr>
          <p:cNvPr id="8" name="标题 2"/>
          <p:cNvSpPr>
            <a:spLocks noGrp="1"/>
          </p:cNvSpPr>
          <p:nvPr>
            <p:ph type="title"/>
          </p:nvPr>
        </p:nvSpPr>
        <p:spPr>
          <a:xfrm>
            <a:off x="683568" y="127686"/>
            <a:ext cx="7992887" cy="609600"/>
          </a:xfrm>
        </p:spPr>
        <p:txBody>
          <a:bodyPr/>
          <a:lstStyle/>
          <a:p>
            <a:r>
              <a:rPr lang="zh-CN" altLang="en-US" dirty="0"/>
              <a:t>（</a:t>
            </a:r>
            <a:r>
              <a:rPr lang="en-US" altLang="zh-CN" dirty="0"/>
              <a:t>2</a:t>
            </a:r>
            <a:r>
              <a:rPr lang="zh-CN" altLang="en-US" dirty="0"/>
              <a:t>）实参是可变的</a:t>
            </a:r>
            <a:r>
              <a:rPr lang="zh-CN" altLang="en-US" dirty="0">
                <a:solidFill>
                  <a:srgbClr val="FF0000"/>
                </a:solidFill>
              </a:rPr>
              <a:t>列表</a:t>
            </a:r>
            <a:r>
              <a:rPr lang="zh-CN" altLang="en-US" dirty="0"/>
              <a:t>或</a:t>
            </a:r>
            <a:r>
              <a:rPr lang="zh-CN" altLang="en-US" dirty="0">
                <a:solidFill>
                  <a:srgbClr val="FF0000"/>
                </a:solidFill>
              </a:rPr>
              <a:t>字典</a:t>
            </a:r>
            <a:r>
              <a:rPr lang="zh-CN" altLang="en-US" dirty="0"/>
              <a:t>类型，实参的值可能改变</a:t>
            </a:r>
          </a:p>
        </p:txBody>
      </p:sp>
      <p:sp>
        <p:nvSpPr>
          <p:cNvPr id="10" name="矩形 9">
            <a:extLst>
              <a:ext uri="{FF2B5EF4-FFF2-40B4-BE49-F238E27FC236}">
                <a16:creationId xmlns:a16="http://schemas.microsoft.com/office/drawing/2014/main" id="{AEC4DF92-50DE-42AF-B71E-B0C42F66F4A4}"/>
              </a:ext>
            </a:extLst>
          </p:cNvPr>
          <p:cNvSpPr/>
          <p:nvPr/>
        </p:nvSpPr>
        <p:spPr>
          <a:xfrm>
            <a:off x="3224660" y="2656965"/>
            <a:ext cx="1352513"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1" name="矩形 10">
            <a:extLst>
              <a:ext uri="{FF2B5EF4-FFF2-40B4-BE49-F238E27FC236}">
                <a16:creationId xmlns:a16="http://schemas.microsoft.com/office/drawing/2014/main" id="{A459F2F2-4567-427E-BEEB-6E0AF6EB1FA2}"/>
              </a:ext>
            </a:extLst>
          </p:cNvPr>
          <p:cNvSpPr/>
          <p:nvPr/>
        </p:nvSpPr>
        <p:spPr>
          <a:xfrm>
            <a:off x="3224660" y="2872989"/>
            <a:ext cx="1352513"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2" name="矩形 11">
            <a:extLst>
              <a:ext uri="{FF2B5EF4-FFF2-40B4-BE49-F238E27FC236}">
                <a16:creationId xmlns:a16="http://schemas.microsoft.com/office/drawing/2014/main" id="{2BA14CD1-92C5-466B-8195-FB9C0B2C8196}"/>
              </a:ext>
            </a:extLst>
          </p:cNvPr>
          <p:cNvSpPr/>
          <p:nvPr/>
        </p:nvSpPr>
        <p:spPr>
          <a:xfrm>
            <a:off x="3224660" y="3097402"/>
            <a:ext cx="1352513" cy="242544"/>
          </a:xfrm>
          <a:prstGeom prst="rect">
            <a:avLst/>
          </a:prstGeom>
          <a:solidFill>
            <a:srgbClr val="00B0F0"/>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3" name="矩形 12">
            <a:extLst>
              <a:ext uri="{FF2B5EF4-FFF2-40B4-BE49-F238E27FC236}">
                <a16:creationId xmlns:a16="http://schemas.microsoft.com/office/drawing/2014/main" id="{66BE5B0E-DD6B-4D94-8074-13771A42DA4E}"/>
              </a:ext>
            </a:extLst>
          </p:cNvPr>
          <p:cNvSpPr/>
          <p:nvPr/>
        </p:nvSpPr>
        <p:spPr>
          <a:xfrm>
            <a:off x="3224660" y="3313426"/>
            <a:ext cx="1352513" cy="242544"/>
          </a:xfrm>
          <a:prstGeom prst="rect">
            <a:avLst/>
          </a:prstGeom>
          <a:solidFill>
            <a:srgbClr val="00B0F0"/>
          </a:solidFill>
          <a:ln>
            <a:solidFill>
              <a:schemeClr val="accent1"/>
            </a:solidFill>
          </a:ln>
        </p:spPr>
        <p:txBody>
          <a:bodyPr wrap="square" rtlCol="0" anchor="ctr">
            <a:spAutoFit/>
          </a:bodyPr>
          <a:lstStyle/>
          <a:p>
            <a:pPr algn="ctr">
              <a:spcAft>
                <a:spcPts val="0"/>
              </a:spcAft>
            </a:pPr>
            <a:endParaRPr lang="zh-CN" altLang="en-US" kern="0" dirty="0">
              <a:solidFill>
                <a:srgbClr val="800000"/>
              </a:solidFill>
              <a:latin typeface="Courier New"/>
              <a:ea typeface="宋体"/>
              <a:cs typeface="Times New Roman"/>
            </a:endParaRPr>
          </a:p>
        </p:txBody>
      </p:sp>
      <p:sp>
        <p:nvSpPr>
          <p:cNvPr id="14" name="矩形 13">
            <a:extLst>
              <a:ext uri="{FF2B5EF4-FFF2-40B4-BE49-F238E27FC236}">
                <a16:creationId xmlns:a16="http://schemas.microsoft.com/office/drawing/2014/main" id="{735E42A1-277C-49B3-B533-4BBBBAD02638}"/>
              </a:ext>
            </a:extLst>
          </p:cNvPr>
          <p:cNvSpPr/>
          <p:nvPr/>
        </p:nvSpPr>
        <p:spPr>
          <a:xfrm>
            <a:off x="3224660" y="3529450"/>
            <a:ext cx="1352513" cy="242544"/>
          </a:xfrm>
          <a:prstGeom prst="rect">
            <a:avLst/>
          </a:prstGeom>
          <a:solidFill>
            <a:srgbClr val="00B0F0"/>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5" name="矩形 14">
            <a:extLst>
              <a:ext uri="{FF2B5EF4-FFF2-40B4-BE49-F238E27FC236}">
                <a16:creationId xmlns:a16="http://schemas.microsoft.com/office/drawing/2014/main" id="{2E71D7E5-703A-42EA-9CAF-65E4C4C6276F}"/>
              </a:ext>
            </a:extLst>
          </p:cNvPr>
          <p:cNvSpPr/>
          <p:nvPr/>
        </p:nvSpPr>
        <p:spPr>
          <a:xfrm>
            <a:off x="3224660" y="3745474"/>
            <a:ext cx="1352513" cy="242544"/>
          </a:xfrm>
          <a:prstGeom prst="rect">
            <a:avLst/>
          </a:prstGeom>
          <a:solidFill>
            <a:srgbClr val="00B0F0"/>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6" name="矩形 15">
            <a:extLst>
              <a:ext uri="{FF2B5EF4-FFF2-40B4-BE49-F238E27FC236}">
                <a16:creationId xmlns:a16="http://schemas.microsoft.com/office/drawing/2014/main" id="{E10D19A4-9074-45F9-9039-862550DBB39A}"/>
              </a:ext>
            </a:extLst>
          </p:cNvPr>
          <p:cNvSpPr/>
          <p:nvPr/>
        </p:nvSpPr>
        <p:spPr>
          <a:xfrm>
            <a:off x="3233139" y="3969888"/>
            <a:ext cx="1352513"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7" name="矩形 16">
            <a:extLst>
              <a:ext uri="{FF2B5EF4-FFF2-40B4-BE49-F238E27FC236}">
                <a16:creationId xmlns:a16="http://schemas.microsoft.com/office/drawing/2014/main" id="{0B6EEE39-FF97-450E-BF50-BEA8FEF2E872}"/>
              </a:ext>
            </a:extLst>
          </p:cNvPr>
          <p:cNvSpPr/>
          <p:nvPr/>
        </p:nvSpPr>
        <p:spPr>
          <a:xfrm>
            <a:off x="3233139" y="4185912"/>
            <a:ext cx="1352513"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8" name="矩形 17">
            <a:extLst>
              <a:ext uri="{FF2B5EF4-FFF2-40B4-BE49-F238E27FC236}">
                <a16:creationId xmlns:a16="http://schemas.microsoft.com/office/drawing/2014/main" id="{12541152-380E-43D8-BBDE-1E095BB9A47D}"/>
              </a:ext>
            </a:extLst>
          </p:cNvPr>
          <p:cNvSpPr/>
          <p:nvPr/>
        </p:nvSpPr>
        <p:spPr>
          <a:xfrm>
            <a:off x="3233139" y="4401936"/>
            <a:ext cx="1352513"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9" name="矩形 18">
            <a:extLst>
              <a:ext uri="{FF2B5EF4-FFF2-40B4-BE49-F238E27FC236}">
                <a16:creationId xmlns:a16="http://schemas.microsoft.com/office/drawing/2014/main" id="{BA75C149-CC2E-48FD-9D88-8FD87CC11BA4}"/>
              </a:ext>
            </a:extLst>
          </p:cNvPr>
          <p:cNvSpPr/>
          <p:nvPr/>
        </p:nvSpPr>
        <p:spPr>
          <a:xfrm>
            <a:off x="3233139" y="4617960"/>
            <a:ext cx="1352513" cy="242544"/>
          </a:xfrm>
          <a:prstGeom prst="rect">
            <a:avLst/>
          </a:prstGeom>
          <a:no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20" name="文本框 19">
            <a:extLst>
              <a:ext uri="{FF2B5EF4-FFF2-40B4-BE49-F238E27FC236}">
                <a16:creationId xmlns:a16="http://schemas.microsoft.com/office/drawing/2014/main" id="{CD4B90B2-5400-4675-888E-B8D620EFA7F9}"/>
              </a:ext>
            </a:extLst>
          </p:cNvPr>
          <p:cNvSpPr txBox="1"/>
          <p:nvPr/>
        </p:nvSpPr>
        <p:spPr>
          <a:xfrm>
            <a:off x="3532788" y="3186088"/>
            <a:ext cx="825868" cy="584775"/>
          </a:xfrm>
          <a:prstGeom prst="rect">
            <a:avLst/>
          </a:prstGeom>
          <a:solidFill>
            <a:srgbClr val="00B0F0"/>
          </a:solidFill>
        </p:spPr>
        <p:txBody>
          <a:bodyPr wrap="square" rtlCol="0">
            <a:spAutoFit/>
          </a:bodyPr>
          <a:lstStyle/>
          <a:p>
            <a:r>
              <a:rPr lang="en-US" altLang="zh-CN" sz="3200" dirty="0"/>
              <a:t>[ ]</a:t>
            </a:r>
            <a:endParaRPr lang="zh-CN" altLang="en-US" sz="3200" dirty="0"/>
          </a:p>
        </p:txBody>
      </p:sp>
      <p:sp>
        <p:nvSpPr>
          <p:cNvPr id="21" name="矩形 20">
            <a:extLst>
              <a:ext uri="{FF2B5EF4-FFF2-40B4-BE49-F238E27FC236}">
                <a16:creationId xmlns:a16="http://schemas.microsoft.com/office/drawing/2014/main" id="{F2125386-ABCF-4144-8AB2-58F39C31891F}"/>
              </a:ext>
            </a:extLst>
          </p:cNvPr>
          <p:cNvSpPr/>
          <p:nvPr/>
        </p:nvSpPr>
        <p:spPr>
          <a:xfrm>
            <a:off x="3234686" y="4830616"/>
            <a:ext cx="1352513" cy="242544"/>
          </a:xfrm>
          <a:prstGeom prst="rect">
            <a:avLst/>
          </a:prstGeom>
          <a:no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22" name="矩形 21">
            <a:extLst>
              <a:ext uri="{FF2B5EF4-FFF2-40B4-BE49-F238E27FC236}">
                <a16:creationId xmlns:a16="http://schemas.microsoft.com/office/drawing/2014/main" id="{4CE17091-DE44-4DC7-9EA3-860A78615C42}"/>
              </a:ext>
            </a:extLst>
          </p:cNvPr>
          <p:cNvSpPr/>
          <p:nvPr/>
        </p:nvSpPr>
        <p:spPr>
          <a:xfrm>
            <a:off x="3234686" y="5046640"/>
            <a:ext cx="1352513" cy="242544"/>
          </a:xfrm>
          <a:prstGeom prst="rect">
            <a:avLst/>
          </a:prstGeom>
          <a:no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23" name="矩形 22">
            <a:extLst>
              <a:ext uri="{FF2B5EF4-FFF2-40B4-BE49-F238E27FC236}">
                <a16:creationId xmlns:a16="http://schemas.microsoft.com/office/drawing/2014/main" id="{CABADA67-4F12-4EA3-9601-7602B04970FF}"/>
              </a:ext>
            </a:extLst>
          </p:cNvPr>
          <p:cNvSpPr/>
          <p:nvPr/>
        </p:nvSpPr>
        <p:spPr>
          <a:xfrm>
            <a:off x="3234686" y="5262664"/>
            <a:ext cx="1352513" cy="242544"/>
          </a:xfrm>
          <a:prstGeom prst="rect">
            <a:avLst/>
          </a:prstGeom>
          <a:no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24" name="矩形 23">
            <a:extLst>
              <a:ext uri="{FF2B5EF4-FFF2-40B4-BE49-F238E27FC236}">
                <a16:creationId xmlns:a16="http://schemas.microsoft.com/office/drawing/2014/main" id="{82048788-368C-439F-BBE3-D9A2A407A853}"/>
              </a:ext>
            </a:extLst>
          </p:cNvPr>
          <p:cNvSpPr/>
          <p:nvPr/>
        </p:nvSpPr>
        <p:spPr>
          <a:xfrm>
            <a:off x="3234686" y="5478688"/>
            <a:ext cx="1352513" cy="242544"/>
          </a:xfrm>
          <a:prstGeom prst="rect">
            <a:avLst/>
          </a:prstGeom>
          <a:no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25" name="矩形 24">
            <a:extLst>
              <a:ext uri="{FF2B5EF4-FFF2-40B4-BE49-F238E27FC236}">
                <a16:creationId xmlns:a16="http://schemas.microsoft.com/office/drawing/2014/main" id="{305336AB-FCFA-49D6-AB49-E72D2DA7FE6E}"/>
              </a:ext>
            </a:extLst>
          </p:cNvPr>
          <p:cNvSpPr/>
          <p:nvPr/>
        </p:nvSpPr>
        <p:spPr>
          <a:xfrm>
            <a:off x="3233139" y="5705569"/>
            <a:ext cx="1352513"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26" name="矩形 25">
            <a:extLst>
              <a:ext uri="{FF2B5EF4-FFF2-40B4-BE49-F238E27FC236}">
                <a16:creationId xmlns:a16="http://schemas.microsoft.com/office/drawing/2014/main" id="{E77BF8CD-0E6C-4549-937C-889FDE9141E8}"/>
              </a:ext>
            </a:extLst>
          </p:cNvPr>
          <p:cNvSpPr/>
          <p:nvPr/>
        </p:nvSpPr>
        <p:spPr>
          <a:xfrm>
            <a:off x="3233139" y="5912772"/>
            <a:ext cx="1352513"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27" name="矩形 26">
            <a:extLst>
              <a:ext uri="{FF2B5EF4-FFF2-40B4-BE49-F238E27FC236}">
                <a16:creationId xmlns:a16="http://schemas.microsoft.com/office/drawing/2014/main" id="{0EDF913D-ED30-4995-9C17-963FC297A8EA}"/>
              </a:ext>
            </a:extLst>
          </p:cNvPr>
          <p:cNvSpPr/>
          <p:nvPr/>
        </p:nvSpPr>
        <p:spPr>
          <a:xfrm>
            <a:off x="3233139" y="6128796"/>
            <a:ext cx="1352513" cy="242544"/>
          </a:xfrm>
          <a:prstGeom prst="rect">
            <a:avLst/>
          </a:prstGeom>
          <a:ln>
            <a:solidFill>
              <a:schemeClr val="accent1"/>
            </a:solidFill>
          </a:ln>
        </p:spPr>
        <p:txBody>
          <a:bodyPr wrap="square" rtlCol="0" anchor="ctr">
            <a:spAutoFit/>
          </a:bodyPr>
          <a:lstStyle/>
          <a:p>
            <a:pPr algn="ctr">
              <a:spcAft>
                <a:spcPts val="0"/>
              </a:spcAft>
            </a:pPr>
            <a:endParaRPr lang="zh-CN" altLang="en-US" kern="0" dirty="0">
              <a:solidFill>
                <a:srgbClr val="800000"/>
              </a:solidFill>
              <a:latin typeface="Courier New"/>
              <a:ea typeface="宋体"/>
              <a:cs typeface="Times New Roman"/>
            </a:endParaRPr>
          </a:p>
        </p:txBody>
      </p:sp>
      <p:sp>
        <p:nvSpPr>
          <p:cNvPr id="28" name="矩形 27">
            <a:extLst>
              <a:ext uri="{FF2B5EF4-FFF2-40B4-BE49-F238E27FC236}">
                <a16:creationId xmlns:a16="http://schemas.microsoft.com/office/drawing/2014/main" id="{DE610EE4-8F86-423F-8AAC-465AF2380EC3}"/>
              </a:ext>
            </a:extLst>
          </p:cNvPr>
          <p:cNvSpPr/>
          <p:nvPr/>
        </p:nvSpPr>
        <p:spPr>
          <a:xfrm>
            <a:off x="3233139" y="6344820"/>
            <a:ext cx="1352513"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30" name="文本框 29">
            <a:extLst>
              <a:ext uri="{FF2B5EF4-FFF2-40B4-BE49-F238E27FC236}">
                <a16:creationId xmlns:a16="http://schemas.microsoft.com/office/drawing/2014/main" id="{6EC20FF3-864A-4F0B-9099-5422E5815F6B}"/>
              </a:ext>
            </a:extLst>
          </p:cNvPr>
          <p:cNvSpPr txBox="1"/>
          <p:nvPr/>
        </p:nvSpPr>
        <p:spPr>
          <a:xfrm>
            <a:off x="2407271" y="3049566"/>
            <a:ext cx="825867" cy="369332"/>
          </a:xfrm>
          <a:prstGeom prst="rect">
            <a:avLst/>
          </a:prstGeom>
          <a:noFill/>
        </p:spPr>
        <p:txBody>
          <a:bodyPr wrap="none" rtlCol="0">
            <a:spAutoFit/>
          </a:bodyPr>
          <a:lstStyle/>
          <a:p>
            <a:r>
              <a:rPr lang="en-US" altLang="zh-CN" dirty="0">
                <a:solidFill>
                  <a:schemeClr val="accent2">
                    <a:lumMod val="75000"/>
                  </a:schemeClr>
                </a:solidFill>
              </a:rPr>
              <a:t>30000</a:t>
            </a:r>
            <a:endParaRPr lang="zh-CN" altLang="en-US" dirty="0"/>
          </a:p>
        </p:txBody>
      </p:sp>
      <p:sp>
        <p:nvSpPr>
          <p:cNvPr id="31" name="文本框 30">
            <a:extLst>
              <a:ext uri="{FF2B5EF4-FFF2-40B4-BE49-F238E27FC236}">
                <a16:creationId xmlns:a16="http://schemas.microsoft.com/office/drawing/2014/main" id="{91C39E6C-DE7D-4F21-8863-6C4C8E79A803}"/>
              </a:ext>
            </a:extLst>
          </p:cNvPr>
          <p:cNvSpPr txBox="1"/>
          <p:nvPr/>
        </p:nvSpPr>
        <p:spPr>
          <a:xfrm>
            <a:off x="3302851" y="5822275"/>
            <a:ext cx="1064655" cy="369332"/>
          </a:xfrm>
          <a:prstGeom prst="rect">
            <a:avLst/>
          </a:prstGeom>
          <a:noFill/>
        </p:spPr>
        <p:txBody>
          <a:bodyPr wrap="square">
            <a:spAutoFit/>
          </a:bodyPr>
          <a:lstStyle/>
          <a:p>
            <a:r>
              <a:rPr lang="en-US" altLang="zh-CN" dirty="0"/>
              <a:t>30000</a:t>
            </a:r>
            <a:endParaRPr lang="zh-CN" altLang="en-US" dirty="0"/>
          </a:p>
        </p:txBody>
      </p:sp>
      <p:sp>
        <p:nvSpPr>
          <p:cNvPr id="32" name="文本框 31">
            <a:extLst>
              <a:ext uri="{FF2B5EF4-FFF2-40B4-BE49-F238E27FC236}">
                <a16:creationId xmlns:a16="http://schemas.microsoft.com/office/drawing/2014/main" id="{0A8D31F4-1A4D-40F0-99A9-85E862EB2E83}"/>
              </a:ext>
            </a:extLst>
          </p:cNvPr>
          <p:cNvSpPr txBox="1"/>
          <p:nvPr/>
        </p:nvSpPr>
        <p:spPr>
          <a:xfrm>
            <a:off x="4688688" y="5844179"/>
            <a:ext cx="415498" cy="369332"/>
          </a:xfrm>
          <a:prstGeom prst="rect">
            <a:avLst/>
          </a:prstGeom>
          <a:noFill/>
        </p:spPr>
        <p:txBody>
          <a:bodyPr wrap="none" rtlCol="0">
            <a:spAutoFit/>
          </a:bodyPr>
          <a:lstStyle/>
          <a:p>
            <a:r>
              <a:rPr lang="en-US" altLang="zh-CN" dirty="0" err="1"/>
              <a:t>lst</a:t>
            </a:r>
            <a:endParaRPr lang="zh-CN" altLang="en-US" dirty="0"/>
          </a:p>
        </p:txBody>
      </p:sp>
      <p:sp>
        <p:nvSpPr>
          <p:cNvPr id="33" name="文本框 32">
            <a:extLst>
              <a:ext uri="{FF2B5EF4-FFF2-40B4-BE49-F238E27FC236}">
                <a16:creationId xmlns:a16="http://schemas.microsoft.com/office/drawing/2014/main" id="{D4FA86F5-90F9-4B73-919B-39EDA2DE4E15}"/>
              </a:ext>
            </a:extLst>
          </p:cNvPr>
          <p:cNvSpPr txBox="1"/>
          <p:nvPr/>
        </p:nvSpPr>
        <p:spPr>
          <a:xfrm>
            <a:off x="4670132" y="6265263"/>
            <a:ext cx="877163" cy="369332"/>
          </a:xfrm>
          <a:prstGeom prst="rect">
            <a:avLst/>
          </a:prstGeom>
          <a:noFill/>
        </p:spPr>
        <p:txBody>
          <a:bodyPr wrap="none" rtlCol="0">
            <a:spAutoFit/>
          </a:bodyPr>
          <a:lstStyle/>
          <a:p>
            <a:r>
              <a:rPr lang="zh-CN" altLang="en-US" dirty="0"/>
              <a:t>形参</a:t>
            </a:r>
            <a:r>
              <a:rPr lang="en-US" altLang="zh-CN" dirty="0" err="1"/>
              <a:t>lst</a:t>
            </a:r>
            <a:endParaRPr lang="zh-CN" altLang="en-US" dirty="0"/>
          </a:p>
        </p:txBody>
      </p:sp>
      <p:sp>
        <p:nvSpPr>
          <p:cNvPr id="35" name="文本框 34">
            <a:extLst>
              <a:ext uri="{FF2B5EF4-FFF2-40B4-BE49-F238E27FC236}">
                <a16:creationId xmlns:a16="http://schemas.microsoft.com/office/drawing/2014/main" id="{80FEEBD0-4AAE-416C-BD8D-61A92BFB164A}"/>
              </a:ext>
            </a:extLst>
          </p:cNvPr>
          <p:cNvSpPr txBox="1"/>
          <p:nvPr/>
        </p:nvSpPr>
        <p:spPr>
          <a:xfrm>
            <a:off x="3293202" y="6249345"/>
            <a:ext cx="1064655" cy="369332"/>
          </a:xfrm>
          <a:prstGeom prst="rect">
            <a:avLst/>
          </a:prstGeom>
          <a:noFill/>
        </p:spPr>
        <p:txBody>
          <a:bodyPr wrap="square">
            <a:spAutoFit/>
          </a:bodyPr>
          <a:lstStyle/>
          <a:p>
            <a:r>
              <a:rPr lang="en-US" altLang="zh-CN" dirty="0"/>
              <a:t>30000</a:t>
            </a:r>
            <a:endParaRPr lang="zh-CN" altLang="en-US" dirty="0"/>
          </a:p>
        </p:txBody>
      </p:sp>
      <p:sp>
        <p:nvSpPr>
          <p:cNvPr id="36" name="任意多边形: 形状 35">
            <a:extLst>
              <a:ext uri="{FF2B5EF4-FFF2-40B4-BE49-F238E27FC236}">
                <a16:creationId xmlns:a16="http://schemas.microsoft.com/office/drawing/2014/main" id="{C258506D-0C2F-4E1F-AAF2-F55EA4963E97}"/>
              </a:ext>
            </a:extLst>
          </p:cNvPr>
          <p:cNvSpPr/>
          <p:nvPr/>
        </p:nvSpPr>
        <p:spPr>
          <a:xfrm>
            <a:off x="2631165" y="3243495"/>
            <a:ext cx="761902" cy="2801923"/>
          </a:xfrm>
          <a:custGeom>
            <a:avLst/>
            <a:gdLst>
              <a:gd name="connsiteX0" fmla="*/ 1236656 w 1236656"/>
              <a:gd name="connsiteY0" fmla="*/ 2801923 h 2801923"/>
              <a:gd name="connsiteX1" fmla="*/ 1060487 w 1236656"/>
              <a:gd name="connsiteY1" fmla="*/ 2743200 h 2801923"/>
              <a:gd name="connsiteX2" fmla="*/ 699760 w 1236656"/>
              <a:gd name="connsiteY2" fmla="*/ 2600587 h 2801923"/>
              <a:gd name="connsiteX3" fmla="*/ 573925 w 1236656"/>
              <a:gd name="connsiteY3" fmla="*/ 2516697 h 2801923"/>
              <a:gd name="connsiteX4" fmla="*/ 506813 w 1236656"/>
              <a:gd name="connsiteY4" fmla="*/ 2449585 h 2801923"/>
              <a:gd name="connsiteX5" fmla="*/ 473257 w 1236656"/>
              <a:gd name="connsiteY5" fmla="*/ 2416029 h 2801923"/>
              <a:gd name="connsiteX6" fmla="*/ 431312 w 1236656"/>
              <a:gd name="connsiteY6" fmla="*/ 2365695 h 2801923"/>
              <a:gd name="connsiteX7" fmla="*/ 372589 w 1236656"/>
              <a:gd name="connsiteY7" fmla="*/ 2315362 h 2801923"/>
              <a:gd name="connsiteX8" fmla="*/ 271922 w 1236656"/>
              <a:gd name="connsiteY8" fmla="*/ 2164360 h 2801923"/>
              <a:gd name="connsiteX9" fmla="*/ 204810 w 1236656"/>
              <a:gd name="connsiteY9" fmla="*/ 2072081 h 2801923"/>
              <a:gd name="connsiteX10" fmla="*/ 104142 w 1236656"/>
              <a:gd name="connsiteY10" fmla="*/ 1862356 h 2801923"/>
              <a:gd name="connsiteX11" fmla="*/ 62197 w 1236656"/>
              <a:gd name="connsiteY11" fmla="*/ 1770077 h 2801923"/>
              <a:gd name="connsiteX12" fmla="*/ 11863 w 1236656"/>
              <a:gd name="connsiteY12" fmla="*/ 1585519 h 2801923"/>
              <a:gd name="connsiteX13" fmla="*/ 11863 w 1236656"/>
              <a:gd name="connsiteY13" fmla="*/ 1124125 h 2801923"/>
              <a:gd name="connsiteX14" fmla="*/ 171254 w 1236656"/>
              <a:gd name="connsiteY14" fmla="*/ 830510 h 2801923"/>
              <a:gd name="connsiteX15" fmla="*/ 246755 w 1236656"/>
              <a:gd name="connsiteY15" fmla="*/ 738231 h 2801923"/>
              <a:gd name="connsiteX16" fmla="*/ 305478 w 1236656"/>
              <a:gd name="connsiteY16" fmla="*/ 687897 h 2801923"/>
              <a:gd name="connsiteX17" fmla="*/ 364200 w 1236656"/>
              <a:gd name="connsiteY17" fmla="*/ 612396 h 2801923"/>
              <a:gd name="connsiteX18" fmla="*/ 422923 w 1236656"/>
              <a:gd name="connsiteY18" fmla="*/ 562062 h 2801923"/>
              <a:gd name="connsiteX19" fmla="*/ 540369 w 1236656"/>
              <a:gd name="connsiteY19" fmla="*/ 453006 h 2801923"/>
              <a:gd name="connsiteX20" fmla="*/ 573925 w 1236656"/>
              <a:gd name="connsiteY20" fmla="*/ 436228 h 2801923"/>
              <a:gd name="connsiteX21" fmla="*/ 590703 w 1236656"/>
              <a:gd name="connsiteY21" fmla="*/ 411061 h 2801923"/>
              <a:gd name="connsiteX22" fmla="*/ 615870 w 1236656"/>
              <a:gd name="connsiteY22" fmla="*/ 402672 h 2801923"/>
              <a:gd name="connsiteX23" fmla="*/ 624259 w 1236656"/>
              <a:gd name="connsiteY23" fmla="*/ 377505 h 2801923"/>
              <a:gd name="connsiteX24" fmla="*/ 657815 w 1236656"/>
              <a:gd name="connsiteY24" fmla="*/ 360727 h 2801923"/>
              <a:gd name="connsiteX25" fmla="*/ 708149 w 1236656"/>
              <a:gd name="connsiteY25" fmla="*/ 302004 h 2801923"/>
              <a:gd name="connsiteX26" fmla="*/ 817206 w 1236656"/>
              <a:gd name="connsiteY26" fmla="*/ 209725 h 2801923"/>
              <a:gd name="connsiteX27" fmla="*/ 833984 w 1236656"/>
              <a:gd name="connsiteY27" fmla="*/ 184558 h 2801923"/>
              <a:gd name="connsiteX28" fmla="*/ 884318 w 1236656"/>
              <a:gd name="connsiteY28" fmla="*/ 134224 h 2801923"/>
              <a:gd name="connsiteX29" fmla="*/ 901096 w 1236656"/>
              <a:gd name="connsiteY29" fmla="*/ 109057 h 2801923"/>
              <a:gd name="connsiteX30" fmla="*/ 909485 w 1236656"/>
              <a:gd name="connsiteY30" fmla="*/ 83890 h 2801923"/>
              <a:gd name="connsiteX31" fmla="*/ 934652 w 1236656"/>
              <a:gd name="connsiteY31" fmla="*/ 75501 h 2801923"/>
              <a:gd name="connsiteX32" fmla="*/ 951430 w 1236656"/>
              <a:gd name="connsiteY32" fmla="*/ 50334 h 2801923"/>
              <a:gd name="connsiteX33" fmla="*/ 984986 w 1236656"/>
              <a:gd name="connsiteY33" fmla="*/ 33556 h 2801923"/>
              <a:gd name="connsiteX34" fmla="*/ 1035320 w 1236656"/>
              <a:gd name="connsiteY34" fmla="*/ 16778 h 2801923"/>
              <a:gd name="connsiteX35" fmla="*/ 1060487 w 1236656"/>
              <a:gd name="connsiteY35" fmla="*/ 8389 h 2801923"/>
              <a:gd name="connsiteX36" fmla="*/ 1077265 w 1236656"/>
              <a:gd name="connsiteY36" fmla="*/ 0 h 2801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236656" h="2801923">
                <a:moveTo>
                  <a:pt x="1236656" y="2801923"/>
                </a:moveTo>
                <a:cubicBezTo>
                  <a:pt x="1110164" y="2751326"/>
                  <a:pt x="1336785" y="2840717"/>
                  <a:pt x="1060487" y="2743200"/>
                </a:cubicBezTo>
                <a:cubicBezTo>
                  <a:pt x="971209" y="2711690"/>
                  <a:pt x="805687" y="2660171"/>
                  <a:pt x="699760" y="2600587"/>
                </a:cubicBezTo>
                <a:cubicBezTo>
                  <a:pt x="674288" y="2586259"/>
                  <a:pt x="597545" y="2537168"/>
                  <a:pt x="573925" y="2516697"/>
                </a:cubicBezTo>
                <a:cubicBezTo>
                  <a:pt x="550017" y="2495977"/>
                  <a:pt x="529184" y="2471956"/>
                  <a:pt x="506813" y="2449585"/>
                </a:cubicBezTo>
                <a:cubicBezTo>
                  <a:pt x="495628" y="2438400"/>
                  <a:pt x="483384" y="2428181"/>
                  <a:pt x="473257" y="2416029"/>
                </a:cubicBezTo>
                <a:cubicBezTo>
                  <a:pt x="459275" y="2399251"/>
                  <a:pt x="446755" y="2381138"/>
                  <a:pt x="431312" y="2365695"/>
                </a:cubicBezTo>
                <a:cubicBezTo>
                  <a:pt x="413082" y="2347465"/>
                  <a:pt x="390132" y="2334254"/>
                  <a:pt x="372589" y="2315362"/>
                </a:cubicBezTo>
                <a:cubicBezTo>
                  <a:pt x="323195" y="2262168"/>
                  <a:pt x="312730" y="2225572"/>
                  <a:pt x="271922" y="2164360"/>
                </a:cubicBezTo>
                <a:cubicBezTo>
                  <a:pt x="250824" y="2132714"/>
                  <a:pt x="223281" y="2105329"/>
                  <a:pt x="204810" y="2072081"/>
                </a:cubicBezTo>
                <a:cubicBezTo>
                  <a:pt x="167151" y="2004295"/>
                  <a:pt x="137254" y="1932476"/>
                  <a:pt x="104142" y="1862356"/>
                </a:cubicBezTo>
                <a:cubicBezTo>
                  <a:pt x="89714" y="1831803"/>
                  <a:pt x="71906" y="1802440"/>
                  <a:pt x="62197" y="1770077"/>
                </a:cubicBezTo>
                <a:cubicBezTo>
                  <a:pt x="27091" y="1653057"/>
                  <a:pt x="44111" y="1714510"/>
                  <a:pt x="11863" y="1585519"/>
                </a:cubicBezTo>
                <a:cubicBezTo>
                  <a:pt x="-357" y="1402219"/>
                  <a:pt x="-7189" y="1357517"/>
                  <a:pt x="11863" y="1124125"/>
                </a:cubicBezTo>
                <a:cubicBezTo>
                  <a:pt x="18591" y="1041708"/>
                  <a:pt x="169336" y="832854"/>
                  <a:pt x="171254" y="830510"/>
                </a:cubicBezTo>
                <a:cubicBezTo>
                  <a:pt x="196421" y="799750"/>
                  <a:pt x="219516" y="767172"/>
                  <a:pt x="246755" y="738231"/>
                </a:cubicBezTo>
                <a:cubicBezTo>
                  <a:pt x="264424" y="719457"/>
                  <a:pt x="287887" y="706744"/>
                  <a:pt x="305478" y="687897"/>
                </a:cubicBezTo>
                <a:cubicBezTo>
                  <a:pt x="327232" y="664589"/>
                  <a:pt x="342446" y="635704"/>
                  <a:pt x="364200" y="612396"/>
                </a:cubicBezTo>
                <a:cubicBezTo>
                  <a:pt x="381791" y="593549"/>
                  <a:pt x="404180" y="579764"/>
                  <a:pt x="422923" y="562062"/>
                </a:cubicBezTo>
                <a:cubicBezTo>
                  <a:pt x="469540" y="518035"/>
                  <a:pt x="491243" y="481078"/>
                  <a:pt x="540369" y="453006"/>
                </a:cubicBezTo>
                <a:cubicBezTo>
                  <a:pt x="551227" y="446801"/>
                  <a:pt x="562740" y="441821"/>
                  <a:pt x="573925" y="436228"/>
                </a:cubicBezTo>
                <a:cubicBezTo>
                  <a:pt x="579518" y="427839"/>
                  <a:pt x="582830" y="417359"/>
                  <a:pt x="590703" y="411061"/>
                </a:cubicBezTo>
                <a:cubicBezTo>
                  <a:pt x="597608" y="405537"/>
                  <a:pt x="609617" y="408925"/>
                  <a:pt x="615870" y="402672"/>
                </a:cubicBezTo>
                <a:cubicBezTo>
                  <a:pt x="622123" y="396419"/>
                  <a:pt x="618006" y="383758"/>
                  <a:pt x="624259" y="377505"/>
                </a:cubicBezTo>
                <a:cubicBezTo>
                  <a:pt x="633102" y="368662"/>
                  <a:pt x="647811" y="368230"/>
                  <a:pt x="657815" y="360727"/>
                </a:cubicBezTo>
                <a:cubicBezTo>
                  <a:pt x="766935" y="278887"/>
                  <a:pt x="638978" y="366564"/>
                  <a:pt x="708149" y="302004"/>
                </a:cubicBezTo>
                <a:cubicBezTo>
                  <a:pt x="742962" y="269512"/>
                  <a:pt x="790791" y="249347"/>
                  <a:pt x="817206" y="209725"/>
                </a:cubicBezTo>
                <a:cubicBezTo>
                  <a:pt x="822799" y="201336"/>
                  <a:pt x="827286" y="192094"/>
                  <a:pt x="833984" y="184558"/>
                </a:cubicBezTo>
                <a:cubicBezTo>
                  <a:pt x="849748" y="166824"/>
                  <a:pt x="871156" y="153967"/>
                  <a:pt x="884318" y="134224"/>
                </a:cubicBezTo>
                <a:cubicBezTo>
                  <a:pt x="889911" y="125835"/>
                  <a:pt x="896587" y="118075"/>
                  <a:pt x="901096" y="109057"/>
                </a:cubicBezTo>
                <a:cubicBezTo>
                  <a:pt x="905051" y="101148"/>
                  <a:pt x="903232" y="90143"/>
                  <a:pt x="909485" y="83890"/>
                </a:cubicBezTo>
                <a:cubicBezTo>
                  <a:pt x="915738" y="77637"/>
                  <a:pt x="926263" y="78297"/>
                  <a:pt x="934652" y="75501"/>
                </a:cubicBezTo>
                <a:cubicBezTo>
                  <a:pt x="940245" y="67112"/>
                  <a:pt x="943685" y="56789"/>
                  <a:pt x="951430" y="50334"/>
                </a:cubicBezTo>
                <a:cubicBezTo>
                  <a:pt x="961037" y="42328"/>
                  <a:pt x="973375" y="38200"/>
                  <a:pt x="984986" y="33556"/>
                </a:cubicBezTo>
                <a:cubicBezTo>
                  <a:pt x="1001407" y="26988"/>
                  <a:pt x="1018542" y="22371"/>
                  <a:pt x="1035320" y="16778"/>
                </a:cubicBezTo>
                <a:cubicBezTo>
                  <a:pt x="1043709" y="13982"/>
                  <a:pt x="1052578" y="12344"/>
                  <a:pt x="1060487" y="8389"/>
                </a:cubicBezTo>
                <a:lnTo>
                  <a:pt x="1077265" y="0"/>
                </a:lnTo>
              </a:path>
            </a:pathLst>
          </a:custGeom>
          <a:noFill/>
          <a:ln>
            <a:solidFill>
              <a:schemeClr val="accent1"/>
            </a:solidFill>
            <a:headEnd type="none" w="med" len="med"/>
            <a:tailEnd type="arrow" w="med" len="med"/>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charset="0"/>
            </a:endParaRPr>
          </a:p>
        </p:txBody>
      </p:sp>
      <p:sp>
        <p:nvSpPr>
          <p:cNvPr id="37" name="任意多边形: 形状 36">
            <a:extLst>
              <a:ext uri="{FF2B5EF4-FFF2-40B4-BE49-F238E27FC236}">
                <a16:creationId xmlns:a16="http://schemas.microsoft.com/office/drawing/2014/main" id="{7DDFEC3B-DC28-454E-B449-A51FAC05206E}"/>
              </a:ext>
            </a:extLst>
          </p:cNvPr>
          <p:cNvSpPr/>
          <p:nvPr/>
        </p:nvSpPr>
        <p:spPr>
          <a:xfrm>
            <a:off x="2294107" y="3234402"/>
            <a:ext cx="979598" cy="3255765"/>
          </a:xfrm>
          <a:custGeom>
            <a:avLst/>
            <a:gdLst>
              <a:gd name="connsiteX0" fmla="*/ 1140905 w 1140905"/>
              <a:gd name="connsiteY0" fmla="*/ 3020740 h 3020740"/>
              <a:gd name="connsiteX1" fmla="*/ 679511 w 1140905"/>
              <a:gd name="connsiteY1" fmla="*/ 2970406 h 3020740"/>
              <a:gd name="connsiteX2" fmla="*/ 478175 w 1140905"/>
              <a:gd name="connsiteY2" fmla="*/ 2836182 h 3020740"/>
              <a:gd name="connsiteX3" fmla="*/ 411063 w 1140905"/>
              <a:gd name="connsiteY3" fmla="*/ 2777459 h 3020740"/>
              <a:gd name="connsiteX4" fmla="*/ 276839 w 1140905"/>
              <a:gd name="connsiteY4" fmla="*/ 2576123 h 3020740"/>
              <a:gd name="connsiteX5" fmla="*/ 260061 w 1140905"/>
              <a:gd name="connsiteY5" fmla="*/ 2509011 h 3020740"/>
              <a:gd name="connsiteX6" fmla="*/ 226505 w 1140905"/>
              <a:gd name="connsiteY6" fmla="*/ 2358009 h 3020740"/>
              <a:gd name="connsiteX7" fmla="*/ 176172 w 1140905"/>
              <a:gd name="connsiteY7" fmla="*/ 2114729 h 3020740"/>
              <a:gd name="connsiteX8" fmla="*/ 83893 w 1140905"/>
              <a:gd name="connsiteY8" fmla="*/ 1863059 h 3020740"/>
              <a:gd name="connsiteX9" fmla="*/ 25170 w 1140905"/>
              <a:gd name="connsiteY9" fmla="*/ 1644945 h 3020740"/>
              <a:gd name="connsiteX10" fmla="*/ 8392 w 1140905"/>
              <a:gd name="connsiteY10" fmla="*/ 1552666 h 3020740"/>
              <a:gd name="connsiteX11" fmla="*/ 25170 w 1140905"/>
              <a:gd name="connsiteY11" fmla="*/ 998993 h 3020740"/>
              <a:gd name="connsiteX12" fmla="*/ 184561 w 1140905"/>
              <a:gd name="connsiteY12" fmla="*/ 738934 h 3020740"/>
              <a:gd name="connsiteX13" fmla="*/ 394285 w 1140905"/>
              <a:gd name="connsiteY13" fmla="*/ 529209 h 3020740"/>
              <a:gd name="connsiteX14" fmla="*/ 478175 w 1140905"/>
              <a:gd name="connsiteY14" fmla="*/ 445320 h 3020740"/>
              <a:gd name="connsiteX15" fmla="*/ 511731 w 1140905"/>
              <a:gd name="connsiteY15" fmla="*/ 403375 h 3020740"/>
              <a:gd name="connsiteX16" fmla="*/ 578843 w 1140905"/>
              <a:gd name="connsiteY16" fmla="*/ 344652 h 3020740"/>
              <a:gd name="connsiteX17" fmla="*/ 671122 w 1140905"/>
              <a:gd name="connsiteY17" fmla="*/ 243984 h 3020740"/>
              <a:gd name="connsiteX18" fmla="*/ 713067 w 1140905"/>
              <a:gd name="connsiteY18" fmla="*/ 168483 h 3020740"/>
              <a:gd name="connsiteX19" fmla="*/ 746623 w 1140905"/>
              <a:gd name="connsiteY19" fmla="*/ 134927 h 3020740"/>
              <a:gd name="connsiteX20" fmla="*/ 755012 w 1140905"/>
              <a:gd name="connsiteY20" fmla="*/ 109760 h 3020740"/>
              <a:gd name="connsiteX21" fmla="*/ 813735 w 1140905"/>
              <a:gd name="connsiteY21" fmla="*/ 51037 h 3020740"/>
              <a:gd name="connsiteX22" fmla="*/ 830513 w 1140905"/>
              <a:gd name="connsiteY22" fmla="*/ 25870 h 3020740"/>
              <a:gd name="connsiteX23" fmla="*/ 880847 w 1140905"/>
              <a:gd name="connsiteY23" fmla="*/ 703 h 3020740"/>
              <a:gd name="connsiteX24" fmla="*/ 914403 w 1140905"/>
              <a:gd name="connsiteY24" fmla="*/ 703 h 3020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40905" h="3020740">
                <a:moveTo>
                  <a:pt x="1140905" y="3020740"/>
                </a:moveTo>
                <a:cubicBezTo>
                  <a:pt x="987107" y="3003962"/>
                  <a:pt x="828550" y="3011911"/>
                  <a:pt x="679511" y="2970406"/>
                </a:cubicBezTo>
                <a:cubicBezTo>
                  <a:pt x="601809" y="2948767"/>
                  <a:pt x="538877" y="2889296"/>
                  <a:pt x="478175" y="2836182"/>
                </a:cubicBezTo>
                <a:cubicBezTo>
                  <a:pt x="455804" y="2816608"/>
                  <a:pt x="430568" y="2799890"/>
                  <a:pt x="411063" y="2777459"/>
                </a:cubicBezTo>
                <a:cubicBezTo>
                  <a:pt x="366936" y="2726713"/>
                  <a:pt x="303409" y="2646977"/>
                  <a:pt x="276839" y="2576123"/>
                </a:cubicBezTo>
                <a:cubicBezTo>
                  <a:pt x="268742" y="2554532"/>
                  <a:pt x="265246" y="2531480"/>
                  <a:pt x="260061" y="2509011"/>
                </a:cubicBezTo>
                <a:cubicBezTo>
                  <a:pt x="248467" y="2458770"/>
                  <a:pt x="236153" y="2408660"/>
                  <a:pt x="226505" y="2358009"/>
                </a:cubicBezTo>
                <a:cubicBezTo>
                  <a:pt x="219039" y="2318810"/>
                  <a:pt x="195720" y="2178262"/>
                  <a:pt x="176172" y="2114729"/>
                </a:cubicBezTo>
                <a:cubicBezTo>
                  <a:pt x="74274" y="1783559"/>
                  <a:pt x="173698" y="2112517"/>
                  <a:pt x="83893" y="1863059"/>
                </a:cubicBezTo>
                <a:cubicBezTo>
                  <a:pt x="57696" y="1790290"/>
                  <a:pt x="40909" y="1720490"/>
                  <a:pt x="25170" y="1644945"/>
                </a:cubicBezTo>
                <a:cubicBezTo>
                  <a:pt x="18794" y="1614338"/>
                  <a:pt x="13985" y="1583426"/>
                  <a:pt x="8392" y="1552666"/>
                </a:cubicBezTo>
                <a:cubicBezTo>
                  <a:pt x="3427" y="1388809"/>
                  <a:pt x="-14608" y="1161422"/>
                  <a:pt x="25170" y="998993"/>
                </a:cubicBezTo>
                <a:cubicBezTo>
                  <a:pt x="33662" y="964319"/>
                  <a:pt x="162272" y="766572"/>
                  <a:pt x="184561" y="738934"/>
                </a:cubicBezTo>
                <a:cubicBezTo>
                  <a:pt x="281925" y="618202"/>
                  <a:pt x="298059" y="620624"/>
                  <a:pt x="394285" y="529209"/>
                </a:cubicBezTo>
                <a:cubicBezTo>
                  <a:pt x="422956" y="501972"/>
                  <a:pt x="451192" y="474230"/>
                  <a:pt x="478175" y="445320"/>
                </a:cubicBezTo>
                <a:cubicBezTo>
                  <a:pt x="490392" y="432230"/>
                  <a:pt x="499070" y="416036"/>
                  <a:pt x="511731" y="403375"/>
                </a:cubicBezTo>
                <a:cubicBezTo>
                  <a:pt x="577307" y="337799"/>
                  <a:pt x="513491" y="423074"/>
                  <a:pt x="578843" y="344652"/>
                </a:cubicBezTo>
                <a:cubicBezTo>
                  <a:pt x="780247" y="102967"/>
                  <a:pt x="517488" y="397618"/>
                  <a:pt x="671122" y="243984"/>
                </a:cubicBezTo>
                <a:cubicBezTo>
                  <a:pt x="687859" y="227247"/>
                  <a:pt x="702827" y="183111"/>
                  <a:pt x="713067" y="168483"/>
                </a:cubicBezTo>
                <a:cubicBezTo>
                  <a:pt x="722138" y="155524"/>
                  <a:pt x="735438" y="146112"/>
                  <a:pt x="746623" y="134927"/>
                </a:cubicBezTo>
                <a:cubicBezTo>
                  <a:pt x="749419" y="126538"/>
                  <a:pt x="750325" y="117259"/>
                  <a:pt x="755012" y="109760"/>
                </a:cubicBezTo>
                <a:cubicBezTo>
                  <a:pt x="779921" y="69906"/>
                  <a:pt x="782086" y="72137"/>
                  <a:pt x="813735" y="51037"/>
                </a:cubicBezTo>
                <a:cubicBezTo>
                  <a:pt x="819328" y="42648"/>
                  <a:pt x="823384" y="32999"/>
                  <a:pt x="830513" y="25870"/>
                </a:cubicBezTo>
                <a:cubicBezTo>
                  <a:pt x="841589" y="14794"/>
                  <a:pt x="864927" y="2977"/>
                  <a:pt x="880847" y="703"/>
                </a:cubicBezTo>
                <a:cubicBezTo>
                  <a:pt x="891920" y="-879"/>
                  <a:pt x="903218" y="703"/>
                  <a:pt x="914403" y="703"/>
                </a:cubicBezTo>
              </a:path>
            </a:pathLst>
          </a:custGeom>
          <a:noFill/>
          <a:ln>
            <a:solidFill>
              <a:srgbClr val="FF0000"/>
            </a:solidFill>
            <a:headEnd type="none" w="med" len="med"/>
            <a:tailEnd type="arrow" w="med" len="med"/>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charset="0"/>
            </a:endParaRPr>
          </a:p>
        </p:txBody>
      </p:sp>
      <p:sp>
        <p:nvSpPr>
          <p:cNvPr id="39" name="箭头: 右 38">
            <a:extLst>
              <a:ext uri="{FF2B5EF4-FFF2-40B4-BE49-F238E27FC236}">
                <a16:creationId xmlns:a16="http://schemas.microsoft.com/office/drawing/2014/main" id="{1D27427D-1750-4572-8F64-16311DC43CD4}"/>
              </a:ext>
            </a:extLst>
          </p:cNvPr>
          <p:cNvSpPr/>
          <p:nvPr/>
        </p:nvSpPr>
        <p:spPr>
          <a:xfrm>
            <a:off x="5149857" y="4268514"/>
            <a:ext cx="501557" cy="200154"/>
          </a:xfrm>
          <a:prstGeom prst="rightArrow">
            <a:avLst/>
          </a:prstGeom>
          <a:solidFill>
            <a:srgbClr val="FF0000"/>
          </a:solidFill>
          <a:ln>
            <a:solidFill>
              <a:srgbClr val="7030A0"/>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40" name="矩形 39">
            <a:extLst>
              <a:ext uri="{FF2B5EF4-FFF2-40B4-BE49-F238E27FC236}">
                <a16:creationId xmlns:a16="http://schemas.microsoft.com/office/drawing/2014/main" id="{5BE48574-554E-40EC-B73C-F810DFB95D34}"/>
              </a:ext>
            </a:extLst>
          </p:cNvPr>
          <p:cNvSpPr/>
          <p:nvPr/>
        </p:nvSpPr>
        <p:spPr>
          <a:xfrm>
            <a:off x="6647942" y="2663257"/>
            <a:ext cx="1352513"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41" name="矩形 40">
            <a:extLst>
              <a:ext uri="{FF2B5EF4-FFF2-40B4-BE49-F238E27FC236}">
                <a16:creationId xmlns:a16="http://schemas.microsoft.com/office/drawing/2014/main" id="{7C6C7B8B-4C6C-4F07-A4A8-5AAB4E412A03}"/>
              </a:ext>
            </a:extLst>
          </p:cNvPr>
          <p:cNvSpPr/>
          <p:nvPr/>
        </p:nvSpPr>
        <p:spPr>
          <a:xfrm>
            <a:off x="6647942" y="2879281"/>
            <a:ext cx="1352513"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42" name="矩形 41">
            <a:extLst>
              <a:ext uri="{FF2B5EF4-FFF2-40B4-BE49-F238E27FC236}">
                <a16:creationId xmlns:a16="http://schemas.microsoft.com/office/drawing/2014/main" id="{5289B885-3CE9-4F57-9663-ECC315D95B6D}"/>
              </a:ext>
            </a:extLst>
          </p:cNvPr>
          <p:cNvSpPr/>
          <p:nvPr/>
        </p:nvSpPr>
        <p:spPr>
          <a:xfrm>
            <a:off x="6647942" y="3103694"/>
            <a:ext cx="1352513" cy="242544"/>
          </a:xfrm>
          <a:prstGeom prst="rect">
            <a:avLst/>
          </a:prstGeom>
          <a:solidFill>
            <a:srgbClr val="00B0F0"/>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43" name="矩形 42">
            <a:extLst>
              <a:ext uri="{FF2B5EF4-FFF2-40B4-BE49-F238E27FC236}">
                <a16:creationId xmlns:a16="http://schemas.microsoft.com/office/drawing/2014/main" id="{A464EDC9-2FD3-49AE-AB17-80D52E18CE70}"/>
              </a:ext>
            </a:extLst>
          </p:cNvPr>
          <p:cNvSpPr/>
          <p:nvPr/>
        </p:nvSpPr>
        <p:spPr>
          <a:xfrm>
            <a:off x="6647942" y="3319718"/>
            <a:ext cx="1352513" cy="242544"/>
          </a:xfrm>
          <a:prstGeom prst="rect">
            <a:avLst/>
          </a:prstGeom>
          <a:solidFill>
            <a:srgbClr val="00B0F0"/>
          </a:solidFill>
          <a:ln>
            <a:solidFill>
              <a:schemeClr val="accent1"/>
            </a:solidFill>
          </a:ln>
        </p:spPr>
        <p:txBody>
          <a:bodyPr wrap="square" rtlCol="0" anchor="ctr">
            <a:spAutoFit/>
          </a:bodyPr>
          <a:lstStyle/>
          <a:p>
            <a:pPr algn="ctr">
              <a:spcAft>
                <a:spcPts val="0"/>
              </a:spcAft>
            </a:pPr>
            <a:endParaRPr lang="zh-CN" altLang="en-US" kern="0" dirty="0">
              <a:solidFill>
                <a:srgbClr val="800000"/>
              </a:solidFill>
              <a:latin typeface="Courier New"/>
              <a:ea typeface="宋体"/>
              <a:cs typeface="Times New Roman"/>
            </a:endParaRPr>
          </a:p>
        </p:txBody>
      </p:sp>
      <p:sp>
        <p:nvSpPr>
          <p:cNvPr id="44" name="矩形 43">
            <a:extLst>
              <a:ext uri="{FF2B5EF4-FFF2-40B4-BE49-F238E27FC236}">
                <a16:creationId xmlns:a16="http://schemas.microsoft.com/office/drawing/2014/main" id="{DAFD0EFF-7BE7-4F15-8405-3AC43A8FCB39}"/>
              </a:ext>
            </a:extLst>
          </p:cNvPr>
          <p:cNvSpPr/>
          <p:nvPr/>
        </p:nvSpPr>
        <p:spPr>
          <a:xfrm>
            <a:off x="6647942" y="3535742"/>
            <a:ext cx="1352513" cy="242544"/>
          </a:xfrm>
          <a:prstGeom prst="rect">
            <a:avLst/>
          </a:prstGeom>
          <a:solidFill>
            <a:srgbClr val="00B0F0"/>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45" name="矩形 44">
            <a:extLst>
              <a:ext uri="{FF2B5EF4-FFF2-40B4-BE49-F238E27FC236}">
                <a16:creationId xmlns:a16="http://schemas.microsoft.com/office/drawing/2014/main" id="{3336BE21-6825-42B8-AA94-B2AA88AEEBB3}"/>
              </a:ext>
            </a:extLst>
          </p:cNvPr>
          <p:cNvSpPr/>
          <p:nvPr/>
        </p:nvSpPr>
        <p:spPr>
          <a:xfrm>
            <a:off x="6647942" y="3751766"/>
            <a:ext cx="1352513" cy="242544"/>
          </a:xfrm>
          <a:prstGeom prst="rect">
            <a:avLst/>
          </a:prstGeom>
          <a:solidFill>
            <a:srgbClr val="00B0F0"/>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46" name="矩形 45">
            <a:extLst>
              <a:ext uri="{FF2B5EF4-FFF2-40B4-BE49-F238E27FC236}">
                <a16:creationId xmlns:a16="http://schemas.microsoft.com/office/drawing/2014/main" id="{9FE64B57-28B7-43E8-8D40-3AC517FFF821}"/>
              </a:ext>
            </a:extLst>
          </p:cNvPr>
          <p:cNvSpPr/>
          <p:nvPr/>
        </p:nvSpPr>
        <p:spPr>
          <a:xfrm>
            <a:off x="6656421" y="3976180"/>
            <a:ext cx="1352513"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47" name="矩形 46">
            <a:extLst>
              <a:ext uri="{FF2B5EF4-FFF2-40B4-BE49-F238E27FC236}">
                <a16:creationId xmlns:a16="http://schemas.microsoft.com/office/drawing/2014/main" id="{7CB44710-DB93-42C2-8122-4C7A553B6589}"/>
              </a:ext>
            </a:extLst>
          </p:cNvPr>
          <p:cNvSpPr/>
          <p:nvPr/>
        </p:nvSpPr>
        <p:spPr>
          <a:xfrm>
            <a:off x="6656421" y="4192204"/>
            <a:ext cx="1352513"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48" name="矩形 47">
            <a:extLst>
              <a:ext uri="{FF2B5EF4-FFF2-40B4-BE49-F238E27FC236}">
                <a16:creationId xmlns:a16="http://schemas.microsoft.com/office/drawing/2014/main" id="{C7835618-0B5B-464A-A254-129D500237DF}"/>
              </a:ext>
            </a:extLst>
          </p:cNvPr>
          <p:cNvSpPr/>
          <p:nvPr/>
        </p:nvSpPr>
        <p:spPr>
          <a:xfrm>
            <a:off x="6656421" y="4408228"/>
            <a:ext cx="1352513"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49" name="矩形 48">
            <a:extLst>
              <a:ext uri="{FF2B5EF4-FFF2-40B4-BE49-F238E27FC236}">
                <a16:creationId xmlns:a16="http://schemas.microsoft.com/office/drawing/2014/main" id="{B73EB0A6-D06C-4249-B1D9-1DE89443D095}"/>
              </a:ext>
            </a:extLst>
          </p:cNvPr>
          <p:cNvSpPr/>
          <p:nvPr/>
        </p:nvSpPr>
        <p:spPr>
          <a:xfrm>
            <a:off x="6656421" y="4624252"/>
            <a:ext cx="1352513"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50" name="文本框 49">
            <a:extLst>
              <a:ext uri="{FF2B5EF4-FFF2-40B4-BE49-F238E27FC236}">
                <a16:creationId xmlns:a16="http://schemas.microsoft.com/office/drawing/2014/main" id="{6D066C5A-FF1A-4041-A263-70A033BFFCCC}"/>
              </a:ext>
            </a:extLst>
          </p:cNvPr>
          <p:cNvSpPr txBox="1"/>
          <p:nvPr/>
        </p:nvSpPr>
        <p:spPr>
          <a:xfrm>
            <a:off x="6956070" y="3192380"/>
            <a:ext cx="825868" cy="584775"/>
          </a:xfrm>
          <a:prstGeom prst="rect">
            <a:avLst/>
          </a:prstGeom>
          <a:solidFill>
            <a:srgbClr val="00B0F0"/>
          </a:solidFill>
        </p:spPr>
        <p:txBody>
          <a:bodyPr wrap="square" rtlCol="0">
            <a:spAutoFit/>
          </a:bodyPr>
          <a:lstStyle/>
          <a:p>
            <a:r>
              <a:rPr lang="en-US" altLang="zh-CN" sz="3200" dirty="0"/>
              <a:t>[ ]</a:t>
            </a:r>
            <a:endParaRPr lang="zh-CN" altLang="en-US" sz="3200" dirty="0"/>
          </a:p>
        </p:txBody>
      </p:sp>
      <p:sp>
        <p:nvSpPr>
          <p:cNvPr id="51" name="矩形 50">
            <a:extLst>
              <a:ext uri="{FF2B5EF4-FFF2-40B4-BE49-F238E27FC236}">
                <a16:creationId xmlns:a16="http://schemas.microsoft.com/office/drawing/2014/main" id="{D4A08A98-9860-4574-B894-ADBEB10F4FDC}"/>
              </a:ext>
            </a:extLst>
          </p:cNvPr>
          <p:cNvSpPr/>
          <p:nvPr/>
        </p:nvSpPr>
        <p:spPr>
          <a:xfrm>
            <a:off x="6657968" y="4836908"/>
            <a:ext cx="1352513" cy="242544"/>
          </a:xfrm>
          <a:prstGeom prst="rect">
            <a:avLst/>
          </a:prstGeom>
          <a:solidFill>
            <a:srgbClr val="00B0F0"/>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52" name="矩形 51">
            <a:extLst>
              <a:ext uri="{FF2B5EF4-FFF2-40B4-BE49-F238E27FC236}">
                <a16:creationId xmlns:a16="http://schemas.microsoft.com/office/drawing/2014/main" id="{7E9AF1FB-F19E-418E-BF04-7C9DD24E5AD3}"/>
              </a:ext>
            </a:extLst>
          </p:cNvPr>
          <p:cNvSpPr/>
          <p:nvPr/>
        </p:nvSpPr>
        <p:spPr>
          <a:xfrm>
            <a:off x="6657968" y="5052932"/>
            <a:ext cx="1352513" cy="242544"/>
          </a:xfrm>
          <a:prstGeom prst="rect">
            <a:avLst/>
          </a:prstGeom>
          <a:solidFill>
            <a:srgbClr val="00B0F0"/>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53" name="矩形 52">
            <a:extLst>
              <a:ext uri="{FF2B5EF4-FFF2-40B4-BE49-F238E27FC236}">
                <a16:creationId xmlns:a16="http://schemas.microsoft.com/office/drawing/2014/main" id="{4D1C2AD1-3738-478B-86AA-E13635214859}"/>
              </a:ext>
            </a:extLst>
          </p:cNvPr>
          <p:cNvSpPr/>
          <p:nvPr/>
        </p:nvSpPr>
        <p:spPr>
          <a:xfrm>
            <a:off x="6657968" y="5268956"/>
            <a:ext cx="1352513" cy="242544"/>
          </a:xfrm>
          <a:prstGeom prst="rect">
            <a:avLst/>
          </a:prstGeom>
          <a:solidFill>
            <a:srgbClr val="00B0F0"/>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54" name="矩形 53">
            <a:extLst>
              <a:ext uri="{FF2B5EF4-FFF2-40B4-BE49-F238E27FC236}">
                <a16:creationId xmlns:a16="http://schemas.microsoft.com/office/drawing/2014/main" id="{F6C3F784-E7C6-4CE1-BDB5-1471B5661A99}"/>
              </a:ext>
            </a:extLst>
          </p:cNvPr>
          <p:cNvSpPr/>
          <p:nvPr/>
        </p:nvSpPr>
        <p:spPr>
          <a:xfrm>
            <a:off x="6657968" y="5484980"/>
            <a:ext cx="1352513" cy="242544"/>
          </a:xfrm>
          <a:prstGeom prst="rect">
            <a:avLst/>
          </a:prstGeom>
          <a:solidFill>
            <a:srgbClr val="00B0F0"/>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55" name="矩形 54">
            <a:extLst>
              <a:ext uri="{FF2B5EF4-FFF2-40B4-BE49-F238E27FC236}">
                <a16:creationId xmlns:a16="http://schemas.microsoft.com/office/drawing/2014/main" id="{9850903B-A12F-43B1-AE18-87CCE2C9AD3F}"/>
              </a:ext>
            </a:extLst>
          </p:cNvPr>
          <p:cNvSpPr/>
          <p:nvPr/>
        </p:nvSpPr>
        <p:spPr>
          <a:xfrm>
            <a:off x="6656421" y="5711861"/>
            <a:ext cx="1352513"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56" name="矩形 55">
            <a:extLst>
              <a:ext uri="{FF2B5EF4-FFF2-40B4-BE49-F238E27FC236}">
                <a16:creationId xmlns:a16="http://schemas.microsoft.com/office/drawing/2014/main" id="{8A25CFA9-0B4F-4BA2-BCB8-BED330AABB27}"/>
              </a:ext>
            </a:extLst>
          </p:cNvPr>
          <p:cNvSpPr/>
          <p:nvPr/>
        </p:nvSpPr>
        <p:spPr>
          <a:xfrm>
            <a:off x="6656421" y="5919064"/>
            <a:ext cx="1352513"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57" name="矩形 56">
            <a:extLst>
              <a:ext uri="{FF2B5EF4-FFF2-40B4-BE49-F238E27FC236}">
                <a16:creationId xmlns:a16="http://schemas.microsoft.com/office/drawing/2014/main" id="{7FDFAEFC-51B3-46D8-B893-998C018206CC}"/>
              </a:ext>
            </a:extLst>
          </p:cNvPr>
          <p:cNvSpPr/>
          <p:nvPr/>
        </p:nvSpPr>
        <p:spPr>
          <a:xfrm>
            <a:off x="6656421" y="6135088"/>
            <a:ext cx="1352513" cy="242544"/>
          </a:xfrm>
          <a:prstGeom prst="rect">
            <a:avLst/>
          </a:prstGeom>
          <a:ln>
            <a:solidFill>
              <a:schemeClr val="accent1"/>
            </a:solidFill>
          </a:ln>
        </p:spPr>
        <p:txBody>
          <a:bodyPr wrap="square" rtlCol="0" anchor="ctr">
            <a:spAutoFit/>
          </a:bodyPr>
          <a:lstStyle/>
          <a:p>
            <a:pPr algn="ctr">
              <a:spcAft>
                <a:spcPts val="0"/>
              </a:spcAft>
            </a:pPr>
            <a:endParaRPr lang="zh-CN" altLang="en-US" kern="0" dirty="0">
              <a:solidFill>
                <a:srgbClr val="800000"/>
              </a:solidFill>
              <a:latin typeface="Courier New"/>
              <a:ea typeface="宋体"/>
              <a:cs typeface="Times New Roman"/>
            </a:endParaRPr>
          </a:p>
        </p:txBody>
      </p:sp>
      <p:sp>
        <p:nvSpPr>
          <p:cNvPr id="58" name="矩形 57">
            <a:extLst>
              <a:ext uri="{FF2B5EF4-FFF2-40B4-BE49-F238E27FC236}">
                <a16:creationId xmlns:a16="http://schemas.microsoft.com/office/drawing/2014/main" id="{73164E27-B31F-4A8D-94EA-C17F4E4AE1D3}"/>
              </a:ext>
            </a:extLst>
          </p:cNvPr>
          <p:cNvSpPr/>
          <p:nvPr/>
        </p:nvSpPr>
        <p:spPr>
          <a:xfrm>
            <a:off x="6656421" y="6351112"/>
            <a:ext cx="1352513"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59" name="文本框 58">
            <a:extLst>
              <a:ext uri="{FF2B5EF4-FFF2-40B4-BE49-F238E27FC236}">
                <a16:creationId xmlns:a16="http://schemas.microsoft.com/office/drawing/2014/main" id="{D2C0CEF0-B7AB-4C2F-9FAA-141552C2EF44}"/>
              </a:ext>
            </a:extLst>
          </p:cNvPr>
          <p:cNvSpPr txBox="1"/>
          <p:nvPr/>
        </p:nvSpPr>
        <p:spPr>
          <a:xfrm>
            <a:off x="5830553" y="3055858"/>
            <a:ext cx="825867" cy="369332"/>
          </a:xfrm>
          <a:prstGeom prst="rect">
            <a:avLst/>
          </a:prstGeom>
          <a:noFill/>
        </p:spPr>
        <p:txBody>
          <a:bodyPr wrap="none" rtlCol="0">
            <a:spAutoFit/>
          </a:bodyPr>
          <a:lstStyle/>
          <a:p>
            <a:r>
              <a:rPr lang="en-US" altLang="zh-CN" dirty="0">
                <a:solidFill>
                  <a:schemeClr val="accent2">
                    <a:lumMod val="75000"/>
                  </a:schemeClr>
                </a:solidFill>
              </a:rPr>
              <a:t>30000</a:t>
            </a:r>
            <a:endParaRPr lang="zh-CN" altLang="en-US" dirty="0"/>
          </a:p>
        </p:txBody>
      </p:sp>
      <p:sp>
        <p:nvSpPr>
          <p:cNvPr id="60" name="文本框 59">
            <a:extLst>
              <a:ext uri="{FF2B5EF4-FFF2-40B4-BE49-F238E27FC236}">
                <a16:creationId xmlns:a16="http://schemas.microsoft.com/office/drawing/2014/main" id="{E250C392-930E-4682-9151-ACD6FCE07959}"/>
              </a:ext>
            </a:extLst>
          </p:cNvPr>
          <p:cNvSpPr txBox="1"/>
          <p:nvPr/>
        </p:nvSpPr>
        <p:spPr>
          <a:xfrm>
            <a:off x="6726133" y="5828567"/>
            <a:ext cx="1064655" cy="369332"/>
          </a:xfrm>
          <a:prstGeom prst="rect">
            <a:avLst/>
          </a:prstGeom>
          <a:noFill/>
        </p:spPr>
        <p:txBody>
          <a:bodyPr wrap="square">
            <a:spAutoFit/>
          </a:bodyPr>
          <a:lstStyle/>
          <a:p>
            <a:r>
              <a:rPr lang="en-US" altLang="zh-CN" dirty="0"/>
              <a:t>30000</a:t>
            </a:r>
            <a:endParaRPr lang="zh-CN" altLang="en-US" dirty="0"/>
          </a:p>
        </p:txBody>
      </p:sp>
      <p:sp>
        <p:nvSpPr>
          <p:cNvPr id="61" name="文本框 60">
            <a:extLst>
              <a:ext uri="{FF2B5EF4-FFF2-40B4-BE49-F238E27FC236}">
                <a16:creationId xmlns:a16="http://schemas.microsoft.com/office/drawing/2014/main" id="{39EC1DEE-9478-44A2-B4E8-A5B26EC6E09A}"/>
              </a:ext>
            </a:extLst>
          </p:cNvPr>
          <p:cNvSpPr txBox="1"/>
          <p:nvPr/>
        </p:nvSpPr>
        <p:spPr>
          <a:xfrm>
            <a:off x="8111970" y="5850471"/>
            <a:ext cx="415498" cy="369332"/>
          </a:xfrm>
          <a:prstGeom prst="rect">
            <a:avLst/>
          </a:prstGeom>
          <a:noFill/>
        </p:spPr>
        <p:txBody>
          <a:bodyPr wrap="none" rtlCol="0">
            <a:spAutoFit/>
          </a:bodyPr>
          <a:lstStyle/>
          <a:p>
            <a:r>
              <a:rPr lang="en-US" altLang="zh-CN" dirty="0" err="1"/>
              <a:t>lst</a:t>
            </a:r>
            <a:endParaRPr lang="zh-CN" altLang="en-US" dirty="0"/>
          </a:p>
        </p:txBody>
      </p:sp>
      <p:sp>
        <p:nvSpPr>
          <p:cNvPr id="62" name="文本框 61">
            <a:extLst>
              <a:ext uri="{FF2B5EF4-FFF2-40B4-BE49-F238E27FC236}">
                <a16:creationId xmlns:a16="http://schemas.microsoft.com/office/drawing/2014/main" id="{6B953245-A13E-41D8-A5B8-A6DF75AF201B}"/>
              </a:ext>
            </a:extLst>
          </p:cNvPr>
          <p:cNvSpPr txBox="1"/>
          <p:nvPr/>
        </p:nvSpPr>
        <p:spPr>
          <a:xfrm>
            <a:off x="8093414" y="6271555"/>
            <a:ext cx="877163" cy="369332"/>
          </a:xfrm>
          <a:prstGeom prst="rect">
            <a:avLst/>
          </a:prstGeom>
          <a:noFill/>
        </p:spPr>
        <p:txBody>
          <a:bodyPr wrap="none" rtlCol="0">
            <a:spAutoFit/>
          </a:bodyPr>
          <a:lstStyle/>
          <a:p>
            <a:r>
              <a:rPr lang="zh-CN" altLang="en-US" dirty="0"/>
              <a:t>形参</a:t>
            </a:r>
            <a:r>
              <a:rPr lang="en-US" altLang="zh-CN" dirty="0" err="1"/>
              <a:t>lst</a:t>
            </a:r>
            <a:endParaRPr lang="zh-CN" altLang="en-US" dirty="0"/>
          </a:p>
        </p:txBody>
      </p:sp>
      <p:sp>
        <p:nvSpPr>
          <p:cNvPr id="63" name="文本框 62">
            <a:extLst>
              <a:ext uri="{FF2B5EF4-FFF2-40B4-BE49-F238E27FC236}">
                <a16:creationId xmlns:a16="http://schemas.microsoft.com/office/drawing/2014/main" id="{CB3EDF71-8A8A-4025-B544-41073D957942}"/>
              </a:ext>
            </a:extLst>
          </p:cNvPr>
          <p:cNvSpPr txBox="1"/>
          <p:nvPr/>
        </p:nvSpPr>
        <p:spPr>
          <a:xfrm>
            <a:off x="5895457" y="4816246"/>
            <a:ext cx="918406" cy="369332"/>
          </a:xfrm>
          <a:prstGeom prst="rect">
            <a:avLst/>
          </a:prstGeom>
          <a:noFill/>
        </p:spPr>
        <p:txBody>
          <a:bodyPr wrap="square">
            <a:spAutoFit/>
          </a:bodyPr>
          <a:lstStyle/>
          <a:p>
            <a:r>
              <a:rPr lang="en-US" altLang="zh-CN" dirty="0">
                <a:solidFill>
                  <a:schemeClr val="accent2">
                    <a:lumMod val="75000"/>
                  </a:schemeClr>
                </a:solidFill>
              </a:rPr>
              <a:t>50000</a:t>
            </a:r>
            <a:endParaRPr lang="zh-CN" altLang="en-US" dirty="0"/>
          </a:p>
        </p:txBody>
      </p:sp>
      <p:sp>
        <p:nvSpPr>
          <p:cNvPr id="64" name="文本框 63">
            <a:extLst>
              <a:ext uri="{FF2B5EF4-FFF2-40B4-BE49-F238E27FC236}">
                <a16:creationId xmlns:a16="http://schemas.microsoft.com/office/drawing/2014/main" id="{1EF8CEA3-00F3-442F-8632-8C48087E9AC6}"/>
              </a:ext>
            </a:extLst>
          </p:cNvPr>
          <p:cNvSpPr txBox="1"/>
          <p:nvPr/>
        </p:nvSpPr>
        <p:spPr>
          <a:xfrm>
            <a:off x="6716484" y="6255637"/>
            <a:ext cx="1064655" cy="369332"/>
          </a:xfrm>
          <a:prstGeom prst="rect">
            <a:avLst/>
          </a:prstGeom>
          <a:noFill/>
        </p:spPr>
        <p:txBody>
          <a:bodyPr wrap="square">
            <a:spAutoFit/>
          </a:bodyPr>
          <a:lstStyle/>
          <a:p>
            <a:r>
              <a:rPr lang="en-US" altLang="zh-CN" dirty="0"/>
              <a:t>50000</a:t>
            </a:r>
            <a:endParaRPr lang="zh-CN" altLang="en-US" dirty="0"/>
          </a:p>
        </p:txBody>
      </p:sp>
      <p:sp>
        <p:nvSpPr>
          <p:cNvPr id="65" name="任意多边形: 形状 64">
            <a:extLst>
              <a:ext uri="{FF2B5EF4-FFF2-40B4-BE49-F238E27FC236}">
                <a16:creationId xmlns:a16="http://schemas.microsoft.com/office/drawing/2014/main" id="{53297946-551F-4D39-B2EC-4A8C481FDC0F}"/>
              </a:ext>
            </a:extLst>
          </p:cNvPr>
          <p:cNvSpPr/>
          <p:nvPr/>
        </p:nvSpPr>
        <p:spPr>
          <a:xfrm>
            <a:off x="6054447" y="3249787"/>
            <a:ext cx="761902" cy="2801923"/>
          </a:xfrm>
          <a:custGeom>
            <a:avLst/>
            <a:gdLst>
              <a:gd name="connsiteX0" fmla="*/ 1236656 w 1236656"/>
              <a:gd name="connsiteY0" fmla="*/ 2801923 h 2801923"/>
              <a:gd name="connsiteX1" fmla="*/ 1060487 w 1236656"/>
              <a:gd name="connsiteY1" fmla="*/ 2743200 h 2801923"/>
              <a:gd name="connsiteX2" fmla="*/ 699760 w 1236656"/>
              <a:gd name="connsiteY2" fmla="*/ 2600587 h 2801923"/>
              <a:gd name="connsiteX3" fmla="*/ 573925 w 1236656"/>
              <a:gd name="connsiteY3" fmla="*/ 2516697 h 2801923"/>
              <a:gd name="connsiteX4" fmla="*/ 506813 w 1236656"/>
              <a:gd name="connsiteY4" fmla="*/ 2449585 h 2801923"/>
              <a:gd name="connsiteX5" fmla="*/ 473257 w 1236656"/>
              <a:gd name="connsiteY5" fmla="*/ 2416029 h 2801923"/>
              <a:gd name="connsiteX6" fmla="*/ 431312 w 1236656"/>
              <a:gd name="connsiteY6" fmla="*/ 2365695 h 2801923"/>
              <a:gd name="connsiteX7" fmla="*/ 372589 w 1236656"/>
              <a:gd name="connsiteY7" fmla="*/ 2315362 h 2801923"/>
              <a:gd name="connsiteX8" fmla="*/ 271922 w 1236656"/>
              <a:gd name="connsiteY8" fmla="*/ 2164360 h 2801923"/>
              <a:gd name="connsiteX9" fmla="*/ 204810 w 1236656"/>
              <a:gd name="connsiteY9" fmla="*/ 2072081 h 2801923"/>
              <a:gd name="connsiteX10" fmla="*/ 104142 w 1236656"/>
              <a:gd name="connsiteY10" fmla="*/ 1862356 h 2801923"/>
              <a:gd name="connsiteX11" fmla="*/ 62197 w 1236656"/>
              <a:gd name="connsiteY11" fmla="*/ 1770077 h 2801923"/>
              <a:gd name="connsiteX12" fmla="*/ 11863 w 1236656"/>
              <a:gd name="connsiteY12" fmla="*/ 1585519 h 2801923"/>
              <a:gd name="connsiteX13" fmla="*/ 11863 w 1236656"/>
              <a:gd name="connsiteY13" fmla="*/ 1124125 h 2801923"/>
              <a:gd name="connsiteX14" fmla="*/ 171254 w 1236656"/>
              <a:gd name="connsiteY14" fmla="*/ 830510 h 2801923"/>
              <a:gd name="connsiteX15" fmla="*/ 246755 w 1236656"/>
              <a:gd name="connsiteY15" fmla="*/ 738231 h 2801923"/>
              <a:gd name="connsiteX16" fmla="*/ 305478 w 1236656"/>
              <a:gd name="connsiteY16" fmla="*/ 687897 h 2801923"/>
              <a:gd name="connsiteX17" fmla="*/ 364200 w 1236656"/>
              <a:gd name="connsiteY17" fmla="*/ 612396 h 2801923"/>
              <a:gd name="connsiteX18" fmla="*/ 422923 w 1236656"/>
              <a:gd name="connsiteY18" fmla="*/ 562062 h 2801923"/>
              <a:gd name="connsiteX19" fmla="*/ 540369 w 1236656"/>
              <a:gd name="connsiteY19" fmla="*/ 453006 h 2801923"/>
              <a:gd name="connsiteX20" fmla="*/ 573925 w 1236656"/>
              <a:gd name="connsiteY20" fmla="*/ 436228 h 2801923"/>
              <a:gd name="connsiteX21" fmla="*/ 590703 w 1236656"/>
              <a:gd name="connsiteY21" fmla="*/ 411061 h 2801923"/>
              <a:gd name="connsiteX22" fmla="*/ 615870 w 1236656"/>
              <a:gd name="connsiteY22" fmla="*/ 402672 h 2801923"/>
              <a:gd name="connsiteX23" fmla="*/ 624259 w 1236656"/>
              <a:gd name="connsiteY23" fmla="*/ 377505 h 2801923"/>
              <a:gd name="connsiteX24" fmla="*/ 657815 w 1236656"/>
              <a:gd name="connsiteY24" fmla="*/ 360727 h 2801923"/>
              <a:gd name="connsiteX25" fmla="*/ 708149 w 1236656"/>
              <a:gd name="connsiteY25" fmla="*/ 302004 h 2801923"/>
              <a:gd name="connsiteX26" fmla="*/ 817206 w 1236656"/>
              <a:gd name="connsiteY26" fmla="*/ 209725 h 2801923"/>
              <a:gd name="connsiteX27" fmla="*/ 833984 w 1236656"/>
              <a:gd name="connsiteY27" fmla="*/ 184558 h 2801923"/>
              <a:gd name="connsiteX28" fmla="*/ 884318 w 1236656"/>
              <a:gd name="connsiteY28" fmla="*/ 134224 h 2801923"/>
              <a:gd name="connsiteX29" fmla="*/ 901096 w 1236656"/>
              <a:gd name="connsiteY29" fmla="*/ 109057 h 2801923"/>
              <a:gd name="connsiteX30" fmla="*/ 909485 w 1236656"/>
              <a:gd name="connsiteY30" fmla="*/ 83890 h 2801923"/>
              <a:gd name="connsiteX31" fmla="*/ 934652 w 1236656"/>
              <a:gd name="connsiteY31" fmla="*/ 75501 h 2801923"/>
              <a:gd name="connsiteX32" fmla="*/ 951430 w 1236656"/>
              <a:gd name="connsiteY32" fmla="*/ 50334 h 2801923"/>
              <a:gd name="connsiteX33" fmla="*/ 984986 w 1236656"/>
              <a:gd name="connsiteY33" fmla="*/ 33556 h 2801923"/>
              <a:gd name="connsiteX34" fmla="*/ 1035320 w 1236656"/>
              <a:gd name="connsiteY34" fmla="*/ 16778 h 2801923"/>
              <a:gd name="connsiteX35" fmla="*/ 1060487 w 1236656"/>
              <a:gd name="connsiteY35" fmla="*/ 8389 h 2801923"/>
              <a:gd name="connsiteX36" fmla="*/ 1077265 w 1236656"/>
              <a:gd name="connsiteY36" fmla="*/ 0 h 2801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236656" h="2801923">
                <a:moveTo>
                  <a:pt x="1236656" y="2801923"/>
                </a:moveTo>
                <a:cubicBezTo>
                  <a:pt x="1110164" y="2751326"/>
                  <a:pt x="1336785" y="2840717"/>
                  <a:pt x="1060487" y="2743200"/>
                </a:cubicBezTo>
                <a:cubicBezTo>
                  <a:pt x="971209" y="2711690"/>
                  <a:pt x="805687" y="2660171"/>
                  <a:pt x="699760" y="2600587"/>
                </a:cubicBezTo>
                <a:cubicBezTo>
                  <a:pt x="674288" y="2586259"/>
                  <a:pt x="597545" y="2537168"/>
                  <a:pt x="573925" y="2516697"/>
                </a:cubicBezTo>
                <a:cubicBezTo>
                  <a:pt x="550017" y="2495977"/>
                  <a:pt x="529184" y="2471956"/>
                  <a:pt x="506813" y="2449585"/>
                </a:cubicBezTo>
                <a:cubicBezTo>
                  <a:pt x="495628" y="2438400"/>
                  <a:pt x="483384" y="2428181"/>
                  <a:pt x="473257" y="2416029"/>
                </a:cubicBezTo>
                <a:cubicBezTo>
                  <a:pt x="459275" y="2399251"/>
                  <a:pt x="446755" y="2381138"/>
                  <a:pt x="431312" y="2365695"/>
                </a:cubicBezTo>
                <a:cubicBezTo>
                  <a:pt x="413082" y="2347465"/>
                  <a:pt x="390132" y="2334254"/>
                  <a:pt x="372589" y="2315362"/>
                </a:cubicBezTo>
                <a:cubicBezTo>
                  <a:pt x="323195" y="2262168"/>
                  <a:pt x="312730" y="2225572"/>
                  <a:pt x="271922" y="2164360"/>
                </a:cubicBezTo>
                <a:cubicBezTo>
                  <a:pt x="250824" y="2132714"/>
                  <a:pt x="223281" y="2105329"/>
                  <a:pt x="204810" y="2072081"/>
                </a:cubicBezTo>
                <a:cubicBezTo>
                  <a:pt x="167151" y="2004295"/>
                  <a:pt x="137254" y="1932476"/>
                  <a:pt x="104142" y="1862356"/>
                </a:cubicBezTo>
                <a:cubicBezTo>
                  <a:pt x="89714" y="1831803"/>
                  <a:pt x="71906" y="1802440"/>
                  <a:pt x="62197" y="1770077"/>
                </a:cubicBezTo>
                <a:cubicBezTo>
                  <a:pt x="27091" y="1653057"/>
                  <a:pt x="44111" y="1714510"/>
                  <a:pt x="11863" y="1585519"/>
                </a:cubicBezTo>
                <a:cubicBezTo>
                  <a:pt x="-357" y="1402219"/>
                  <a:pt x="-7189" y="1357517"/>
                  <a:pt x="11863" y="1124125"/>
                </a:cubicBezTo>
                <a:cubicBezTo>
                  <a:pt x="18591" y="1041708"/>
                  <a:pt x="169336" y="832854"/>
                  <a:pt x="171254" y="830510"/>
                </a:cubicBezTo>
                <a:cubicBezTo>
                  <a:pt x="196421" y="799750"/>
                  <a:pt x="219516" y="767172"/>
                  <a:pt x="246755" y="738231"/>
                </a:cubicBezTo>
                <a:cubicBezTo>
                  <a:pt x="264424" y="719457"/>
                  <a:pt x="287887" y="706744"/>
                  <a:pt x="305478" y="687897"/>
                </a:cubicBezTo>
                <a:cubicBezTo>
                  <a:pt x="327232" y="664589"/>
                  <a:pt x="342446" y="635704"/>
                  <a:pt x="364200" y="612396"/>
                </a:cubicBezTo>
                <a:cubicBezTo>
                  <a:pt x="381791" y="593549"/>
                  <a:pt x="404180" y="579764"/>
                  <a:pt x="422923" y="562062"/>
                </a:cubicBezTo>
                <a:cubicBezTo>
                  <a:pt x="469540" y="518035"/>
                  <a:pt x="491243" y="481078"/>
                  <a:pt x="540369" y="453006"/>
                </a:cubicBezTo>
                <a:cubicBezTo>
                  <a:pt x="551227" y="446801"/>
                  <a:pt x="562740" y="441821"/>
                  <a:pt x="573925" y="436228"/>
                </a:cubicBezTo>
                <a:cubicBezTo>
                  <a:pt x="579518" y="427839"/>
                  <a:pt x="582830" y="417359"/>
                  <a:pt x="590703" y="411061"/>
                </a:cubicBezTo>
                <a:cubicBezTo>
                  <a:pt x="597608" y="405537"/>
                  <a:pt x="609617" y="408925"/>
                  <a:pt x="615870" y="402672"/>
                </a:cubicBezTo>
                <a:cubicBezTo>
                  <a:pt x="622123" y="396419"/>
                  <a:pt x="618006" y="383758"/>
                  <a:pt x="624259" y="377505"/>
                </a:cubicBezTo>
                <a:cubicBezTo>
                  <a:pt x="633102" y="368662"/>
                  <a:pt x="647811" y="368230"/>
                  <a:pt x="657815" y="360727"/>
                </a:cubicBezTo>
                <a:cubicBezTo>
                  <a:pt x="766935" y="278887"/>
                  <a:pt x="638978" y="366564"/>
                  <a:pt x="708149" y="302004"/>
                </a:cubicBezTo>
                <a:cubicBezTo>
                  <a:pt x="742962" y="269512"/>
                  <a:pt x="790791" y="249347"/>
                  <a:pt x="817206" y="209725"/>
                </a:cubicBezTo>
                <a:cubicBezTo>
                  <a:pt x="822799" y="201336"/>
                  <a:pt x="827286" y="192094"/>
                  <a:pt x="833984" y="184558"/>
                </a:cubicBezTo>
                <a:cubicBezTo>
                  <a:pt x="849748" y="166824"/>
                  <a:pt x="871156" y="153967"/>
                  <a:pt x="884318" y="134224"/>
                </a:cubicBezTo>
                <a:cubicBezTo>
                  <a:pt x="889911" y="125835"/>
                  <a:pt x="896587" y="118075"/>
                  <a:pt x="901096" y="109057"/>
                </a:cubicBezTo>
                <a:cubicBezTo>
                  <a:pt x="905051" y="101148"/>
                  <a:pt x="903232" y="90143"/>
                  <a:pt x="909485" y="83890"/>
                </a:cubicBezTo>
                <a:cubicBezTo>
                  <a:pt x="915738" y="77637"/>
                  <a:pt x="926263" y="78297"/>
                  <a:pt x="934652" y="75501"/>
                </a:cubicBezTo>
                <a:cubicBezTo>
                  <a:pt x="940245" y="67112"/>
                  <a:pt x="943685" y="56789"/>
                  <a:pt x="951430" y="50334"/>
                </a:cubicBezTo>
                <a:cubicBezTo>
                  <a:pt x="961037" y="42328"/>
                  <a:pt x="973375" y="38200"/>
                  <a:pt x="984986" y="33556"/>
                </a:cubicBezTo>
                <a:cubicBezTo>
                  <a:pt x="1001407" y="26988"/>
                  <a:pt x="1018542" y="22371"/>
                  <a:pt x="1035320" y="16778"/>
                </a:cubicBezTo>
                <a:cubicBezTo>
                  <a:pt x="1043709" y="13982"/>
                  <a:pt x="1052578" y="12344"/>
                  <a:pt x="1060487" y="8389"/>
                </a:cubicBezTo>
                <a:lnTo>
                  <a:pt x="1077265" y="0"/>
                </a:lnTo>
              </a:path>
            </a:pathLst>
          </a:custGeom>
          <a:noFill/>
          <a:ln>
            <a:solidFill>
              <a:schemeClr val="accent1"/>
            </a:solidFill>
            <a:headEnd type="none" w="med" len="med"/>
            <a:tailEnd type="arrow" w="med" len="med"/>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charset="0"/>
            </a:endParaRPr>
          </a:p>
        </p:txBody>
      </p:sp>
      <p:sp>
        <p:nvSpPr>
          <p:cNvPr id="66" name="任意多边形: 形状 65">
            <a:extLst>
              <a:ext uri="{FF2B5EF4-FFF2-40B4-BE49-F238E27FC236}">
                <a16:creationId xmlns:a16="http://schemas.microsoft.com/office/drawing/2014/main" id="{726907DC-615F-4F0A-8057-666078A72F31}"/>
              </a:ext>
            </a:extLst>
          </p:cNvPr>
          <p:cNvSpPr/>
          <p:nvPr/>
        </p:nvSpPr>
        <p:spPr>
          <a:xfrm>
            <a:off x="5717388" y="4960825"/>
            <a:ext cx="996609" cy="1535634"/>
          </a:xfrm>
          <a:custGeom>
            <a:avLst/>
            <a:gdLst>
              <a:gd name="connsiteX0" fmla="*/ 1140905 w 1140905"/>
              <a:gd name="connsiteY0" fmla="*/ 3020740 h 3020740"/>
              <a:gd name="connsiteX1" fmla="*/ 679511 w 1140905"/>
              <a:gd name="connsiteY1" fmla="*/ 2970406 h 3020740"/>
              <a:gd name="connsiteX2" fmla="*/ 478175 w 1140905"/>
              <a:gd name="connsiteY2" fmla="*/ 2836182 h 3020740"/>
              <a:gd name="connsiteX3" fmla="*/ 411063 w 1140905"/>
              <a:gd name="connsiteY3" fmla="*/ 2777459 h 3020740"/>
              <a:gd name="connsiteX4" fmla="*/ 276839 w 1140905"/>
              <a:gd name="connsiteY4" fmla="*/ 2576123 h 3020740"/>
              <a:gd name="connsiteX5" fmla="*/ 260061 w 1140905"/>
              <a:gd name="connsiteY5" fmla="*/ 2509011 h 3020740"/>
              <a:gd name="connsiteX6" fmla="*/ 226505 w 1140905"/>
              <a:gd name="connsiteY6" fmla="*/ 2358009 h 3020740"/>
              <a:gd name="connsiteX7" fmla="*/ 176172 w 1140905"/>
              <a:gd name="connsiteY7" fmla="*/ 2114729 h 3020740"/>
              <a:gd name="connsiteX8" fmla="*/ 83893 w 1140905"/>
              <a:gd name="connsiteY8" fmla="*/ 1863059 h 3020740"/>
              <a:gd name="connsiteX9" fmla="*/ 25170 w 1140905"/>
              <a:gd name="connsiteY9" fmla="*/ 1644945 h 3020740"/>
              <a:gd name="connsiteX10" fmla="*/ 8392 w 1140905"/>
              <a:gd name="connsiteY10" fmla="*/ 1552666 h 3020740"/>
              <a:gd name="connsiteX11" fmla="*/ 25170 w 1140905"/>
              <a:gd name="connsiteY11" fmla="*/ 998993 h 3020740"/>
              <a:gd name="connsiteX12" fmla="*/ 184561 w 1140905"/>
              <a:gd name="connsiteY12" fmla="*/ 738934 h 3020740"/>
              <a:gd name="connsiteX13" fmla="*/ 394285 w 1140905"/>
              <a:gd name="connsiteY13" fmla="*/ 529209 h 3020740"/>
              <a:gd name="connsiteX14" fmla="*/ 478175 w 1140905"/>
              <a:gd name="connsiteY14" fmla="*/ 445320 h 3020740"/>
              <a:gd name="connsiteX15" fmla="*/ 511731 w 1140905"/>
              <a:gd name="connsiteY15" fmla="*/ 403375 h 3020740"/>
              <a:gd name="connsiteX16" fmla="*/ 578843 w 1140905"/>
              <a:gd name="connsiteY16" fmla="*/ 344652 h 3020740"/>
              <a:gd name="connsiteX17" fmla="*/ 671122 w 1140905"/>
              <a:gd name="connsiteY17" fmla="*/ 243984 h 3020740"/>
              <a:gd name="connsiteX18" fmla="*/ 713067 w 1140905"/>
              <a:gd name="connsiteY18" fmla="*/ 168483 h 3020740"/>
              <a:gd name="connsiteX19" fmla="*/ 746623 w 1140905"/>
              <a:gd name="connsiteY19" fmla="*/ 134927 h 3020740"/>
              <a:gd name="connsiteX20" fmla="*/ 755012 w 1140905"/>
              <a:gd name="connsiteY20" fmla="*/ 109760 h 3020740"/>
              <a:gd name="connsiteX21" fmla="*/ 813735 w 1140905"/>
              <a:gd name="connsiteY21" fmla="*/ 51037 h 3020740"/>
              <a:gd name="connsiteX22" fmla="*/ 830513 w 1140905"/>
              <a:gd name="connsiteY22" fmla="*/ 25870 h 3020740"/>
              <a:gd name="connsiteX23" fmla="*/ 880847 w 1140905"/>
              <a:gd name="connsiteY23" fmla="*/ 703 h 3020740"/>
              <a:gd name="connsiteX24" fmla="*/ 914403 w 1140905"/>
              <a:gd name="connsiteY24" fmla="*/ 703 h 3020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40905" h="3020740">
                <a:moveTo>
                  <a:pt x="1140905" y="3020740"/>
                </a:moveTo>
                <a:cubicBezTo>
                  <a:pt x="987107" y="3003962"/>
                  <a:pt x="828550" y="3011911"/>
                  <a:pt x="679511" y="2970406"/>
                </a:cubicBezTo>
                <a:cubicBezTo>
                  <a:pt x="601809" y="2948767"/>
                  <a:pt x="538877" y="2889296"/>
                  <a:pt x="478175" y="2836182"/>
                </a:cubicBezTo>
                <a:cubicBezTo>
                  <a:pt x="455804" y="2816608"/>
                  <a:pt x="430568" y="2799890"/>
                  <a:pt x="411063" y="2777459"/>
                </a:cubicBezTo>
                <a:cubicBezTo>
                  <a:pt x="366936" y="2726713"/>
                  <a:pt x="303409" y="2646977"/>
                  <a:pt x="276839" y="2576123"/>
                </a:cubicBezTo>
                <a:cubicBezTo>
                  <a:pt x="268742" y="2554532"/>
                  <a:pt x="265246" y="2531480"/>
                  <a:pt x="260061" y="2509011"/>
                </a:cubicBezTo>
                <a:cubicBezTo>
                  <a:pt x="248467" y="2458770"/>
                  <a:pt x="236153" y="2408660"/>
                  <a:pt x="226505" y="2358009"/>
                </a:cubicBezTo>
                <a:cubicBezTo>
                  <a:pt x="219039" y="2318810"/>
                  <a:pt x="195720" y="2178262"/>
                  <a:pt x="176172" y="2114729"/>
                </a:cubicBezTo>
                <a:cubicBezTo>
                  <a:pt x="74274" y="1783559"/>
                  <a:pt x="173698" y="2112517"/>
                  <a:pt x="83893" y="1863059"/>
                </a:cubicBezTo>
                <a:cubicBezTo>
                  <a:pt x="57696" y="1790290"/>
                  <a:pt x="40909" y="1720490"/>
                  <a:pt x="25170" y="1644945"/>
                </a:cubicBezTo>
                <a:cubicBezTo>
                  <a:pt x="18794" y="1614338"/>
                  <a:pt x="13985" y="1583426"/>
                  <a:pt x="8392" y="1552666"/>
                </a:cubicBezTo>
                <a:cubicBezTo>
                  <a:pt x="3427" y="1388809"/>
                  <a:pt x="-14608" y="1161422"/>
                  <a:pt x="25170" y="998993"/>
                </a:cubicBezTo>
                <a:cubicBezTo>
                  <a:pt x="33662" y="964319"/>
                  <a:pt x="162272" y="766572"/>
                  <a:pt x="184561" y="738934"/>
                </a:cubicBezTo>
                <a:cubicBezTo>
                  <a:pt x="281925" y="618202"/>
                  <a:pt x="298059" y="620624"/>
                  <a:pt x="394285" y="529209"/>
                </a:cubicBezTo>
                <a:cubicBezTo>
                  <a:pt x="422956" y="501972"/>
                  <a:pt x="451192" y="474230"/>
                  <a:pt x="478175" y="445320"/>
                </a:cubicBezTo>
                <a:cubicBezTo>
                  <a:pt x="490392" y="432230"/>
                  <a:pt x="499070" y="416036"/>
                  <a:pt x="511731" y="403375"/>
                </a:cubicBezTo>
                <a:cubicBezTo>
                  <a:pt x="577307" y="337799"/>
                  <a:pt x="513491" y="423074"/>
                  <a:pt x="578843" y="344652"/>
                </a:cubicBezTo>
                <a:cubicBezTo>
                  <a:pt x="780247" y="102967"/>
                  <a:pt x="517488" y="397618"/>
                  <a:pt x="671122" y="243984"/>
                </a:cubicBezTo>
                <a:cubicBezTo>
                  <a:pt x="687859" y="227247"/>
                  <a:pt x="702827" y="183111"/>
                  <a:pt x="713067" y="168483"/>
                </a:cubicBezTo>
                <a:cubicBezTo>
                  <a:pt x="722138" y="155524"/>
                  <a:pt x="735438" y="146112"/>
                  <a:pt x="746623" y="134927"/>
                </a:cubicBezTo>
                <a:cubicBezTo>
                  <a:pt x="749419" y="126538"/>
                  <a:pt x="750325" y="117259"/>
                  <a:pt x="755012" y="109760"/>
                </a:cubicBezTo>
                <a:cubicBezTo>
                  <a:pt x="779921" y="69906"/>
                  <a:pt x="782086" y="72137"/>
                  <a:pt x="813735" y="51037"/>
                </a:cubicBezTo>
                <a:cubicBezTo>
                  <a:pt x="819328" y="42648"/>
                  <a:pt x="823384" y="32999"/>
                  <a:pt x="830513" y="25870"/>
                </a:cubicBezTo>
                <a:cubicBezTo>
                  <a:pt x="841589" y="14794"/>
                  <a:pt x="864927" y="2977"/>
                  <a:pt x="880847" y="703"/>
                </a:cubicBezTo>
                <a:cubicBezTo>
                  <a:pt x="891920" y="-879"/>
                  <a:pt x="903218" y="703"/>
                  <a:pt x="914403" y="703"/>
                </a:cubicBezTo>
              </a:path>
            </a:pathLst>
          </a:custGeom>
          <a:noFill/>
          <a:ln>
            <a:solidFill>
              <a:srgbClr val="FF0000"/>
            </a:solidFill>
            <a:headEnd type="none" w="med" len="med"/>
            <a:tailEnd type="arrow" w="med" len="med"/>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charset="0"/>
            </a:endParaRPr>
          </a:p>
        </p:txBody>
      </p:sp>
      <p:sp>
        <p:nvSpPr>
          <p:cNvPr id="67" name="文本框 66">
            <a:extLst>
              <a:ext uri="{FF2B5EF4-FFF2-40B4-BE49-F238E27FC236}">
                <a16:creationId xmlns:a16="http://schemas.microsoft.com/office/drawing/2014/main" id="{1CDD7E8E-102B-47C6-A5B8-1E85EAF28A0A}"/>
              </a:ext>
            </a:extLst>
          </p:cNvPr>
          <p:cNvSpPr txBox="1"/>
          <p:nvPr/>
        </p:nvSpPr>
        <p:spPr>
          <a:xfrm>
            <a:off x="6656420" y="4958987"/>
            <a:ext cx="1211077" cy="584775"/>
          </a:xfrm>
          <a:prstGeom prst="rect">
            <a:avLst/>
          </a:prstGeom>
          <a:solidFill>
            <a:srgbClr val="00B0F0"/>
          </a:solidFill>
        </p:spPr>
        <p:txBody>
          <a:bodyPr wrap="square" rtlCol="0">
            <a:spAutoFit/>
          </a:bodyPr>
          <a:lstStyle/>
          <a:p>
            <a:r>
              <a:rPr lang="en-US" altLang="zh-CN" sz="3200" dirty="0"/>
              <a:t>[1,2,3]</a:t>
            </a:r>
            <a:endParaRPr lang="zh-CN" altLang="en-US" sz="3200" dirty="0"/>
          </a:p>
        </p:txBody>
      </p:sp>
      <p:sp>
        <p:nvSpPr>
          <p:cNvPr id="68" name="文本框 67">
            <a:extLst>
              <a:ext uri="{FF2B5EF4-FFF2-40B4-BE49-F238E27FC236}">
                <a16:creationId xmlns:a16="http://schemas.microsoft.com/office/drawing/2014/main" id="{D5D42459-B10C-4462-95EF-A86C199CB599}"/>
              </a:ext>
            </a:extLst>
          </p:cNvPr>
          <p:cNvSpPr txBox="1"/>
          <p:nvPr/>
        </p:nvSpPr>
        <p:spPr>
          <a:xfrm>
            <a:off x="2084420" y="1845688"/>
            <a:ext cx="3566994" cy="369332"/>
          </a:xfrm>
          <a:prstGeom prst="rect">
            <a:avLst/>
          </a:prstGeom>
          <a:noFill/>
        </p:spPr>
        <p:txBody>
          <a:bodyPr wrap="square">
            <a:spAutoFit/>
          </a:bodyPr>
          <a:lstStyle/>
          <a:p>
            <a:r>
              <a:rPr lang="zh-CN" altLang="en-US" dirty="0">
                <a:solidFill>
                  <a:srgbClr val="FF0000"/>
                </a:solidFill>
              </a:rPr>
              <a:t>这种情况：实参的值没有改变</a:t>
            </a:r>
          </a:p>
        </p:txBody>
      </p:sp>
    </p:spTree>
    <p:extLst>
      <p:ext uri="{BB962C8B-B14F-4D97-AF65-F5344CB8AC3E}">
        <p14:creationId xmlns:p14="http://schemas.microsoft.com/office/powerpoint/2010/main" val="30502519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75567" y="2564904"/>
            <a:ext cx="1818202" cy="2308324"/>
          </a:xfrm>
          <a:prstGeom prst="rect">
            <a:avLst/>
          </a:prstGeom>
          <a:ln>
            <a:solidFill>
              <a:schemeClr val="accent6"/>
            </a:solidFill>
          </a:ln>
        </p:spPr>
        <p:txBody>
          <a:bodyPr wrap="square">
            <a:spAutoFit/>
          </a:bodyPr>
          <a:lstStyle/>
          <a:p>
            <a:r>
              <a:rPr lang="en-US" altLang="zh-CN" dirty="0" err="1"/>
              <a:t>def</a:t>
            </a:r>
            <a:r>
              <a:rPr lang="en-US" altLang="zh-CN" dirty="0"/>
              <a:t> add(</a:t>
            </a:r>
            <a:r>
              <a:rPr lang="en-US" altLang="zh-CN" dirty="0" err="1"/>
              <a:t>lst</a:t>
            </a:r>
            <a:r>
              <a:rPr lang="en-US" altLang="zh-CN" dirty="0"/>
              <a:t>):</a:t>
            </a:r>
          </a:p>
          <a:p>
            <a:r>
              <a:rPr lang="en-US" altLang="zh-CN" dirty="0"/>
              <a:t>    </a:t>
            </a:r>
            <a:r>
              <a:rPr lang="en-US" altLang="zh-CN" dirty="0" err="1"/>
              <a:t>lst.append</a:t>
            </a:r>
            <a:r>
              <a:rPr lang="en-US" altLang="zh-CN" dirty="0"/>
              <a:t>(1)</a:t>
            </a:r>
          </a:p>
          <a:p>
            <a:r>
              <a:rPr lang="en-US" altLang="zh-CN" dirty="0"/>
              <a:t>    </a:t>
            </a:r>
            <a:r>
              <a:rPr lang="en-US" altLang="zh-CN" dirty="0" err="1"/>
              <a:t>lst.append</a:t>
            </a:r>
            <a:r>
              <a:rPr lang="en-US" altLang="zh-CN" dirty="0"/>
              <a:t>(2)</a:t>
            </a:r>
          </a:p>
          <a:p>
            <a:r>
              <a:rPr lang="en-US" altLang="zh-CN" dirty="0"/>
              <a:t>    </a:t>
            </a:r>
          </a:p>
          <a:p>
            <a:endParaRPr lang="en-US" altLang="zh-CN" dirty="0"/>
          </a:p>
          <a:p>
            <a:r>
              <a:rPr lang="en-US" altLang="zh-CN" dirty="0" err="1"/>
              <a:t>lst</a:t>
            </a:r>
            <a:r>
              <a:rPr lang="en-US" altLang="zh-CN" dirty="0"/>
              <a:t> = []</a:t>
            </a:r>
          </a:p>
          <a:p>
            <a:r>
              <a:rPr lang="en-US" altLang="zh-CN" dirty="0"/>
              <a:t>add(</a:t>
            </a:r>
            <a:r>
              <a:rPr lang="en-US" altLang="zh-CN" dirty="0" err="1"/>
              <a:t>lst</a:t>
            </a:r>
            <a:r>
              <a:rPr lang="en-US" altLang="zh-CN" dirty="0"/>
              <a:t>)</a:t>
            </a:r>
          </a:p>
          <a:p>
            <a:r>
              <a:rPr lang="en-US" altLang="zh-CN" dirty="0"/>
              <a:t>print(</a:t>
            </a:r>
            <a:r>
              <a:rPr lang="en-US" altLang="zh-CN" dirty="0" err="1"/>
              <a:t>lst</a:t>
            </a:r>
            <a:r>
              <a:rPr lang="en-US" altLang="zh-CN" dirty="0"/>
              <a:t>)</a:t>
            </a:r>
            <a:endParaRPr lang="zh-CN" altLang="en-US" dirty="0"/>
          </a:p>
        </p:txBody>
      </p:sp>
      <p:sp>
        <p:nvSpPr>
          <p:cNvPr id="7" name="矩形 6"/>
          <p:cNvSpPr/>
          <p:nvPr/>
        </p:nvSpPr>
        <p:spPr>
          <a:xfrm>
            <a:off x="164969" y="5134979"/>
            <a:ext cx="697627" cy="369332"/>
          </a:xfrm>
          <a:prstGeom prst="rect">
            <a:avLst/>
          </a:prstGeom>
          <a:noFill/>
        </p:spPr>
        <p:txBody>
          <a:bodyPr wrap="none" rtlCol="0">
            <a:spAutoFit/>
          </a:bodyPr>
          <a:lstStyle/>
          <a:p>
            <a:r>
              <a:rPr lang="en-US" altLang="zh-CN" dirty="0">
                <a:solidFill>
                  <a:srgbClr val="0033CC"/>
                </a:solidFill>
              </a:rPr>
              <a:t>[1, 2]</a:t>
            </a:r>
            <a:endParaRPr lang="zh-CN" altLang="en-US" dirty="0">
              <a:solidFill>
                <a:srgbClr val="0033CC"/>
              </a:solidFill>
            </a:endParaRPr>
          </a:p>
        </p:txBody>
      </p:sp>
      <p:sp>
        <p:nvSpPr>
          <p:cNvPr id="8" name="标题 2"/>
          <p:cNvSpPr>
            <a:spLocks noGrp="1"/>
          </p:cNvSpPr>
          <p:nvPr>
            <p:ph type="title"/>
          </p:nvPr>
        </p:nvSpPr>
        <p:spPr>
          <a:xfrm>
            <a:off x="683568" y="127686"/>
            <a:ext cx="7992887" cy="609600"/>
          </a:xfrm>
        </p:spPr>
        <p:txBody>
          <a:bodyPr/>
          <a:lstStyle/>
          <a:p>
            <a:r>
              <a:rPr lang="zh-CN" altLang="en-US" dirty="0"/>
              <a:t>（</a:t>
            </a:r>
            <a:r>
              <a:rPr lang="en-US" altLang="zh-CN" dirty="0"/>
              <a:t>2</a:t>
            </a:r>
            <a:r>
              <a:rPr lang="zh-CN" altLang="en-US" dirty="0"/>
              <a:t>）实参是可变的</a:t>
            </a:r>
            <a:r>
              <a:rPr lang="zh-CN" altLang="en-US" dirty="0">
                <a:solidFill>
                  <a:srgbClr val="FF0000"/>
                </a:solidFill>
              </a:rPr>
              <a:t>列表</a:t>
            </a:r>
            <a:r>
              <a:rPr lang="zh-CN" altLang="en-US" dirty="0"/>
              <a:t>或</a:t>
            </a:r>
            <a:r>
              <a:rPr lang="zh-CN" altLang="en-US" dirty="0">
                <a:solidFill>
                  <a:srgbClr val="FF0000"/>
                </a:solidFill>
              </a:rPr>
              <a:t>字典</a:t>
            </a:r>
            <a:r>
              <a:rPr lang="zh-CN" altLang="en-US" dirty="0"/>
              <a:t>类型，实参的值可能改变</a:t>
            </a:r>
          </a:p>
        </p:txBody>
      </p:sp>
      <p:sp>
        <p:nvSpPr>
          <p:cNvPr id="9" name="文本框 8"/>
          <p:cNvSpPr txBox="1"/>
          <p:nvPr/>
        </p:nvSpPr>
        <p:spPr>
          <a:xfrm>
            <a:off x="683568" y="836712"/>
            <a:ext cx="7668852" cy="630942"/>
          </a:xfrm>
          <a:prstGeom prst="rect">
            <a:avLst/>
          </a:prstGeom>
          <a:noFill/>
        </p:spPr>
        <p:txBody>
          <a:bodyPr wrap="square" rtlCol="0">
            <a:spAutoFit/>
          </a:bodyPr>
          <a:lstStyle/>
          <a:p>
            <a:pPr fontAlgn="base">
              <a:lnSpc>
                <a:spcPts val="2100"/>
              </a:lnSpc>
              <a:spcBef>
                <a:spcPct val="20000"/>
              </a:spcBef>
              <a:spcAft>
                <a:spcPct val="0"/>
              </a:spcAft>
              <a:buClr>
                <a:schemeClr val="hlink"/>
              </a:buClr>
            </a:pPr>
            <a:r>
              <a:rPr lang="zh-CN" altLang="en-US" b="1" dirty="0">
                <a:latin typeface="微软雅黑" pitchFamily="34" charset="-122"/>
                <a:ea typeface="微软雅黑" pitchFamily="34" charset="-122"/>
                <a:sym typeface="+mn-ea"/>
              </a:rPr>
              <a:t>如果传递给函数的</a:t>
            </a:r>
            <a:r>
              <a:rPr lang="zh-CN" altLang="en-US" b="1" dirty="0">
                <a:solidFill>
                  <a:srgbClr val="FF0000"/>
                </a:solidFill>
                <a:latin typeface="微软雅黑" pitchFamily="34" charset="-122"/>
                <a:ea typeface="微软雅黑" pitchFamily="34" charset="-122"/>
                <a:sym typeface="+mn-ea"/>
              </a:rPr>
              <a:t>实参是可变序列</a:t>
            </a:r>
            <a:r>
              <a:rPr lang="zh-CN" altLang="en-US" b="1" dirty="0">
                <a:latin typeface="微软雅黑" pitchFamily="34" charset="-122"/>
                <a:ea typeface="微软雅黑" pitchFamily="34" charset="-122"/>
                <a:sym typeface="+mn-ea"/>
              </a:rPr>
              <a:t>，并且在函数内部使用下标或可变序列自身的方法增加、删除元素或修改元素时，实参也得到相应的修改。</a:t>
            </a:r>
            <a:endParaRPr lang="zh-CN" altLang="en-US" b="1" dirty="0">
              <a:latin typeface="微软雅黑" pitchFamily="34" charset="-122"/>
              <a:ea typeface="微软雅黑" pitchFamily="34" charset="-122"/>
            </a:endParaRPr>
          </a:p>
        </p:txBody>
      </p:sp>
      <p:sp>
        <p:nvSpPr>
          <p:cNvPr id="10" name="矩形 9">
            <a:extLst>
              <a:ext uri="{FF2B5EF4-FFF2-40B4-BE49-F238E27FC236}">
                <a16:creationId xmlns:a16="http://schemas.microsoft.com/office/drawing/2014/main" id="{AEC4DF92-50DE-42AF-B71E-B0C42F66F4A4}"/>
              </a:ext>
            </a:extLst>
          </p:cNvPr>
          <p:cNvSpPr/>
          <p:nvPr/>
        </p:nvSpPr>
        <p:spPr>
          <a:xfrm>
            <a:off x="3304331" y="2591424"/>
            <a:ext cx="1352513"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1" name="矩形 10">
            <a:extLst>
              <a:ext uri="{FF2B5EF4-FFF2-40B4-BE49-F238E27FC236}">
                <a16:creationId xmlns:a16="http://schemas.microsoft.com/office/drawing/2014/main" id="{A459F2F2-4567-427E-BEEB-6E0AF6EB1FA2}"/>
              </a:ext>
            </a:extLst>
          </p:cNvPr>
          <p:cNvSpPr/>
          <p:nvPr/>
        </p:nvSpPr>
        <p:spPr>
          <a:xfrm>
            <a:off x="3304331" y="2807448"/>
            <a:ext cx="1352513"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2" name="矩形 11">
            <a:extLst>
              <a:ext uri="{FF2B5EF4-FFF2-40B4-BE49-F238E27FC236}">
                <a16:creationId xmlns:a16="http://schemas.microsoft.com/office/drawing/2014/main" id="{2BA14CD1-92C5-466B-8195-FB9C0B2C8196}"/>
              </a:ext>
            </a:extLst>
          </p:cNvPr>
          <p:cNvSpPr/>
          <p:nvPr/>
        </p:nvSpPr>
        <p:spPr>
          <a:xfrm>
            <a:off x="3304331" y="3031861"/>
            <a:ext cx="1352513" cy="242544"/>
          </a:xfrm>
          <a:prstGeom prst="rect">
            <a:avLst/>
          </a:prstGeom>
          <a:solidFill>
            <a:srgbClr val="00B0F0"/>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3" name="矩形 12">
            <a:extLst>
              <a:ext uri="{FF2B5EF4-FFF2-40B4-BE49-F238E27FC236}">
                <a16:creationId xmlns:a16="http://schemas.microsoft.com/office/drawing/2014/main" id="{66BE5B0E-DD6B-4D94-8074-13771A42DA4E}"/>
              </a:ext>
            </a:extLst>
          </p:cNvPr>
          <p:cNvSpPr/>
          <p:nvPr/>
        </p:nvSpPr>
        <p:spPr>
          <a:xfrm>
            <a:off x="3304331" y="3247885"/>
            <a:ext cx="1352513" cy="242544"/>
          </a:xfrm>
          <a:prstGeom prst="rect">
            <a:avLst/>
          </a:prstGeom>
          <a:solidFill>
            <a:srgbClr val="00B0F0"/>
          </a:solidFill>
          <a:ln>
            <a:solidFill>
              <a:schemeClr val="accent1"/>
            </a:solidFill>
          </a:ln>
        </p:spPr>
        <p:txBody>
          <a:bodyPr wrap="square" rtlCol="0" anchor="ctr">
            <a:spAutoFit/>
          </a:bodyPr>
          <a:lstStyle/>
          <a:p>
            <a:pPr algn="ctr">
              <a:spcAft>
                <a:spcPts val="0"/>
              </a:spcAft>
            </a:pPr>
            <a:endParaRPr lang="zh-CN" altLang="en-US" kern="0" dirty="0">
              <a:solidFill>
                <a:srgbClr val="800000"/>
              </a:solidFill>
              <a:latin typeface="Courier New"/>
              <a:ea typeface="宋体"/>
              <a:cs typeface="Times New Roman"/>
            </a:endParaRPr>
          </a:p>
        </p:txBody>
      </p:sp>
      <p:sp>
        <p:nvSpPr>
          <p:cNvPr id="14" name="矩形 13">
            <a:extLst>
              <a:ext uri="{FF2B5EF4-FFF2-40B4-BE49-F238E27FC236}">
                <a16:creationId xmlns:a16="http://schemas.microsoft.com/office/drawing/2014/main" id="{735E42A1-277C-49B3-B533-4BBBBAD02638}"/>
              </a:ext>
            </a:extLst>
          </p:cNvPr>
          <p:cNvSpPr/>
          <p:nvPr/>
        </p:nvSpPr>
        <p:spPr>
          <a:xfrm>
            <a:off x="3304331" y="3463909"/>
            <a:ext cx="1352513" cy="242544"/>
          </a:xfrm>
          <a:prstGeom prst="rect">
            <a:avLst/>
          </a:prstGeom>
          <a:solidFill>
            <a:srgbClr val="00B0F0"/>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5" name="矩形 14">
            <a:extLst>
              <a:ext uri="{FF2B5EF4-FFF2-40B4-BE49-F238E27FC236}">
                <a16:creationId xmlns:a16="http://schemas.microsoft.com/office/drawing/2014/main" id="{2E71D7E5-703A-42EA-9CAF-65E4C4C6276F}"/>
              </a:ext>
            </a:extLst>
          </p:cNvPr>
          <p:cNvSpPr/>
          <p:nvPr/>
        </p:nvSpPr>
        <p:spPr>
          <a:xfrm>
            <a:off x="3304331" y="3679933"/>
            <a:ext cx="1352513" cy="242544"/>
          </a:xfrm>
          <a:prstGeom prst="rect">
            <a:avLst/>
          </a:prstGeom>
          <a:solidFill>
            <a:srgbClr val="00B0F0"/>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6" name="矩形 15">
            <a:extLst>
              <a:ext uri="{FF2B5EF4-FFF2-40B4-BE49-F238E27FC236}">
                <a16:creationId xmlns:a16="http://schemas.microsoft.com/office/drawing/2014/main" id="{E10D19A4-9074-45F9-9039-862550DBB39A}"/>
              </a:ext>
            </a:extLst>
          </p:cNvPr>
          <p:cNvSpPr/>
          <p:nvPr/>
        </p:nvSpPr>
        <p:spPr>
          <a:xfrm>
            <a:off x="3312810" y="3904347"/>
            <a:ext cx="1352513"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7" name="矩形 16">
            <a:extLst>
              <a:ext uri="{FF2B5EF4-FFF2-40B4-BE49-F238E27FC236}">
                <a16:creationId xmlns:a16="http://schemas.microsoft.com/office/drawing/2014/main" id="{0B6EEE39-FF97-450E-BF50-BEA8FEF2E872}"/>
              </a:ext>
            </a:extLst>
          </p:cNvPr>
          <p:cNvSpPr/>
          <p:nvPr/>
        </p:nvSpPr>
        <p:spPr>
          <a:xfrm>
            <a:off x="3312810" y="4120371"/>
            <a:ext cx="1352513"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8" name="矩形 17">
            <a:extLst>
              <a:ext uri="{FF2B5EF4-FFF2-40B4-BE49-F238E27FC236}">
                <a16:creationId xmlns:a16="http://schemas.microsoft.com/office/drawing/2014/main" id="{12541152-380E-43D8-BBDE-1E095BB9A47D}"/>
              </a:ext>
            </a:extLst>
          </p:cNvPr>
          <p:cNvSpPr/>
          <p:nvPr/>
        </p:nvSpPr>
        <p:spPr>
          <a:xfrm>
            <a:off x="3312810" y="4336395"/>
            <a:ext cx="1352513"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9" name="矩形 18">
            <a:extLst>
              <a:ext uri="{FF2B5EF4-FFF2-40B4-BE49-F238E27FC236}">
                <a16:creationId xmlns:a16="http://schemas.microsoft.com/office/drawing/2014/main" id="{BA75C149-CC2E-48FD-9D88-8FD87CC11BA4}"/>
              </a:ext>
            </a:extLst>
          </p:cNvPr>
          <p:cNvSpPr/>
          <p:nvPr/>
        </p:nvSpPr>
        <p:spPr>
          <a:xfrm>
            <a:off x="3312810" y="4552419"/>
            <a:ext cx="1352513" cy="242544"/>
          </a:xfrm>
          <a:prstGeom prst="rect">
            <a:avLst/>
          </a:prstGeom>
          <a:no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20" name="文本框 19">
            <a:extLst>
              <a:ext uri="{FF2B5EF4-FFF2-40B4-BE49-F238E27FC236}">
                <a16:creationId xmlns:a16="http://schemas.microsoft.com/office/drawing/2014/main" id="{CD4B90B2-5400-4675-888E-B8D620EFA7F9}"/>
              </a:ext>
            </a:extLst>
          </p:cNvPr>
          <p:cNvSpPr txBox="1"/>
          <p:nvPr/>
        </p:nvSpPr>
        <p:spPr>
          <a:xfrm>
            <a:off x="3612459" y="3120547"/>
            <a:ext cx="825868" cy="584775"/>
          </a:xfrm>
          <a:prstGeom prst="rect">
            <a:avLst/>
          </a:prstGeom>
          <a:solidFill>
            <a:srgbClr val="00B0F0"/>
          </a:solidFill>
        </p:spPr>
        <p:txBody>
          <a:bodyPr wrap="square" rtlCol="0">
            <a:spAutoFit/>
          </a:bodyPr>
          <a:lstStyle/>
          <a:p>
            <a:r>
              <a:rPr lang="en-US" altLang="zh-CN" sz="3200" dirty="0"/>
              <a:t>[ ]</a:t>
            </a:r>
            <a:endParaRPr lang="zh-CN" altLang="en-US" sz="3200" dirty="0"/>
          </a:p>
        </p:txBody>
      </p:sp>
      <p:sp>
        <p:nvSpPr>
          <p:cNvPr id="21" name="矩形 20">
            <a:extLst>
              <a:ext uri="{FF2B5EF4-FFF2-40B4-BE49-F238E27FC236}">
                <a16:creationId xmlns:a16="http://schemas.microsoft.com/office/drawing/2014/main" id="{F2125386-ABCF-4144-8AB2-58F39C31891F}"/>
              </a:ext>
            </a:extLst>
          </p:cNvPr>
          <p:cNvSpPr/>
          <p:nvPr/>
        </p:nvSpPr>
        <p:spPr>
          <a:xfrm>
            <a:off x="3314357" y="4765075"/>
            <a:ext cx="1352513" cy="242544"/>
          </a:xfrm>
          <a:prstGeom prst="rect">
            <a:avLst/>
          </a:prstGeom>
          <a:no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22" name="矩形 21">
            <a:extLst>
              <a:ext uri="{FF2B5EF4-FFF2-40B4-BE49-F238E27FC236}">
                <a16:creationId xmlns:a16="http://schemas.microsoft.com/office/drawing/2014/main" id="{4CE17091-DE44-4DC7-9EA3-860A78615C42}"/>
              </a:ext>
            </a:extLst>
          </p:cNvPr>
          <p:cNvSpPr/>
          <p:nvPr/>
        </p:nvSpPr>
        <p:spPr>
          <a:xfrm>
            <a:off x="3314357" y="4981099"/>
            <a:ext cx="1352513" cy="242544"/>
          </a:xfrm>
          <a:prstGeom prst="rect">
            <a:avLst/>
          </a:prstGeom>
          <a:no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23" name="矩形 22">
            <a:extLst>
              <a:ext uri="{FF2B5EF4-FFF2-40B4-BE49-F238E27FC236}">
                <a16:creationId xmlns:a16="http://schemas.microsoft.com/office/drawing/2014/main" id="{CABADA67-4F12-4EA3-9601-7602B04970FF}"/>
              </a:ext>
            </a:extLst>
          </p:cNvPr>
          <p:cNvSpPr/>
          <p:nvPr/>
        </p:nvSpPr>
        <p:spPr>
          <a:xfrm>
            <a:off x="3314357" y="5197123"/>
            <a:ext cx="1352513" cy="242544"/>
          </a:xfrm>
          <a:prstGeom prst="rect">
            <a:avLst/>
          </a:prstGeom>
          <a:no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24" name="矩形 23">
            <a:extLst>
              <a:ext uri="{FF2B5EF4-FFF2-40B4-BE49-F238E27FC236}">
                <a16:creationId xmlns:a16="http://schemas.microsoft.com/office/drawing/2014/main" id="{82048788-368C-439F-BBE3-D9A2A407A853}"/>
              </a:ext>
            </a:extLst>
          </p:cNvPr>
          <p:cNvSpPr/>
          <p:nvPr/>
        </p:nvSpPr>
        <p:spPr>
          <a:xfrm>
            <a:off x="3314357" y="5413147"/>
            <a:ext cx="1352513" cy="242544"/>
          </a:xfrm>
          <a:prstGeom prst="rect">
            <a:avLst/>
          </a:prstGeom>
          <a:no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25" name="矩形 24">
            <a:extLst>
              <a:ext uri="{FF2B5EF4-FFF2-40B4-BE49-F238E27FC236}">
                <a16:creationId xmlns:a16="http://schemas.microsoft.com/office/drawing/2014/main" id="{305336AB-FCFA-49D6-AB49-E72D2DA7FE6E}"/>
              </a:ext>
            </a:extLst>
          </p:cNvPr>
          <p:cNvSpPr/>
          <p:nvPr/>
        </p:nvSpPr>
        <p:spPr>
          <a:xfrm>
            <a:off x="3312810" y="5640028"/>
            <a:ext cx="1352513"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26" name="矩形 25">
            <a:extLst>
              <a:ext uri="{FF2B5EF4-FFF2-40B4-BE49-F238E27FC236}">
                <a16:creationId xmlns:a16="http://schemas.microsoft.com/office/drawing/2014/main" id="{E77BF8CD-0E6C-4549-937C-889FDE9141E8}"/>
              </a:ext>
            </a:extLst>
          </p:cNvPr>
          <p:cNvSpPr/>
          <p:nvPr/>
        </p:nvSpPr>
        <p:spPr>
          <a:xfrm>
            <a:off x="3312810" y="5847231"/>
            <a:ext cx="1352513"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27" name="矩形 26">
            <a:extLst>
              <a:ext uri="{FF2B5EF4-FFF2-40B4-BE49-F238E27FC236}">
                <a16:creationId xmlns:a16="http://schemas.microsoft.com/office/drawing/2014/main" id="{0EDF913D-ED30-4995-9C17-963FC297A8EA}"/>
              </a:ext>
            </a:extLst>
          </p:cNvPr>
          <p:cNvSpPr/>
          <p:nvPr/>
        </p:nvSpPr>
        <p:spPr>
          <a:xfrm>
            <a:off x="3312810" y="6063255"/>
            <a:ext cx="1352513" cy="242544"/>
          </a:xfrm>
          <a:prstGeom prst="rect">
            <a:avLst/>
          </a:prstGeom>
          <a:ln>
            <a:solidFill>
              <a:schemeClr val="accent1"/>
            </a:solidFill>
          </a:ln>
        </p:spPr>
        <p:txBody>
          <a:bodyPr wrap="square" rtlCol="0" anchor="ctr">
            <a:spAutoFit/>
          </a:bodyPr>
          <a:lstStyle/>
          <a:p>
            <a:pPr algn="ctr">
              <a:spcAft>
                <a:spcPts val="0"/>
              </a:spcAft>
            </a:pPr>
            <a:endParaRPr lang="zh-CN" altLang="en-US" kern="0" dirty="0">
              <a:solidFill>
                <a:srgbClr val="800000"/>
              </a:solidFill>
              <a:latin typeface="Courier New"/>
              <a:ea typeface="宋体"/>
              <a:cs typeface="Times New Roman"/>
            </a:endParaRPr>
          </a:p>
        </p:txBody>
      </p:sp>
      <p:sp>
        <p:nvSpPr>
          <p:cNvPr id="28" name="矩形 27">
            <a:extLst>
              <a:ext uri="{FF2B5EF4-FFF2-40B4-BE49-F238E27FC236}">
                <a16:creationId xmlns:a16="http://schemas.microsoft.com/office/drawing/2014/main" id="{DE610EE4-8F86-423F-8AAC-465AF2380EC3}"/>
              </a:ext>
            </a:extLst>
          </p:cNvPr>
          <p:cNvSpPr/>
          <p:nvPr/>
        </p:nvSpPr>
        <p:spPr>
          <a:xfrm>
            <a:off x="3312810" y="6279279"/>
            <a:ext cx="1352513"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30" name="文本框 29">
            <a:extLst>
              <a:ext uri="{FF2B5EF4-FFF2-40B4-BE49-F238E27FC236}">
                <a16:creationId xmlns:a16="http://schemas.microsoft.com/office/drawing/2014/main" id="{6EC20FF3-864A-4F0B-9099-5422E5815F6B}"/>
              </a:ext>
            </a:extLst>
          </p:cNvPr>
          <p:cNvSpPr txBox="1"/>
          <p:nvPr/>
        </p:nvSpPr>
        <p:spPr>
          <a:xfrm>
            <a:off x="2486942" y="2984025"/>
            <a:ext cx="825867" cy="369332"/>
          </a:xfrm>
          <a:prstGeom prst="rect">
            <a:avLst/>
          </a:prstGeom>
          <a:noFill/>
        </p:spPr>
        <p:txBody>
          <a:bodyPr wrap="none" rtlCol="0">
            <a:spAutoFit/>
          </a:bodyPr>
          <a:lstStyle/>
          <a:p>
            <a:r>
              <a:rPr lang="en-US" altLang="zh-CN" dirty="0">
                <a:solidFill>
                  <a:schemeClr val="accent2">
                    <a:lumMod val="75000"/>
                  </a:schemeClr>
                </a:solidFill>
              </a:rPr>
              <a:t>30000</a:t>
            </a:r>
            <a:endParaRPr lang="zh-CN" altLang="en-US" dirty="0"/>
          </a:p>
        </p:txBody>
      </p:sp>
      <p:sp>
        <p:nvSpPr>
          <p:cNvPr id="31" name="文本框 30">
            <a:extLst>
              <a:ext uri="{FF2B5EF4-FFF2-40B4-BE49-F238E27FC236}">
                <a16:creationId xmlns:a16="http://schemas.microsoft.com/office/drawing/2014/main" id="{91C39E6C-DE7D-4F21-8863-6C4C8E79A803}"/>
              </a:ext>
            </a:extLst>
          </p:cNvPr>
          <p:cNvSpPr txBox="1"/>
          <p:nvPr/>
        </p:nvSpPr>
        <p:spPr>
          <a:xfrm>
            <a:off x="3382522" y="5756734"/>
            <a:ext cx="1064655" cy="369332"/>
          </a:xfrm>
          <a:prstGeom prst="rect">
            <a:avLst/>
          </a:prstGeom>
          <a:noFill/>
        </p:spPr>
        <p:txBody>
          <a:bodyPr wrap="square">
            <a:spAutoFit/>
          </a:bodyPr>
          <a:lstStyle/>
          <a:p>
            <a:r>
              <a:rPr lang="en-US" altLang="zh-CN" dirty="0"/>
              <a:t>30000</a:t>
            </a:r>
            <a:endParaRPr lang="zh-CN" altLang="en-US" dirty="0"/>
          </a:p>
        </p:txBody>
      </p:sp>
      <p:sp>
        <p:nvSpPr>
          <p:cNvPr id="32" name="文本框 31">
            <a:extLst>
              <a:ext uri="{FF2B5EF4-FFF2-40B4-BE49-F238E27FC236}">
                <a16:creationId xmlns:a16="http://schemas.microsoft.com/office/drawing/2014/main" id="{0A8D31F4-1A4D-40F0-99A9-85E862EB2E83}"/>
              </a:ext>
            </a:extLst>
          </p:cNvPr>
          <p:cNvSpPr txBox="1"/>
          <p:nvPr/>
        </p:nvSpPr>
        <p:spPr>
          <a:xfrm>
            <a:off x="4768359" y="5778638"/>
            <a:ext cx="415498" cy="369332"/>
          </a:xfrm>
          <a:prstGeom prst="rect">
            <a:avLst/>
          </a:prstGeom>
          <a:noFill/>
        </p:spPr>
        <p:txBody>
          <a:bodyPr wrap="none" rtlCol="0">
            <a:spAutoFit/>
          </a:bodyPr>
          <a:lstStyle/>
          <a:p>
            <a:r>
              <a:rPr lang="en-US" altLang="zh-CN" dirty="0" err="1"/>
              <a:t>lst</a:t>
            </a:r>
            <a:endParaRPr lang="zh-CN" altLang="en-US" dirty="0"/>
          </a:p>
        </p:txBody>
      </p:sp>
      <p:sp>
        <p:nvSpPr>
          <p:cNvPr id="33" name="文本框 32">
            <a:extLst>
              <a:ext uri="{FF2B5EF4-FFF2-40B4-BE49-F238E27FC236}">
                <a16:creationId xmlns:a16="http://schemas.microsoft.com/office/drawing/2014/main" id="{D4FA86F5-90F9-4B73-919B-39EDA2DE4E15}"/>
              </a:ext>
            </a:extLst>
          </p:cNvPr>
          <p:cNvSpPr txBox="1"/>
          <p:nvPr/>
        </p:nvSpPr>
        <p:spPr>
          <a:xfrm>
            <a:off x="4749803" y="6199722"/>
            <a:ext cx="877163" cy="369332"/>
          </a:xfrm>
          <a:prstGeom prst="rect">
            <a:avLst/>
          </a:prstGeom>
          <a:noFill/>
        </p:spPr>
        <p:txBody>
          <a:bodyPr wrap="none" rtlCol="0">
            <a:spAutoFit/>
          </a:bodyPr>
          <a:lstStyle/>
          <a:p>
            <a:r>
              <a:rPr lang="zh-CN" altLang="en-US" dirty="0"/>
              <a:t>形参</a:t>
            </a:r>
            <a:r>
              <a:rPr lang="en-US" altLang="zh-CN" dirty="0" err="1"/>
              <a:t>lst</a:t>
            </a:r>
            <a:endParaRPr lang="zh-CN" altLang="en-US" dirty="0"/>
          </a:p>
        </p:txBody>
      </p:sp>
      <p:sp>
        <p:nvSpPr>
          <p:cNvPr id="35" name="文本框 34">
            <a:extLst>
              <a:ext uri="{FF2B5EF4-FFF2-40B4-BE49-F238E27FC236}">
                <a16:creationId xmlns:a16="http://schemas.microsoft.com/office/drawing/2014/main" id="{80FEEBD0-4AAE-416C-BD8D-61A92BFB164A}"/>
              </a:ext>
            </a:extLst>
          </p:cNvPr>
          <p:cNvSpPr txBox="1"/>
          <p:nvPr/>
        </p:nvSpPr>
        <p:spPr>
          <a:xfrm>
            <a:off x="3372873" y="6183804"/>
            <a:ext cx="1064655" cy="369332"/>
          </a:xfrm>
          <a:prstGeom prst="rect">
            <a:avLst/>
          </a:prstGeom>
          <a:noFill/>
        </p:spPr>
        <p:txBody>
          <a:bodyPr wrap="square">
            <a:spAutoFit/>
          </a:bodyPr>
          <a:lstStyle/>
          <a:p>
            <a:r>
              <a:rPr lang="en-US" altLang="zh-CN" dirty="0"/>
              <a:t>30000</a:t>
            </a:r>
            <a:endParaRPr lang="zh-CN" altLang="en-US" dirty="0"/>
          </a:p>
        </p:txBody>
      </p:sp>
      <p:sp>
        <p:nvSpPr>
          <p:cNvPr id="36" name="任意多边形: 形状 35">
            <a:extLst>
              <a:ext uri="{FF2B5EF4-FFF2-40B4-BE49-F238E27FC236}">
                <a16:creationId xmlns:a16="http://schemas.microsoft.com/office/drawing/2014/main" id="{C258506D-0C2F-4E1F-AAF2-F55EA4963E97}"/>
              </a:ext>
            </a:extLst>
          </p:cNvPr>
          <p:cNvSpPr/>
          <p:nvPr/>
        </p:nvSpPr>
        <p:spPr>
          <a:xfrm>
            <a:off x="2710836" y="3177954"/>
            <a:ext cx="761902" cy="2801923"/>
          </a:xfrm>
          <a:custGeom>
            <a:avLst/>
            <a:gdLst>
              <a:gd name="connsiteX0" fmla="*/ 1236656 w 1236656"/>
              <a:gd name="connsiteY0" fmla="*/ 2801923 h 2801923"/>
              <a:gd name="connsiteX1" fmla="*/ 1060487 w 1236656"/>
              <a:gd name="connsiteY1" fmla="*/ 2743200 h 2801923"/>
              <a:gd name="connsiteX2" fmla="*/ 699760 w 1236656"/>
              <a:gd name="connsiteY2" fmla="*/ 2600587 h 2801923"/>
              <a:gd name="connsiteX3" fmla="*/ 573925 w 1236656"/>
              <a:gd name="connsiteY3" fmla="*/ 2516697 h 2801923"/>
              <a:gd name="connsiteX4" fmla="*/ 506813 w 1236656"/>
              <a:gd name="connsiteY4" fmla="*/ 2449585 h 2801923"/>
              <a:gd name="connsiteX5" fmla="*/ 473257 w 1236656"/>
              <a:gd name="connsiteY5" fmla="*/ 2416029 h 2801923"/>
              <a:gd name="connsiteX6" fmla="*/ 431312 w 1236656"/>
              <a:gd name="connsiteY6" fmla="*/ 2365695 h 2801923"/>
              <a:gd name="connsiteX7" fmla="*/ 372589 w 1236656"/>
              <a:gd name="connsiteY7" fmla="*/ 2315362 h 2801923"/>
              <a:gd name="connsiteX8" fmla="*/ 271922 w 1236656"/>
              <a:gd name="connsiteY8" fmla="*/ 2164360 h 2801923"/>
              <a:gd name="connsiteX9" fmla="*/ 204810 w 1236656"/>
              <a:gd name="connsiteY9" fmla="*/ 2072081 h 2801923"/>
              <a:gd name="connsiteX10" fmla="*/ 104142 w 1236656"/>
              <a:gd name="connsiteY10" fmla="*/ 1862356 h 2801923"/>
              <a:gd name="connsiteX11" fmla="*/ 62197 w 1236656"/>
              <a:gd name="connsiteY11" fmla="*/ 1770077 h 2801923"/>
              <a:gd name="connsiteX12" fmla="*/ 11863 w 1236656"/>
              <a:gd name="connsiteY12" fmla="*/ 1585519 h 2801923"/>
              <a:gd name="connsiteX13" fmla="*/ 11863 w 1236656"/>
              <a:gd name="connsiteY13" fmla="*/ 1124125 h 2801923"/>
              <a:gd name="connsiteX14" fmla="*/ 171254 w 1236656"/>
              <a:gd name="connsiteY14" fmla="*/ 830510 h 2801923"/>
              <a:gd name="connsiteX15" fmla="*/ 246755 w 1236656"/>
              <a:gd name="connsiteY15" fmla="*/ 738231 h 2801923"/>
              <a:gd name="connsiteX16" fmla="*/ 305478 w 1236656"/>
              <a:gd name="connsiteY16" fmla="*/ 687897 h 2801923"/>
              <a:gd name="connsiteX17" fmla="*/ 364200 w 1236656"/>
              <a:gd name="connsiteY17" fmla="*/ 612396 h 2801923"/>
              <a:gd name="connsiteX18" fmla="*/ 422923 w 1236656"/>
              <a:gd name="connsiteY18" fmla="*/ 562062 h 2801923"/>
              <a:gd name="connsiteX19" fmla="*/ 540369 w 1236656"/>
              <a:gd name="connsiteY19" fmla="*/ 453006 h 2801923"/>
              <a:gd name="connsiteX20" fmla="*/ 573925 w 1236656"/>
              <a:gd name="connsiteY20" fmla="*/ 436228 h 2801923"/>
              <a:gd name="connsiteX21" fmla="*/ 590703 w 1236656"/>
              <a:gd name="connsiteY21" fmla="*/ 411061 h 2801923"/>
              <a:gd name="connsiteX22" fmla="*/ 615870 w 1236656"/>
              <a:gd name="connsiteY22" fmla="*/ 402672 h 2801923"/>
              <a:gd name="connsiteX23" fmla="*/ 624259 w 1236656"/>
              <a:gd name="connsiteY23" fmla="*/ 377505 h 2801923"/>
              <a:gd name="connsiteX24" fmla="*/ 657815 w 1236656"/>
              <a:gd name="connsiteY24" fmla="*/ 360727 h 2801923"/>
              <a:gd name="connsiteX25" fmla="*/ 708149 w 1236656"/>
              <a:gd name="connsiteY25" fmla="*/ 302004 h 2801923"/>
              <a:gd name="connsiteX26" fmla="*/ 817206 w 1236656"/>
              <a:gd name="connsiteY26" fmla="*/ 209725 h 2801923"/>
              <a:gd name="connsiteX27" fmla="*/ 833984 w 1236656"/>
              <a:gd name="connsiteY27" fmla="*/ 184558 h 2801923"/>
              <a:gd name="connsiteX28" fmla="*/ 884318 w 1236656"/>
              <a:gd name="connsiteY28" fmla="*/ 134224 h 2801923"/>
              <a:gd name="connsiteX29" fmla="*/ 901096 w 1236656"/>
              <a:gd name="connsiteY29" fmla="*/ 109057 h 2801923"/>
              <a:gd name="connsiteX30" fmla="*/ 909485 w 1236656"/>
              <a:gd name="connsiteY30" fmla="*/ 83890 h 2801923"/>
              <a:gd name="connsiteX31" fmla="*/ 934652 w 1236656"/>
              <a:gd name="connsiteY31" fmla="*/ 75501 h 2801923"/>
              <a:gd name="connsiteX32" fmla="*/ 951430 w 1236656"/>
              <a:gd name="connsiteY32" fmla="*/ 50334 h 2801923"/>
              <a:gd name="connsiteX33" fmla="*/ 984986 w 1236656"/>
              <a:gd name="connsiteY33" fmla="*/ 33556 h 2801923"/>
              <a:gd name="connsiteX34" fmla="*/ 1035320 w 1236656"/>
              <a:gd name="connsiteY34" fmla="*/ 16778 h 2801923"/>
              <a:gd name="connsiteX35" fmla="*/ 1060487 w 1236656"/>
              <a:gd name="connsiteY35" fmla="*/ 8389 h 2801923"/>
              <a:gd name="connsiteX36" fmla="*/ 1077265 w 1236656"/>
              <a:gd name="connsiteY36" fmla="*/ 0 h 2801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236656" h="2801923">
                <a:moveTo>
                  <a:pt x="1236656" y="2801923"/>
                </a:moveTo>
                <a:cubicBezTo>
                  <a:pt x="1110164" y="2751326"/>
                  <a:pt x="1336785" y="2840717"/>
                  <a:pt x="1060487" y="2743200"/>
                </a:cubicBezTo>
                <a:cubicBezTo>
                  <a:pt x="971209" y="2711690"/>
                  <a:pt x="805687" y="2660171"/>
                  <a:pt x="699760" y="2600587"/>
                </a:cubicBezTo>
                <a:cubicBezTo>
                  <a:pt x="674288" y="2586259"/>
                  <a:pt x="597545" y="2537168"/>
                  <a:pt x="573925" y="2516697"/>
                </a:cubicBezTo>
                <a:cubicBezTo>
                  <a:pt x="550017" y="2495977"/>
                  <a:pt x="529184" y="2471956"/>
                  <a:pt x="506813" y="2449585"/>
                </a:cubicBezTo>
                <a:cubicBezTo>
                  <a:pt x="495628" y="2438400"/>
                  <a:pt x="483384" y="2428181"/>
                  <a:pt x="473257" y="2416029"/>
                </a:cubicBezTo>
                <a:cubicBezTo>
                  <a:pt x="459275" y="2399251"/>
                  <a:pt x="446755" y="2381138"/>
                  <a:pt x="431312" y="2365695"/>
                </a:cubicBezTo>
                <a:cubicBezTo>
                  <a:pt x="413082" y="2347465"/>
                  <a:pt x="390132" y="2334254"/>
                  <a:pt x="372589" y="2315362"/>
                </a:cubicBezTo>
                <a:cubicBezTo>
                  <a:pt x="323195" y="2262168"/>
                  <a:pt x="312730" y="2225572"/>
                  <a:pt x="271922" y="2164360"/>
                </a:cubicBezTo>
                <a:cubicBezTo>
                  <a:pt x="250824" y="2132714"/>
                  <a:pt x="223281" y="2105329"/>
                  <a:pt x="204810" y="2072081"/>
                </a:cubicBezTo>
                <a:cubicBezTo>
                  <a:pt x="167151" y="2004295"/>
                  <a:pt x="137254" y="1932476"/>
                  <a:pt x="104142" y="1862356"/>
                </a:cubicBezTo>
                <a:cubicBezTo>
                  <a:pt x="89714" y="1831803"/>
                  <a:pt x="71906" y="1802440"/>
                  <a:pt x="62197" y="1770077"/>
                </a:cubicBezTo>
                <a:cubicBezTo>
                  <a:pt x="27091" y="1653057"/>
                  <a:pt x="44111" y="1714510"/>
                  <a:pt x="11863" y="1585519"/>
                </a:cubicBezTo>
                <a:cubicBezTo>
                  <a:pt x="-357" y="1402219"/>
                  <a:pt x="-7189" y="1357517"/>
                  <a:pt x="11863" y="1124125"/>
                </a:cubicBezTo>
                <a:cubicBezTo>
                  <a:pt x="18591" y="1041708"/>
                  <a:pt x="169336" y="832854"/>
                  <a:pt x="171254" y="830510"/>
                </a:cubicBezTo>
                <a:cubicBezTo>
                  <a:pt x="196421" y="799750"/>
                  <a:pt x="219516" y="767172"/>
                  <a:pt x="246755" y="738231"/>
                </a:cubicBezTo>
                <a:cubicBezTo>
                  <a:pt x="264424" y="719457"/>
                  <a:pt x="287887" y="706744"/>
                  <a:pt x="305478" y="687897"/>
                </a:cubicBezTo>
                <a:cubicBezTo>
                  <a:pt x="327232" y="664589"/>
                  <a:pt x="342446" y="635704"/>
                  <a:pt x="364200" y="612396"/>
                </a:cubicBezTo>
                <a:cubicBezTo>
                  <a:pt x="381791" y="593549"/>
                  <a:pt x="404180" y="579764"/>
                  <a:pt x="422923" y="562062"/>
                </a:cubicBezTo>
                <a:cubicBezTo>
                  <a:pt x="469540" y="518035"/>
                  <a:pt x="491243" y="481078"/>
                  <a:pt x="540369" y="453006"/>
                </a:cubicBezTo>
                <a:cubicBezTo>
                  <a:pt x="551227" y="446801"/>
                  <a:pt x="562740" y="441821"/>
                  <a:pt x="573925" y="436228"/>
                </a:cubicBezTo>
                <a:cubicBezTo>
                  <a:pt x="579518" y="427839"/>
                  <a:pt x="582830" y="417359"/>
                  <a:pt x="590703" y="411061"/>
                </a:cubicBezTo>
                <a:cubicBezTo>
                  <a:pt x="597608" y="405537"/>
                  <a:pt x="609617" y="408925"/>
                  <a:pt x="615870" y="402672"/>
                </a:cubicBezTo>
                <a:cubicBezTo>
                  <a:pt x="622123" y="396419"/>
                  <a:pt x="618006" y="383758"/>
                  <a:pt x="624259" y="377505"/>
                </a:cubicBezTo>
                <a:cubicBezTo>
                  <a:pt x="633102" y="368662"/>
                  <a:pt x="647811" y="368230"/>
                  <a:pt x="657815" y="360727"/>
                </a:cubicBezTo>
                <a:cubicBezTo>
                  <a:pt x="766935" y="278887"/>
                  <a:pt x="638978" y="366564"/>
                  <a:pt x="708149" y="302004"/>
                </a:cubicBezTo>
                <a:cubicBezTo>
                  <a:pt x="742962" y="269512"/>
                  <a:pt x="790791" y="249347"/>
                  <a:pt x="817206" y="209725"/>
                </a:cubicBezTo>
                <a:cubicBezTo>
                  <a:pt x="822799" y="201336"/>
                  <a:pt x="827286" y="192094"/>
                  <a:pt x="833984" y="184558"/>
                </a:cubicBezTo>
                <a:cubicBezTo>
                  <a:pt x="849748" y="166824"/>
                  <a:pt x="871156" y="153967"/>
                  <a:pt x="884318" y="134224"/>
                </a:cubicBezTo>
                <a:cubicBezTo>
                  <a:pt x="889911" y="125835"/>
                  <a:pt x="896587" y="118075"/>
                  <a:pt x="901096" y="109057"/>
                </a:cubicBezTo>
                <a:cubicBezTo>
                  <a:pt x="905051" y="101148"/>
                  <a:pt x="903232" y="90143"/>
                  <a:pt x="909485" y="83890"/>
                </a:cubicBezTo>
                <a:cubicBezTo>
                  <a:pt x="915738" y="77637"/>
                  <a:pt x="926263" y="78297"/>
                  <a:pt x="934652" y="75501"/>
                </a:cubicBezTo>
                <a:cubicBezTo>
                  <a:pt x="940245" y="67112"/>
                  <a:pt x="943685" y="56789"/>
                  <a:pt x="951430" y="50334"/>
                </a:cubicBezTo>
                <a:cubicBezTo>
                  <a:pt x="961037" y="42328"/>
                  <a:pt x="973375" y="38200"/>
                  <a:pt x="984986" y="33556"/>
                </a:cubicBezTo>
                <a:cubicBezTo>
                  <a:pt x="1001407" y="26988"/>
                  <a:pt x="1018542" y="22371"/>
                  <a:pt x="1035320" y="16778"/>
                </a:cubicBezTo>
                <a:cubicBezTo>
                  <a:pt x="1043709" y="13982"/>
                  <a:pt x="1052578" y="12344"/>
                  <a:pt x="1060487" y="8389"/>
                </a:cubicBezTo>
                <a:lnTo>
                  <a:pt x="1077265" y="0"/>
                </a:lnTo>
              </a:path>
            </a:pathLst>
          </a:custGeom>
          <a:noFill/>
          <a:ln>
            <a:solidFill>
              <a:schemeClr val="accent1"/>
            </a:solidFill>
            <a:headEnd type="none" w="med" len="med"/>
            <a:tailEnd type="arrow" w="med" len="med"/>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charset="0"/>
            </a:endParaRPr>
          </a:p>
        </p:txBody>
      </p:sp>
      <p:sp>
        <p:nvSpPr>
          <p:cNvPr id="37" name="任意多边形: 形状 36">
            <a:extLst>
              <a:ext uri="{FF2B5EF4-FFF2-40B4-BE49-F238E27FC236}">
                <a16:creationId xmlns:a16="http://schemas.microsoft.com/office/drawing/2014/main" id="{7DDFEC3B-DC28-454E-B449-A51FAC05206E}"/>
              </a:ext>
            </a:extLst>
          </p:cNvPr>
          <p:cNvSpPr/>
          <p:nvPr/>
        </p:nvSpPr>
        <p:spPr>
          <a:xfrm>
            <a:off x="2373778" y="3168861"/>
            <a:ext cx="979598" cy="3255765"/>
          </a:xfrm>
          <a:custGeom>
            <a:avLst/>
            <a:gdLst>
              <a:gd name="connsiteX0" fmla="*/ 1140905 w 1140905"/>
              <a:gd name="connsiteY0" fmla="*/ 3020740 h 3020740"/>
              <a:gd name="connsiteX1" fmla="*/ 679511 w 1140905"/>
              <a:gd name="connsiteY1" fmla="*/ 2970406 h 3020740"/>
              <a:gd name="connsiteX2" fmla="*/ 478175 w 1140905"/>
              <a:gd name="connsiteY2" fmla="*/ 2836182 h 3020740"/>
              <a:gd name="connsiteX3" fmla="*/ 411063 w 1140905"/>
              <a:gd name="connsiteY3" fmla="*/ 2777459 h 3020740"/>
              <a:gd name="connsiteX4" fmla="*/ 276839 w 1140905"/>
              <a:gd name="connsiteY4" fmla="*/ 2576123 h 3020740"/>
              <a:gd name="connsiteX5" fmla="*/ 260061 w 1140905"/>
              <a:gd name="connsiteY5" fmla="*/ 2509011 h 3020740"/>
              <a:gd name="connsiteX6" fmla="*/ 226505 w 1140905"/>
              <a:gd name="connsiteY6" fmla="*/ 2358009 h 3020740"/>
              <a:gd name="connsiteX7" fmla="*/ 176172 w 1140905"/>
              <a:gd name="connsiteY7" fmla="*/ 2114729 h 3020740"/>
              <a:gd name="connsiteX8" fmla="*/ 83893 w 1140905"/>
              <a:gd name="connsiteY8" fmla="*/ 1863059 h 3020740"/>
              <a:gd name="connsiteX9" fmla="*/ 25170 w 1140905"/>
              <a:gd name="connsiteY9" fmla="*/ 1644945 h 3020740"/>
              <a:gd name="connsiteX10" fmla="*/ 8392 w 1140905"/>
              <a:gd name="connsiteY10" fmla="*/ 1552666 h 3020740"/>
              <a:gd name="connsiteX11" fmla="*/ 25170 w 1140905"/>
              <a:gd name="connsiteY11" fmla="*/ 998993 h 3020740"/>
              <a:gd name="connsiteX12" fmla="*/ 184561 w 1140905"/>
              <a:gd name="connsiteY12" fmla="*/ 738934 h 3020740"/>
              <a:gd name="connsiteX13" fmla="*/ 394285 w 1140905"/>
              <a:gd name="connsiteY13" fmla="*/ 529209 h 3020740"/>
              <a:gd name="connsiteX14" fmla="*/ 478175 w 1140905"/>
              <a:gd name="connsiteY14" fmla="*/ 445320 h 3020740"/>
              <a:gd name="connsiteX15" fmla="*/ 511731 w 1140905"/>
              <a:gd name="connsiteY15" fmla="*/ 403375 h 3020740"/>
              <a:gd name="connsiteX16" fmla="*/ 578843 w 1140905"/>
              <a:gd name="connsiteY16" fmla="*/ 344652 h 3020740"/>
              <a:gd name="connsiteX17" fmla="*/ 671122 w 1140905"/>
              <a:gd name="connsiteY17" fmla="*/ 243984 h 3020740"/>
              <a:gd name="connsiteX18" fmla="*/ 713067 w 1140905"/>
              <a:gd name="connsiteY18" fmla="*/ 168483 h 3020740"/>
              <a:gd name="connsiteX19" fmla="*/ 746623 w 1140905"/>
              <a:gd name="connsiteY19" fmla="*/ 134927 h 3020740"/>
              <a:gd name="connsiteX20" fmla="*/ 755012 w 1140905"/>
              <a:gd name="connsiteY20" fmla="*/ 109760 h 3020740"/>
              <a:gd name="connsiteX21" fmla="*/ 813735 w 1140905"/>
              <a:gd name="connsiteY21" fmla="*/ 51037 h 3020740"/>
              <a:gd name="connsiteX22" fmla="*/ 830513 w 1140905"/>
              <a:gd name="connsiteY22" fmla="*/ 25870 h 3020740"/>
              <a:gd name="connsiteX23" fmla="*/ 880847 w 1140905"/>
              <a:gd name="connsiteY23" fmla="*/ 703 h 3020740"/>
              <a:gd name="connsiteX24" fmla="*/ 914403 w 1140905"/>
              <a:gd name="connsiteY24" fmla="*/ 703 h 3020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40905" h="3020740">
                <a:moveTo>
                  <a:pt x="1140905" y="3020740"/>
                </a:moveTo>
                <a:cubicBezTo>
                  <a:pt x="987107" y="3003962"/>
                  <a:pt x="828550" y="3011911"/>
                  <a:pt x="679511" y="2970406"/>
                </a:cubicBezTo>
                <a:cubicBezTo>
                  <a:pt x="601809" y="2948767"/>
                  <a:pt x="538877" y="2889296"/>
                  <a:pt x="478175" y="2836182"/>
                </a:cubicBezTo>
                <a:cubicBezTo>
                  <a:pt x="455804" y="2816608"/>
                  <a:pt x="430568" y="2799890"/>
                  <a:pt x="411063" y="2777459"/>
                </a:cubicBezTo>
                <a:cubicBezTo>
                  <a:pt x="366936" y="2726713"/>
                  <a:pt x="303409" y="2646977"/>
                  <a:pt x="276839" y="2576123"/>
                </a:cubicBezTo>
                <a:cubicBezTo>
                  <a:pt x="268742" y="2554532"/>
                  <a:pt x="265246" y="2531480"/>
                  <a:pt x="260061" y="2509011"/>
                </a:cubicBezTo>
                <a:cubicBezTo>
                  <a:pt x="248467" y="2458770"/>
                  <a:pt x="236153" y="2408660"/>
                  <a:pt x="226505" y="2358009"/>
                </a:cubicBezTo>
                <a:cubicBezTo>
                  <a:pt x="219039" y="2318810"/>
                  <a:pt x="195720" y="2178262"/>
                  <a:pt x="176172" y="2114729"/>
                </a:cubicBezTo>
                <a:cubicBezTo>
                  <a:pt x="74274" y="1783559"/>
                  <a:pt x="173698" y="2112517"/>
                  <a:pt x="83893" y="1863059"/>
                </a:cubicBezTo>
                <a:cubicBezTo>
                  <a:pt x="57696" y="1790290"/>
                  <a:pt x="40909" y="1720490"/>
                  <a:pt x="25170" y="1644945"/>
                </a:cubicBezTo>
                <a:cubicBezTo>
                  <a:pt x="18794" y="1614338"/>
                  <a:pt x="13985" y="1583426"/>
                  <a:pt x="8392" y="1552666"/>
                </a:cubicBezTo>
                <a:cubicBezTo>
                  <a:pt x="3427" y="1388809"/>
                  <a:pt x="-14608" y="1161422"/>
                  <a:pt x="25170" y="998993"/>
                </a:cubicBezTo>
                <a:cubicBezTo>
                  <a:pt x="33662" y="964319"/>
                  <a:pt x="162272" y="766572"/>
                  <a:pt x="184561" y="738934"/>
                </a:cubicBezTo>
                <a:cubicBezTo>
                  <a:pt x="281925" y="618202"/>
                  <a:pt x="298059" y="620624"/>
                  <a:pt x="394285" y="529209"/>
                </a:cubicBezTo>
                <a:cubicBezTo>
                  <a:pt x="422956" y="501972"/>
                  <a:pt x="451192" y="474230"/>
                  <a:pt x="478175" y="445320"/>
                </a:cubicBezTo>
                <a:cubicBezTo>
                  <a:pt x="490392" y="432230"/>
                  <a:pt x="499070" y="416036"/>
                  <a:pt x="511731" y="403375"/>
                </a:cubicBezTo>
                <a:cubicBezTo>
                  <a:pt x="577307" y="337799"/>
                  <a:pt x="513491" y="423074"/>
                  <a:pt x="578843" y="344652"/>
                </a:cubicBezTo>
                <a:cubicBezTo>
                  <a:pt x="780247" y="102967"/>
                  <a:pt x="517488" y="397618"/>
                  <a:pt x="671122" y="243984"/>
                </a:cubicBezTo>
                <a:cubicBezTo>
                  <a:pt x="687859" y="227247"/>
                  <a:pt x="702827" y="183111"/>
                  <a:pt x="713067" y="168483"/>
                </a:cubicBezTo>
                <a:cubicBezTo>
                  <a:pt x="722138" y="155524"/>
                  <a:pt x="735438" y="146112"/>
                  <a:pt x="746623" y="134927"/>
                </a:cubicBezTo>
                <a:cubicBezTo>
                  <a:pt x="749419" y="126538"/>
                  <a:pt x="750325" y="117259"/>
                  <a:pt x="755012" y="109760"/>
                </a:cubicBezTo>
                <a:cubicBezTo>
                  <a:pt x="779921" y="69906"/>
                  <a:pt x="782086" y="72137"/>
                  <a:pt x="813735" y="51037"/>
                </a:cubicBezTo>
                <a:cubicBezTo>
                  <a:pt x="819328" y="42648"/>
                  <a:pt x="823384" y="32999"/>
                  <a:pt x="830513" y="25870"/>
                </a:cubicBezTo>
                <a:cubicBezTo>
                  <a:pt x="841589" y="14794"/>
                  <a:pt x="864927" y="2977"/>
                  <a:pt x="880847" y="703"/>
                </a:cubicBezTo>
                <a:cubicBezTo>
                  <a:pt x="891920" y="-879"/>
                  <a:pt x="903218" y="703"/>
                  <a:pt x="914403" y="703"/>
                </a:cubicBezTo>
              </a:path>
            </a:pathLst>
          </a:custGeom>
          <a:noFill/>
          <a:ln>
            <a:solidFill>
              <a:srgbClr val="FF0000"/>
            </a:solidFill>
            <a:headEnd type="none" w="med" len="med"/>
            <a:tailEnd type="arrow" w="med" len="med"/>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charset="0"/>
            </a:endParaRPr>
          </a:p>
        </p:txBody>
      </p:sp>
      <p:sp>
        <p:nvSpPr>
          <p:cNvPr id="39" name="箭头: 右 38">
            <a:extLst>
              <a:ext uri="{FF2B5EF4-FFF2-40B4-BE49-F238E27FC236}">
                <a16:creationId xmlns:a16="http://schemas.microsoft.com/office/drawing/2014/main" id="{76F0FD51-1B68-45D7-885F-8F2E15C9ACAE}"/>
              </a:ext>
            </a:extLst>
          </p:cNvPr>
          <p:cNvSpPr/>
          <p:nvPr/>
        </p:nvSpPr>
        <p:spPr>
          <a:xfrm>
            <a:off x="5092672" y="4120371"/>
            <a:ext cx="501557" cy="200154"/>
          </a:xfrm>
          <a:prstGeom prst="rightArrow">
            <a:avLst/>
          </a:prstGeom>
          <a:solidFill>
            <a:srgbClr val="FF0000"/>
          </a:solidFill>
          <a:ln>
            <a:solidFill>
              <a:srgbClr val="7030A0"/>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40" name="矩形 39">
            <a:extLst>
              <a:ext uri="{FF2B5EF4-FFF2-40B4-BE49-F238E27FC236}">
                <a16:creationId xmlns:a16="http://schemas.microsoft.com/office/drawing/2014/main" id="{393322F0-4D28-402D-8736-07B25B0A4CCC}"/>
              </a:ext>
            </a:extLst>
          </p:cNvPr>
          <p:cNvSpPr/>
          <p:nvPr/>
        </p:nvSpPr>
        <p:spPr>
          <a:xfrm>
            <a:off x="6855055" y="2564904"/>
            <a:ext cx="1352513"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41" name="矩形 40">
            <a:extLst>
              <a:ext uri="{FF2B5EF4-FFF2-40B4-BE49-F238E27FC236}">
                <a16:creationId xmlns:a16="http://schemas.microsoft.com/office/drawing/2014/main" id="{B87765AB-E1E1-487E-80F8-B4FEE7238BAD}"/>
              </a:ext>
            </a:extLst>
          </p:cNvPr>
          <p:cNvSpPr/>
          <p:nvPr/>
        </p:nvSpPr>
        <p:spPr>
          <a:xfrm>
            <a:off x="6855055" y="2780928"/>
            <a:ext cx="1352513"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42" name="矩形 41">
            <a:extLst>
              <a:ext uri="{FF2B5EF4-FFF2-40B4-BE49-F238E27FC236}">
                <a16:creationId xmlns:a16="http://schemas.microsoft.com/office/drawing/2014/main" id="{F139EE52-BF98-471E-89BD-6E244A284BA8}"/>
              </a:ext>
            </a:extLst>
          </p:cNvPr>
          <p:cNvSpPr/>
          <p:nvPr/>
        </p:nvSpPr>
        <p:spPr>
          <a:xfrm>
            <a:off x="6855055" y="3005341"/>
            <a:ext cx="1352513" cy="242544"/>
          </a:xfrm>
          <a:prstGeom prst="rect">
            <a:avLst/>
          </a:prstGeom>
          <a:solidFill>
            <a:srgbClr val="00B0F0"/>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43" name="矩形 42">
            <a:extLst>
              <a:ext uri="{FF2B5EF4-FFF2-40B4-BE49-F238E27FC236}">
                <a16:creationId xmlns:a16="http://schemas.microsoft.com/office/drawing/2014/main" id="{741B95CE-069E-4D5E-8D35-B3E784D6B6DF}"/>
              </a:ext>
            </a:extLst>
          </p:cNvPr>
          <p:cNvSpPr/>
          <p:nvPr/>
        </p:nvSpPr>
        <p:spPr>
          <a:xfrm>
            <a:off x="6855055" y="3221365"/>
            <a:ext cx="1352513" cy="242544"/>
          </a:xfrm>
          <a:prstGeom prst="rect">
            <a:avLst/>
          </a:prstGeom>
          <a:solidFill>
            <a:srgbClr val="00B0F0"/>
          </a:solidFill>
          <a:ln>
            <a:solidFill>
              <a:schemeClr val="accent1"/>
            </a:solidFill>
          </a:ln>
        </p:spPr>
        <p:txBody>
          <a:bodyPr wrap="square" rtlCol="0" anchor="ctr">
            <a:spAutoFit/>
          </a:bodyPr>
          <a:lstStyle/>
          <a:p>
            <a:pPr algn="ctr">
              <a:spcAft>
                <a:spcPts val="0"/>
              </a:spcAft>
            </a:pPr>
            <a:endParaRPr lang="zh-CN" altLang="en-US" kern="0" dirty="0">
              <a:solidFill>
                <a:srgbClr val="800000"/>
              </a:solidFill>
              <a:latin typeface="Courier New"/>
              <a:ea typeface="宋体"/>
              <a:cs typeface="Times New Roman"/>
            </a:endParaRPr>
          </a:p>
        </p:txBody>
      </p:sp>
      <p:sp>
        <p:nvSpPr>
          <p:cNvPr id="44" name="矩形 43">
            <a:extLst>
              <a:ext uri="{FF2B5EF4-FFF2-40B4-BE49-F238E27FC236}">
                <a16:creationId xmlns:a16="http://schemas.microsoft.com/office/drawing/2014/main" id="{C56035D1-AF2F-477F-BDA0-1B397A159C0E}"/>
              </a:ext>
            </a:extLst>
          </p:cNvPr>
          <p:cNvSpPr/>
          <p:nvPr/>
        </p:nvSpPr>
        <p:spPr>
          <a:xfrm>
            <a:off x="6855055" y="3437389"/>
            <a:ext cx="1352513" cy="242544"/>
          </a:xfrm>
          <a:prstGeom prst="rect">
            <a:avLst/>
          </a:prstGeom>
          <a:solidFill>
            <a:srgbClr val="00B0F0"/>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45" name="矩形 44">
            <a:extLst>
              <a:ext uri="{FF2B5EF4-FFF2-40B4-BE49-F238E27FC236}">
                <a16:creationId xmlns:a16="http://schemas.microsoft.com/office/drawing/2014/main" id="{F29848CD-2C1C-4C07-A51D-DB0BBE999EF4}"/>
              </a:ext>
            </a:extLst>
          </p:cNvPr>
          <p:cNvSpPr/>
          <p:nvPr/>
        </p:nvSpPr>
        <p:spPr>
          <a:xfrm>
            <a:off x="6855055" y="3653413"/>
            <a:ext cx="1352513" cy="242544"/>
          </a:xfrm>
          <a:prstGeom prst="rect">
            <a:avLst/>
          </a:prstGeom>
          <a:solidFill>
            <a:srgbClr val="00B0F0"/>
          </a:solid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46" name="矩形 45">
            <a:extLst>
              <a:ext uri="{FF2B5EF4-FFF2-40B4-BE49-F238E27FC236}">
                <a16:creationId xmlns:a16="http://schemas.microsoft.com/office/drawing/2014/main" id="{2B3A42FF-A6C0-4045-BEEC-526FC9713611}"/>
              </a:ext>
            </a:extLst>
          </p:cNvPr>
          <p:cNvSpPr/>
          <p:nvPr/>
        </p:nvSpPr>
        <p:spPr>
          <a:xfrm>
            <a:off x="6863534" y="3877827"/>
            <a:ext cx="1352513"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47" name="矩形 46">
            <a:extLst>
              <a:ext uri="{FF2B5EF4-FFF2-40B4-BE49-F238E27FC236}">
                <a16:creationId xmlns:a16="http://schemas.microsoft.com/office/drawing/2014/main" id="{A54B5522-BC88-437E-BBF8-C04925C4EB78}"/>
              </a:ext>
            </a:extLst>
          </p:cNvPr>
          <p:cNvSpPr/>
          <p:nvPr/>
        </p:nvSpPr>
        <p:spPr>
          <a:xfrm>
            <a:off x="6863534" y="4093851"/>
            <a:ext cx="1352513"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48" name="矩形 47">
            <a:extLst>
              <a:ext uri="{FF2B5EF4-FFF2-40B4-BE49-F238E27FC236}">
                <a16:creationId xmlns:a16="http://schemas.microsoft.com/office/drawing/2014/main" id="{E8DAF485-4240-4532-B485-0622065FCE5D}"/>
              </a:ext>
            </a:extLst>
          </p:cNvPr>
          <p:cNvSpPr/>
          <p:nvPr/>
        </p:nvSpPr>
        <p:spPr>
          <a:xfrm>
            <a:off x="6863534" y="4309875"/>
            <a:ext cx="1352513"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49" name="矩形 48">
            <a:extLst>
              <a:ext uri="{FF2B5EF4-FFF2-40B4-BE49-F238E27FC236}">
                <a16:creationId xmlns:a16="http://schemas.microsoft.com/office/drawing/2014/main" id="{A5A3A552-061B-483D-8D19-D081CF01BE39}"/>
              </a:ext>
            </a:extLst>
          </p:cNvPr>
          <p:cNvSpPr/>
          <p:nvPr/>
        </p:nvSpPr>
        <p:spPr>
          <a:xfrm>
            <a:off x="6863534" y="4525899"/>
            <a:ext cx="1352513"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50" name="文本框 49">
            <a:extLst>
              <a:ext uri="{FF2B5EF4-FFF2-40B4-BE49-F238E27FC236}">
                <a16:creationId xmlns:a16="http://schemas.microsoft.com/office/drawing/2014/main" id="{4848DAE5-BEDB-4093-B6C5-45E08A9FC500}"/>
              </a:ext>
            </a:extLst>
          </p:cNvPr>
          <p:cNvSpPr txBox="1"/>
          <p:nvPr/>
        </p:nvSpPr>
        <p:spPr>
          <a:xfrm>
            <a:off x="6976697" y="3094027"/>
            <a:ext cx="1012354" cy="584775"/>
          </a:xfrm>
          <a:prstGeom prst="rect">
            <a:avLst/>
          </a:prstGeom>
          <a:solidFill>
            <a:srgbClr val="00B0F0"/>
          </a:solidFill>
        </p:spPr>
        <p:txBody>
          <a:bodyPr wrap="square" rtlCol="0">
            <a:spAutoFit/>
          </a:bodyPr>
          <a:lstStyle/>
          <a:p>
            <a:r>
              <a:rPr lang="en-US" altLang="zh-CN" sz="3200" dirty="0"/>
              <a:t>[1,2 ]</a:t>
            </a:r>
            <a:endParaRPr lang="zh-CN" altLang="en-US" sz="3200" dirty="0"/>
          </a:p>
        </p:txBody>
      </p:sp>
      <p:sp>
        <p:nvSpPr>
          <p:cNvPr id="51" name="矩形 50">
            <a:extLst>
              <a:ext uri="{FF2B5EF4-FFF2-40B4-BE49-F238E27FC236}">
                <a16:creationId xmlns:a16="http://schemas.microsoft.com/office/drawing/2014/main" id="{C456A8A9-B828-4975-91D6-182D28624C3E}"/>
              </a:ext>
            </a:extLst>
          </p:cNvPr>
          <p:cNvSpPr/>
          <p:nvPr/>
        </p:nvSpPr>
        <p:spPr>
          <a:xfrm>
            <a:off x="6865081" y="4738555"/>
            <a:ext cx="1352513" cy="242544"/>
          </a:xfrm>
          <a:prstGeom prst="rect">
            <a:avLst/>
          </a:prstGeom>
          <a:no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52" name="矩形 51">
            <a:extLst>
              <a:ext uri="{FF2B5EF4-FFF2-40B4-BE49-F238E27FC236}">
                <a16:creationId xmlns:a16="http://schemas.microsoft.com/office/drawing/2014/main" id="{1035C7D8-022D-4626-8413-1D9537BAB8A0}"/>
              </a:ext>
            </a:extLst>
          </p:cNvPr>
          <p:cNvSpPr/>
          <p:nvPr/>
        </p:nvSpPr>
        <p:spPr>
          <a:xfrm>
            <a:off x="6865081" y="4954579"/>
            <a:ext cx="1352513" cy="242544"/>
          </a:xfrm>
          <a:prstGeom prst="rect">
            <a:avLst/>
          </a:prstGeom>
          <a:no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53" name="矩形 52">
            <a:extLst>
              <a:ext uri="{FF2B5EF4-FFF2-40B4-BE49-F238E27FC236}">
                <a16:creationId xmlns:a16="http://schemas.microsoft.com/office/drawing/2014/main" id="{7454E48B-DA41-4212-AA5C-2AE883E38C5A}"/>
              </a:ext>
            </a:extLst>
          </p:cNvPr>
          <p:cNvSpPr/>
          <p:nvPr/>
        </p:nvSpPr>
        <p:spPr>
          <a:xfrm>
            <a:off x="6865081" y="5170603"/>
            <a:ext cx="1352513" cy="242544"/>
          </a:xfrm>
          <a:prstGeom prst="rect">
            <a:avLst/>
          </a:prstGeom>
          <a:no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54" name="矩形 53">
            <a:extLst>
              <a:ext uri="{FF2B5EF4-FFF2-40B4-BE49-F238E27FC236}">
                <a16:creationId xmlns:a16="http://schemas.microsoft.com/office/drawing/2014/main" id="{1BDD8FA7-453B-4F97-8AC5-A9C0B5E3CB96}"/>
              </a:ext>
            </a:extLst>
          </p:cNvPr>
          <p:cNvSpPr/>
          <p:nvPr/>
        </p:nvSpPr>
        <p:spPr>
          <a:xfrm>
            <a:off x="6865081" y="5386627"/>
            <a:ext cx="1352513" cy="242544"/>
          </a:xfrm>
          <a:prstGeom prst="rect">
            <a:avLst/>
          </a:prstGeom>
          <a:noFill/>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55" name="矩形 54">
            <a:extLst>
              <a:ext uri="{FF2B5EF4-FFF2-40B4-BE49-F238E27FC236}">
                <a16:creationId xmlns:a16="http://schemas.microsoft.com/office/drawing/2014/main" id="{A273FCC7-A95B-4FC6-9AE6-70E7BEA75324}"/>
              </a:ext>
            </a:extLst>
          </p:cNvPr>
          <p:cNvSpPr/>
          <p:nvPr/>
        </p:nvSpPr>
        <p:spPr>
          <a:xfrm>
            <a:off x="6863534" y="5613508"/>
            <a:ext cx="1352513"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56" name="矩形 55">
            <a:extLst>
              <a:ext uri="{FF2B5EF4-FFF2-40B4-BE49-F238E27FC236}">
                <a16:creationId xmlns:a16="http://schemas.microsoft.com/office/drawing/2014/main" id="{06829EE7-7022-44F8-B6D1-53126137BE5D}"/>
              </a:ext>
            </a:extLst>
          </p:cNvPr>
          <p:cNvSpPr/>
          <p:nvPr/>
        </p:nvSpPr>
        <p:spPr>
          <a:xfrm>
            <a:off x="6863534" y="5820711"/>
            <a:ext cx="1352513"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57" name="矩形 56">
            <a:extLst>
              <a:ext uri="{FF2B5EF4-FFF2-40B4-BE49-F238E27FC236}">
                <a16:creationId xmlns:a16="http://schemas.microsoft.com/office/drawing/2014/main" id="{C03CEB84-5AD6-4DFD-908B-BCF5B38287B6}"/>
              </a:ext>
            </a:extLst>
          </p:cNvPr>
          <p:cNvSpPr/>
          <p:nvPr/>
        </p:nvSpPr>
        <p:spPr>
          <a:xfrm>
            <a:off x="6863534" y="6036735"/>
            <a:ext cx="1352513" cy="242544"/>
          </a:xfrm>
          <a:prstGeom prst="rect">
            <a:avLst/>
          </a:prstGeom>
          <a:ln>
            <a:solidFill>
              <a:schemeClr val="accent1"/>
            </a:solidFill>
          </a:ln>
        </p:spPr>
        <p:txBody>
          <a:bodyPr wrap="square" rtlCol="0" anchor="ctr">
            <a:spAutoFit/>
          </a:bodyPr>
          <a:lstStyle/>
          <a:p>
            <a:pPr algn="ctr">
              <a:spcAft>
                <a:spcPts val="0"/>
              </a:spcAft>
            </a:pPr>
            <a:endParaRPr lang="zh-CN" altLang="en-US" kern="0" dirty="0">
              <a:solidFill>
                <a:srgbClr val="800000"/>
              </a:solidFill>
              <a:latin typeface="Courier New"/>
              <a:ea typeface="宋体"/>
              <a:cs typeface="Times New Roman"/>
            </a:endParaRPr>
          </a:p>
        </p:txBody>
      </p:sp>
      <p:sp>
        <p:nvSpPr>
          <p:cNvPr id="58" name="矩形 57">
            <a:extLst>
              <a:ext uri="{FF2B5EF4-FFF2-40B4-BE49-F238E27FC236}">
                <a16:creationId xmlns:a16="http://schemas.microsoft.com/office/drawing/2014/main" id="{7676944A-A967-4AA5-95E4-FAB2E5968B68}"/>
              </a:ext>
            </a:extLst>
          </p:cNvPr>
          <p:cNvSpPr/>
          <p:nvPr/>
        </p:nvSpPr>
        <p:spPr>
          <a:xfrm>
            <a:off x="6863534" y="6252759"/>
            <a:ext cx="1352513" cy="242544"/>
          </a:xfrm>
          <a:prstGeom prst="rect">
            <a:avLst/>
          </a:prstGeom>
          <a:ln>
            <a:solidFill>
              <a:schemeClr val="accent1"/>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59" name="文本框 58">
            <a:extLst>
              <a:ext uri="{FF2B5EF4-FFF2-40B4-BE49-F238E27FC236}">
                <a16:creationId xmlns:a16="http://schemas.microsoft.com/office/drawing/2014/main" id="{641E92FE-70ED-42D1-9A73-CF1AA04DB577}"/>
              </a:ext>
            </a:extLst>
          </p:cNvPr>
          <p:cNvSpPr txBox="1"/>
          <p:nvPr/>
        </p:nvSpPr>
        <p:spPr>
          <a:xfrm>
            <a:off x="6037666" y="2957505"/>
            <a:ext cx="825867" cy="369332"/>
          </a:xfrm>
          <a:prstGeom prst="rect">
            <a:avLst/>
          </a:prstGeom>
          <a:noFill/>
        </p:spPr>
        <p:txBody>
          <a:bodyPr wrap="none" rtlCol="0">
            <a:spAutoFit/>
          </a:bodyPr>
          <a:lstStyle/>
          <a:p>
            <a:r>
              <a:rPr lang="en-US" altLang="zh-CN" dirty="0">
                <a:solidFill>
                  <a:schemeClr val="accent2">
                    <a:lumMod val="75000"/>
                  </a:schemeClr>
                </a:solidFill>
              </a:rPr>
              <a:t>30000</a:t>
            </a:r>
            <a:endParaRPr lang="zh-CN" altLang="en-US" dirty="0"/>
          </a:p>
        </p:txBody>
      </p:sp>
      <p:sp>
        <p:nvSpPr>
          <p:cNvPr id="60" name="文本框 59">
            <a:extLst>
              <a:ext uri="{FF2B5EF4-FFF2-40B4-BE49-F238E27FC236}">
                <a16:creationId xmlns:a16="http://schemas.microsoft.com/office/drawing/2014/main" id="{C76BE2D9-17B7-4118-8E1D-47FE6D0C7DF0}"/>
              </a:ext>
            </a:extLst>
          </p:cNvPr>
          <p:cNvSpPr txBox="1"/>
          <p:nvPr/>
        </p:nvSpPr>
        <p:spPr>
          <a:xfrm>
            <a:off x="6933246" y="5730214"/>
            <a:ext cx="1064655" cy="369332"/>
          </a:xfrm>
          <a:prstGeom prst="rect">
            <a:avLst/>
          </a:prstGeom>
          <a:noFill/>
        </p:spPr>
        <p:txBody>
          <a:bodyPr wrap="square">
            <a:spAutoFit/>
          </a:bodyPr>
          <a:lstStyle/>
          <a:p>
            <a:r>
              <a:rPr lang="en-US" altLang="zh-CN" dirty="0"/>
              <a:t>30000</a:t>
            </a:r>
            <a:endParaRPr lang="zh-CN" altLang="en-US" dirty="0"/>
          </a:p>
        </p:txBody>
      </p:sp>
      <p:sp>
        <p:nvSpPr>
          <p:cNvPr id="61" name="文本框 60">
            <a:extLst>
              <a:ext uri="{FF2B5EF4-FFF2-40B4-BE49-F238E27FC236}">
                <a16:creationId xmlns:a16="http://schemas.microsoft.com/office/drawing/2014/main" id="{1521293D-B478-4F74-9622-B91ADAEA1F85}"/>
              </a:ext>
            </a:extLst>
          </p:cNvPr>
          <p:cNvSpPr txBox="1"/>
          <p:nvPr/>
        </p:nvSpPr>
        <p:spPr>
          <a:xfrm>
            <a:off x="8319083" y="5752118"/>
            <a:ext cx="415498" cy="369332"/>
          </a:xfrm>
          <a:prstGeom prst="rect">
            <a:avLst/>
          </a:prstGeom>
          <a:noFill/>
        </p:spPr>
        <p:txBody>
          <a:bodyPr wrap="none" rtlCol="0">
            <a:spAutoFit/>
          </a:bodyPr>
          <a:lstStyle/>
          <a:p>
            <a:r>
              <a:rPr lang="en-US" altLang="zh-CN" dirty="0" err="1"/>
              <a:t>lst</a:t>
            </a:r>
            <a:endParaRPr lang="zh-CN" altLang="en-US" dirty="0"/>
          </a:p>
        </p:txBody>
      </p:sp>
      <p:sp>
        <p:nvSpPr>
          <p:cNvPr id="63" name="文本框 62">
            <a:extLst>
              <a:ext uri="{FF2B5EF4-FFF2-40B4-BE49-F238E27FC236}">
                <a16:creationId xmlns:a16="http://schemas.microsoft.com/office/drawing/2014/main" id="{51E3974C-7901-49A6-9293-0F71BF2A392F}"/>
              </a:ext>
            </a:extLst>
          </p:cNvPr>
          <p:cNvSpPr txBox="1"/>
          <p:nvPr/>
        </p:nvSpPr>
        <p:spPr>
          <a:xfrm>
            <a:off x="6923597" y="6157284"/>
            <a:ext cx="1064655" cy="369332"/>
          </a:xfrm>
          <a:prstGeom prst="rect">
            <a:avLst/>
          </a:prstGeom>
          <a:noFill/>
        </p:spPr>
        <p:txBody>
          <a:bodyPr wrap="square">
            <a:spAutoFit/>
          </a:bodyPr>
          <a:lstStyle/>
          <a:p>
            <a:r>
              <a:rPr lang="en-US" altLang="zh-CN" dirty="0"/>
              <a:t>30000</a:t>
            </a:r>
            <a:endParaRPr lang="zh-CN" altLang="en-US" dirty="0"/>
          </a:p>
        </p:txBody>
      </p:sp>
      <p:sp>
        <p:nvSpPr>
          <p:cNvPr id="64" name="任意多边形: 形状 63">
            <a:extLst>
              <a:ext uri="{FF2B5EF4-FFF2-40B4-BE49-F238E27FC236}">
                <a16:creationId xmlns:a16="http://schemas.microsoft.com/office/drawing/2014/main" id="{151D1A73-0F8F-4A10-BE85-39B98EBF6F61}"/>
              </a:ext>
            </a:extLst>
          </p:cNvPr>
          <p:cNvSpPr/>
          <p:nvPr/>
        </p:nvSpPr>
        <p:spPr>
          <a:xfrm>
            <a:off x="6261560" y="3151434"/>
            <a:ext cx="761902" cy="2801923"/>
          </a:xfrm>
          <a:custGeom>
            <a:avLst/>
            <a:gdLst>
              <a:gd name="connsiteX0" fmla="*/ 1236656 w 1236656"/>
              <a:gd name="connsiteY0" fmla="*/ 2801923 h 2801923"/>
              <a:gd name="connsiteX1" fmla="*/ 1060487 w 1236656"/>
              <a:gd name="connsiteY1" fmla="*/ 2743200 h 2801923"/>
              <a:gd name="connsiteX2" fmla="*/ 699760 w 1236656"/>
              <a:gd name="connsiteY2" fmla="*/ 2600587 h 2801923"/>
              <a:gd name="connsiteX3" fmla="*/ 573925 w 1236656"/>
              <a:gd name="connsiteY3" fmla="*/ 2516697 h 2801923"/>
              <a:gd name="connsiteX4" fmla="*/ 506813 w 1236656"/>
              <a:gd name="connsiteY4" fmla="*/ 2449585 h 2801923"/>
              <a:gd name="connsiteX5" fmla="*/ 473257 w 1236656"/>
              <a:gd name="connsiteY5" fmla="*/ 2416029 h 2801923"/>
              <a:gd name="connsiteX6" fmla="*/ 431312 w 1236656"/>
              <a:gd name="connsiteY6" fmla="*/ 2365695 h 2801923"/>
              <a:gd name="connsiteX7" fmla="*/ 372589 w 1236656"/>
              <a:gd name="connsiteY7" fmla="*/ 2315362 h 2801923"/>
              <a:gd name="connsiteX8" fmla="*/ 271922 w 1236656"/>
              <a:gd name="connsiteY8" fmla="*/ 2164360 h 2801923"/>
              <a:gd name="connsiteX9" fmla="*/ 204810 w 1236656"/>
              <a:gd name="connsiteY9" fmla="*/ 2072081 h 2801923"/>
              <a:gd name="connsiteX10" fmla="*/ 104142 w 1236656"/>
              <a:gd name="connsiteY10" fmla="*/ 1862356 h 2801923"/>
              <a:gd name="connsiteX11" fmla="*/ 62197 w 1236656"/>
              <a:gd name="connsiteY11" fmla="*/ 1770077 h 2801923"/>
              <a:gd name="connsiteX12" fmla="*/ 11863 w 1236656"/>
              <a:gd name="connsiteY12" fmla="*/ 1585519 h 2801923"/>
              <a:gd name="connsiteX13" fmla="*/ 11863 w 1236656"/>
              <a:gd name="connsiteY13" fmla="*/ 1124125 h 2801923"/>
              <a:gd name="connsiteX14" fmla="*/ 171254 w 1236656"/>
              <a:gd name="connsiteY14" fmla="*/ 830510 h 2801923"/>
              <a:gd name="connsiteX15" fmla="*/ 246755 w 1236656"/>
              <a:gd name="connsiteY15" fmla="*/ 738231 h 2801923"/>
              <a:gd name="connsiteX16" fmla="*/ 305478 w 1236656"/>
              <a:gd name="connsiteY16" fmla="*/ 687897 h 2801923"/>
              <a:gd name="connsiteX17" fmla="*/ 364200 w 1236656"/>
              <a:gd name="connsiteY17" fmla="*/ 612396 h 2801923"/>
              <a:gd name="connsiteX18" fmla="*/ 422923 w 1236656"/>
              <a:gd name="connsiteY18" fmla="*/ 562062 h 2801923"/>
              <a:gd name="connsiteX19" fmla="*/ 540369 w 1236656"/>
              <a:gd name="connsiteY19" fmla="*/ 453006 h 2801923"/>
              <a:gd name="connsiteX20" fmla="*/ 573925 w 1236656"/>
              <a:gd name="connsiteY20" fmla="*/ 436228 h 2801923"/>
              <a:gd name="connsiteX21" fmla="*/ 590703 w 1236656"/>
              <a:gd name="connsiteY21" fmla="*/ 411061 h 2801923"/>
              <a:gd name="connsiteX22" fmla="*/ 615870 w 1236656"/>
              <a:gd name="connsiteY22" fmla="*/ 402672 h 2801923"/>
              <a:gd name="connsiteX23" fmla="*/ 624259 w 1236656"/>
              <a:gd name="connsiteY23" fmla="*/ 377505 h 2801923"/>
              <a:gd name="connsiteX24" fmla="*/ 657815 w 1236656"/>
              <a:gd name="connsiteY24" fmla="*/ 360727 h 2801923"/>
              <a:gd name="connsiteX25" fmla="*/ 708149 w 1236656"/>
              <a:gd name="connsiteY25" fmla="*/ 302004 h 2801923"/>
              <a:gd name="connsiteX26" fmla="*/ 817206 w 1236656"/>
              <a:gd name="connsiteY26" fmla="*/ 209725 h 2801923"/>
              <a:gd name="connsiteX27" fmla="*/ 833984 w 1236656"/>
              <a:gd name="connsiteY27" fmla="*/ 184558 h 2801923"/>
              <a:gd name="connsiteX28" fmla="*/ 884318 w 1236656"/>
              <a:gd name="connsiteY28" fmla="*/ 134224 h 2801923"/>
              <a:gd name="connsiteX29" fmla="*/ 901096 w 1236656"/>
              <a:gd name="connsiteY29" fmla="*/ 109057 h 2801923"/>
              <a:gd name="connsiteX30" fmla="*/ 909485 w 1236656"/>
              <a:gd name="connsiteY30" fmla="*/ 83890 h 2801923"/>
              <a:gd name="connsiteX31" fmla="*/ 934652 w 1236656"/>
              <a:gd name="connsiteY31" fmla="*/ 75501 h 2801923"/>
              <a:gd name="connsiteX32" fmla="*/ 951430 w 1236656"/>
              <a:gd name="connsiteY32" fmla="*/ 50334 h 2801923"/>
              <a:gd name="connsiteX33" fmla="*/ 984986 w 1236656"/>
              <a:gd name="connsiteY33" fmla="*/ 33556 h 2801923"/>
              <a:gd name="connsiteX34" fmla="*/ 1035320 w 1236656"/>
              <a:gd name="connsiteY34" fmla="*/ 16778 h 2801923"/>
              <a:gd name="connsiteX35" fmla="*/ 1060487 w 1236656"/>
              <a:gd name="connsiteY35" fmla="*/ 8389 h 2801923"/>
              <a:gd name="connsiteX36" fmla="*/ 1077265 w 1236656"/>
              <a:gd name="connsiteY36" fmla="*/ 0 h 2801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236656" h="2801923">
                <a:moveTo>
                  <a:pt x="1236656" y="2801923"/>
                </a:moveTo>
                <a:cubicBezTo>
                  <a:pt x="1110164" y="2751326"/>
                  <a:pt x="1336785" y="2840717"/>
                  <a:pt x="1060487" y="2743200"/>
                </a:cubicBezTo>
                <a:cubicBezTo>
                  <a:pt x="971209" y="2711690"/>
                  <a:pt x="805687" y="2660171"/>
                  <a:pt x="699760" y="2600587"/>
                </a:cubicBezTo>
                <a:cubicBezTo>
                  <a:pt x="674288" y="2586259"/>
                  <a:pt x="597545" y="2537168"/>
                  <a:pt x="573925" y="2516697"/>
                </a:cubicBezTo>
                <a:cubicBezTo>
                  <a:pt x="550017" y="2495977"/>
                  <a:pt x="529184" y="2471956"/>
                  <a:pt x="506813" y="2449585"/>
                </a:cubicBezTo>
                <a:cubicBezTo>
                  <a:pt x="495628" y="2438400"/>
                  <a:pt x="483384" y="2428181"/>
                  <a:pt x="473257" y="2416029"/>
                </a:cubicBezTo>
                <a:cubicBezTo>
                  <a:pt x="459275" y="2399251"/>
                  <a:pt x="446755" y="2381138"/>
                  <a:pt x="431312" y="2365695"/>
                </a:cubicBezTo>
                <a:cubicBezTo>
                  <a:pt x="413082" y="2347465"/>
                  <a:pt x="390132" y="2334254"/>
                  <a:pt x="372589" y="2315362"/>
                </a:cubicBezTo>
                <a:cubicBezTo>
                  <a:pt x="323195" y="2262168"/>
                  <a:pt x="312730" y="2225572"/>
                  <a:pt x="271922" y="2164360"/>
                </a:cubicBezTo>
                <a:cubicBezTo>
                  <a:pt x="250824" y="2132714"/>
                  <a:pt x="223281" y="2105329"/>
                  <a:pt x="204810" y="2072081"/>
                </a:cubicBezTo>
                <a:cubicBezTo>
                  <a:pt x="167151" y="2004295"/>
                  <a:pt x="137254" y="1932476"/>
                  <a:pt x="104142" y="1862356"/>
                </a:cubicBezTo>
                <a:cubicBezTo>
                  <a:pt x="89714" y="1831803"/>
                  <a:pt x="71906" y="1802440"/>
                  <a:pt x="62197" y="1770077"/>
                </a:cubicBezTo>
                <a:cubicBezTo>
                  <a:pt x="27091" y="1653057"/>
                  <a:pt x="44111" y="1714510"/>
                  <a:pt x="11863" y="1585519"/>
                </a:cubicBezTo>
                <a:cubicBezTo>
                  <a:pt x="-357" y="1402219"/>
                  <a:pt x="-7189" y="1357517"/>
                  <a:pt x="11863" y="1124125"/>
                </a:cubicBezTo>
                <a:cubicBezTo>
                  <a:pt x="18591" y="1041708"/>
                  <a:pt x="169336" y="832854"/>
                  <a:pt x="171254" y="830510"/>
                </a:cubicBezTo>
                <a:cubicBezTo>
                  <a:pt x="196421" y="799750"/>
                  <a:pt x="219516" y="767172"/>
                  <a:pt x="246755" y="738231"/>
                </a:cubicBezTo>
                <a:cubicBezTo>
                  <a:pt x="264424" y="719457"/>
                  <a:pt x="287887" y="706744"/>
                  <a:pt x="305478" y="687897"/>
                </a:cubicBezTo>
                <a:cubicBezTo>
                  <a:pt x="327232" y="664589"/>
                  <a:pt x="342446" y="635704"/>
                  <a:pt x="364200" y="612396"/>
                </a:cubicBezTo>
                <a:cubicBezTo>
                  <a:pt x="381791" y="593549"/>
                  <a:pt x="404180" y="579764"/>
                  <a:pt x="422923" y="562062"/>
                </a:cubicBezTo>
                <a:cubicBezTo>
                  <a:pt x="469540" y="518035"/>
                  <a:pt x="491243" y="481078"/>
                  <a:pt x="540369" y="453006"/>
                </a:cubicBezTo>
                <a:cubicBezTo>
                  <a:pt x="551227" y="446801"/>
                  <a:pt x="562740" y="441821"/>
                  <a:pt x="573925" y="436228"/>
                </a:cubicBezTo>
                <a:cubicBezTo>
                  <a:pt x="579518" y="427839"/>
                  <a:pt x="582830" y="417359"/>
                  <a:pt x="590703" y="411061"/>
                </a:cubicBezTo>
                <a:cubicBezTo>
                  <a:pt x="597608" y="405537"/>
                  <a:pt x="609617" y="408925"/>
                  <a:pt x="615870" y="402672"/>
                </a:cubicBezTo>
                <a:cubicBezTo>
                  <a:pt x="622123" y="396419"/>
                  <a:pt x="618006" y="383758"/>
                  <a:pt x="624259" y="377505"/>
                </a:cubicBezTo>
                <a:cubicBezTo>
                  <a:pt x="633102" y="368662"/>
                  <a:pt x="647811" y="368230"/>
                  <a:pt x="657815" y="360727"/>
                </a:cubicBezTo>
                <a:cubicBezTo>
                  <a:pt x="766935" y="278887"/>
                  <a:pt x="638978" y="366564"/>
                  <a:pt x="708149" y="302004"/>
                </a:cubicBezTo>
                <a:cubicBezTo>
                  <a:pt x="742962" y="269512"/>
                  <a:pt x="790791" y="249347"/>
                  <a:pt x="817206" y="209725"/>
                </a:cubicBezTo>
                <a:cubicBezTo>
                  <a:pt x="822799" y="201336"/>
                  <a:pt x="827286" y="192094"/>
                  <a:pt x="833984" y="184558"/>
                </a:cubicBezTo>
                <a:cubicBezTo>
                  <a:pt x="849748" y="166824"/>
                  <a:pt x="871156" y="153967"/>
                  <a:pt x="884318" y="134224"/>
                </a:cubicBezTo>
                <a:cubicBezTo>
                  <a:pt x="889911" y="125835"/>
                  <a:pt x="896587" y="118075"/>
                  <a:pt x="901096" y="109057"/>
                </a:cubicBezTo>
                <a:cubicBezTo>
                  <a:pt x="905051" y="101148"/>
                  <a:pt x="903232" y="90143"/>
                  <a:pt x="909485" y="83890"/>
                </a:cubicBezTo>
                <a:cubicBezTo>
                  <a:pt x="915738" y="77637"/>
                  <a:pt x="926263" y="78297"/>
                  <a:pt x="934652" y="75501"/>
                </a:cubicBezTo>
                <a:cubicBezTo>
                  <a:pt x="940245" y="67112"/>
                  <a:pt x="943685" y="56789"/>
                  <a:pt x="951430" y="50334"/>
                </a:cubicBezTo>
                <a:cubicBezTo>
                  <a:pt x="961037" y="42328"/>
                  <a:pt x="973375" y="38200"/>
                  <a:pt x="984986" y="33556"/>
                </a:cubicBezTo>
                <a:cubicBezTo>
                  <a:pt x="1001407" y="26988"/>
                  <a:pt x="1018542" y="22371"/>
                  <a:pt x="1035320" y="16778"/>
                </a:cubicBezTo>
                <a:cubicBezTo>
                  <a:pt x="1043709" y="13982"/>
                  <a:pt x="1052578" y="12344"/>
                  <a:pt x="1060487" y="8389"/>
                </a:cubicBezTo>
                <a:lnTo>
                  <a:pt x="1077265" y="0"/>
                </a:lnTo>
              </a:path>
            </a:pathLst>
          </a:custGeom>
          <a:noFill/>
          <a:ln>
            <a:solidFill>
              <a:schemeClr val="accent1"/>
            </a:solidFill>
            <a:headEnd type="none" w="med" len="med"/>
            <a:tailEnd type="arrow" w="med" len="med"/>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charset="0"/>
            </a:endParaRPr>
          </a:p>
        </p:txBody>
      </p:sp>
      <p:sp>
        <p:nvSpPr>
          <p:cNvPr id="65" name="任意多边形: 形状 64">
            <a:extLst>
              <a:ext uri="{FF2B5EF4-FFF2-40B4-BE49-F238E27FC236}">
                <a16:creationId xmlns:a16="http://schemas.microsoft.com/office/drawing/2014/main" id="{2F3FFBD5-99D8-43D1-9D39-D5EE3534C815}"/>
              </a:ext>
            </a:extLst>
          </p:cNvPr>
          <p:cNvSpPr/>
          <p:nvPr/>
        </p:nvSpPr>
        <p:spPr>
          <a:xfrm>
            <a:off x="5924502" y="3142341"/>
            <a:ext cx="979598" cy="3255765"/>
          </a:xfrm>
          <a:custGeom>
            <a:avLst/>
            <a:gdLst>
              <a:gd name="connsiteX0" fmla="*/ 1140905 w 1140905"/>
              <a:gd name="connsiteY0" fmla="*/ 3020740 h 3020740"/>
              <a:gd name="connsiteX1" fmla="*/ 679511 w 1140905"/>
              <a:gd name="connsiteY1" fmla="*/ 2970406 h 3020740"/>
              <a:gd name="connsiteX2" fmla="*/ 478175 w 1140905"/>
              <a:gd name="connsiteY2" fmla="*/ 2836182 h 3020740"/>
              <a:gd name="connsiteX3" fmla="*/ 411063 w 1140905"/>
              <a:gd name="connsiteY3" fmla="*/ 2777459 h 3020740"/>
              <a:gd name="connsiteX4" fmla="*/ 276839 w 1140905"/>
              <a:gd name="connsiteY4" fmla="*/ 2576123 h 3020740"/>
              <a:gd name="connsiteX5" fmla="*/ 260061 w 1140905"/>
              <a:gd name="connsiteY5" fmla="*/ 2509011 h 3020740"/>
              <a:gd name="connsiteX6" fmla="*/ 226505 w 1140905"/>
              <a:gd name="connsiteY6" fmla="*/ 2358009 h 3020740"/>
              <a:gd name="connsiteX7" fmla="*/ 176172 w 1140905"/>
              <a:gd name="connsiteY7" fmla="*/ 2114729 h 3020740"/>
              <a:gd name="connsiteX8" fmla="*/ 83893 w 1140905"/>
              <a:gd name="connsiteY8" fmla="*/ 1863059 h 3020740"/>
              <a:gd name="connsiteX9" fmla="*/ 25170 w 1140905"/>
              <a:gd name="connsiteY9" fmla="*/ 1644945 h 3020740"/>
              <a:gd name="connsiteX10" fmla="*/ 8392 w 1140905"/>
              <a:gd name="connsiteY10" fmla="*/ 1552666 h 3020740"/>
              <a:gd name="connsiteX11" fmla="*/ 25170 w 1140905"/>
              <a:gd name="connsiteY11" fmla="*/ 998993 h 3020740"/>
              <a:gd name="connsiteX12" fmla="*/ 184561 w 1140905"/>
              <a:gd name="connsiteY12" fmla="*/ 738934 h 3020740"/>
              <a:gd name="connsiteX13" fmla="*/ 394285 w 1140905"/>
              <a:gd name="connsiteY13" fmla="*/ 529209 h 3020740"/>
              <a:gd name="connsiteX14" fmla="*/ 478175 w 1140905"/>
              <a:gd name="connsiteY14" fmla="*/ 445320 h 3020740"/>
              <a:gd name="connsiteX15" fmla="*/ 511731 w 1140905"/>
              <a:gd name="connsiteY15" fmla="*/ 403375 h 3020740"/>
              <a:gd name="connsiteX16" fmla="*/ 578843 w 1140905"/>
              <a:gd name="connsiteY16" fmla="*/ 344652 h 3020740"/>
              <a:gd name="connsiteX17" fmla="*/ 671122 w 1140905"/>
              <a:gd name="connsiteY17" fmla="*/ 243984 h 3020740"/>
              <a:gd name="connsiteX18" fmla="*/ 713067 w 1140905"/>
              <a:gd name="connsiteY18" fmla="*/ 168483 h 3020740"/>
              <a:gd name="connsiteX19" fmla="*/ 746623 w 1140905"/>
              <a:gd name="connsiteY19" fmla="*/ 134927 h 3020740"/>
              <a:gd name="connsiteX20" fmla="*/ 755012 w 1140905"/>
              <a:gd name="connsiteY20" fmla="*/ 109760 h 3020740"/>
              <a:gd name="connsiteX21" fmla="*/ 813735 w 1140905"/>
              <a:gd name="connsiteY21" fmla="*/ 51037 h 3020740"/>
              <a:gd name="connsiteX22" fmla="*/ 830513 w 1140905"/>
              <a:gd name="connsiteY22" fmla="*/ 25870 h 3020740"/>
              <a:gd name="connsiteX23" fmla="*/ 880847 w 1140905"/>
              <a:gd name="connsiteY23" fmla="*/ 703 h 3020740"/>
              <a:gd name="connsiteX24" fmla="*/ 914403 w 1140905"/>
              <a:gd name="connsiteY24" fmla="*/ 703 h 3020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40905" h="3020740">
                <a:moveTo>
                  <a:pt x="1140905" y="3020740"/>
                </a:moveTo>
                <a:cubicBezTo>
                  <a:pt x="987107" y="3003962"/>
                  <a:pt x="828550" y="3011911"/>
                  <a:pt x="679511" y="2970406"/>
                </a:cubicBezTo>
                <a:cubicBezTo>
                  <a:pt x="601809" y="2948767"/>
                  <a:pt x="538877" y="2889296"/>
                  <a:pt x="478175" y="2836182"/>
                </a:cubicBezTo>
                <a:cubicBezTo>
                  <a:pt x="455804" y="2816608"/>
                  <a:pt x="430568" y="2799890"/>
                  <a:pt x="411063" y="2777459"/>
                </a:cubicBezTo>
                <a:cubicBezTo>
                  <a:pt x="366936" y="2726713"/>
                  <a:pt x="303409" y="2646977"/>
                  <a:pt x="276839" y="2576123"/>
                </a:cubicBezTo>
                <a:cubicBezTo>
                  <a:pt x="268742" y="2554532"/>
                  <a:pt x="265246" y="2531480"/>
                  <a:pt x="260061" y="2509011"/>
                </a:cubicBezTo>
                <a:cubicBezTo>
                  <a:pt x="248467" y="2458770"/>
                  <a:pt x="236153" y="2408660"/>
                  <a:pt x="226505" y="2358009"/>
                </a:cubicBezTo>
                <a:cubicBezTo>
                  <a:pt x="219039" y="2318810"/>
                  <a:pt x="195720" y="2178262"/>
                  <a:pt x="176172" y="2114729"/>
                </a:cubicBezTo>
                <a:cubicBezTo>
                  <a:pt x="74274" y="1783559"/>
                  <a:pt x="173698" y="2112517"/>
                  <a:pt x="83893" y="1863059"/>
                </a:cubicBezTo>
                <a:cubicBezTo>
                  <a:pt x="57696" y="1790290"/>
                  <a:pt x="40909" y="1720490"/>
                  <a:pt x="25170" y="1644945"/>
                </a:cubicBezTo>
                <a:cubicBezTo>
                  <a:pt x="18794" y="1614338"/>
                  <a:pt x="13985" y="1583426"/>
                  <a:pt x="8392" y="1552666"/>
                </a:cubicBezTo>
                <a:cubicBezTo>
                  <a:pt x="3427" y="1388809"/>
                  <a:pt x="-14608" y="1161422"/>
                  <a:pt x="25170" y="998993"/>
                </a:cubicBezTo>
                <a:cubicBezTo>
                  <a:pt x="33662" y="964319"/>
                  <a:pt x="162272" y="766572"/>
                  <a:pt x="184561" y="738934"/>
                </a:cubicBezTo>
                <a:cubicBezTo>
                  <a:pt x="281925" y="618202"/>
                  <a:pt x="298059" y="620624"/>
                  <a:pt x="394285" y="529209"/>
                </a:cubicBezTo>
                <a:cubicBezTo>
                  <a:pt x="422956" y="501972"/>
                  <a:pt x="451192" y="474230"/>
                  <a:pt x="478175" y="445320"/>
                </a:cubicBezTo>
                <a:cubicBezTo>
                  <a:pt x="490392" y="432230"/>
                  <a:pt x="499070" y="416036"/>
                  <a:pt x="511731" y="403375"/>
                </a:cubicBezTo>
                <a:cubicBezTo>
                  <a:pt x="577307" y="337799"/>
                  <a:pt x="513491" y="423074"/>
                  <a:pt x="578843" y="344652"/>
                </a:cubicBezTo>
                <a:cubicBezTo>
                  <a:pt x="780247" y="102967"/>
                  <a:pt x="517488" y="397618"/>
                  <a:pt x="671122" y="243984"/>
                </a:cubicBezTo>
                <a:cubicBezTo>
                  <a:pt x="687859" y="227247"/>
                  <a:pt x="702827" y="183111"/>
                  <a:pt x="713067" y="168483"/>
                </a:cubicBezTo>
                <a:cubicBezTo>
                  <a:pt x="722138" y="155524"/>
                  <a:pt x="735438" y="146112"/>
                  <a:pt x="746623" y="134927"/>
                </a:cubicBezTo>
                <a:cubicBezTo>
                  <a:pt x="749419" y="126538"/>
                  <a:pt x="750325" y="117259"/>
                  <a:pt x="755012" y="109760"/>
                </a:cubicBezTo>
                <a:cubicBezTo>
                  <a:pt x="779921" y="69906"/>
                  <a:pt x="782086" y="72137"/>
                  <a:pt x="813735" y="51037"/>
                </a:cubicBezTo>
                <a:cubicBezTo>
                  <a:pt x="819328" y="42648"/>
                  <a:pt x="823384" y="32999"/>
                  <a:pt x="830513" y="25870"/>
                </a:cubicBezTo>
                <a:cubicBezTo>
                  <a:pt x="841589" y="14794"/>
                  <a:pt x="864927" y="2977"/>
                  <a:pt x="880847" y="703"/>
                </a:cubicBezTo>
                <a:cubicBezTo>
                  <a:pt x="891920" y="-879"/>
                  <a:pt x="903218" y="703"/>
                  <a:pt x="914403" y="703"/>
                </a:cubicBezTo>
              </a:path>
            </a:pathLst>
          </a:custGeom>
          <a:noFill/>
          <a:ln>
            <a:solidFill>
              <a:srgbClr val="FF0000"/>
            </a:solidFill>
            <a:headEnd type="none" w="med" len="med"/>
            <a:tailEnd type="arrow" w="med" len="med"/>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charset="0"/>
            </a:endParaRPr>
          </a:p>
        </p:txBody>
      </p:sp>
      <p:sp>
        <p:nvSpPr>
          <p:cNvPr id="66" name="文本框 65">
            <a:extLst>
              <a:ext uri="{FF2B5EF4-FFF2-40B4-BE49-F238E27FC236}">
                <a16:creationId xmlns:a16="http://schemas.microsoft.com/office/drawing/2014/main" id="{F4F00034-14E4-4508-9E40-D1FFEEC57CA7}"/>
              </a:ext>
            </a:extLst>
          </p:cNvPr>
          <p:cNvSpPr txBox="1"/>
          <p:nvPr/>
        </p:nvSpPr>
        <p:spPr>
          <a:xfrm>
            <a:off x="8280002" y="6178794"/>
            <a:ext cx="877163" cy="369332"/>
          </a:xfrm>
          <a:prstGeom prst="rect">
            <a:avLst/>
          </a:prstGeom>
          <a:noFill/>
        </p:spPr>
        <p:txBody>
          <a:bodyPr wrap="none" rtlCol="0">
            <a:spAutoFit/>
          </a:bodyPr>
          <a:lstStyle/>
          <a:p>
            <a:r>
              <a:rPr lang="zh-CN" altLang="en-US" dirty="0"/>
              <a:t>形参</a:t>
            </a:r>
            <a:r>
              <a:rPr lang="en-US" altLang="zh-CN" dirty="0" err="1"/>
              <a:t>lst</a:t>
            </a:r>
            <a:endParaRPr lang="zh-CN" altLang="en-US" dirty="0"/>
          </a:p>
        </p:txBody>
      </p:sp>
      <p:sp>
        <p:nvSpPr>
          <p:cNvPr id="2" name="文本框 1">
            <a:extLst>
              <a:ext uri="{FF2B5EF4-FFF2-40B4-BE49-F238E27FC236}">
                <a16:creationId xmlns:a16="http://schemas.microsoft.com/office/drawing/2014/main" id="{415C1BBC-A8F7-4D08-BF39-663CD9C69CC7}"/>
              </a:ext>
            </a:extLst>
          </p:cNvPr>
          <p:cNvSpPr txBox="1"/>
          <p:nvPr/>
        </p:nvSpPr>
        <p:spPr>
          <a:xfrm>
            <a:off x="2373778" y="1916832"/>
            <a:ext cx="2954655" cy="369332"/>
          </a:xfrm>
          <a:prstGeom prst="rect">
            <a:avLst/>
          </a:prstGeom>
          <a:noFill/>
        </p:spPr>
        <p:txBody>
          <a:bodyPr wrap="none" rtlCol="0">
            <a:spAutoFit/>
          </a:bodyPr>
          <a:lstStyle/>
          <a:p>
            <a:r>
              <a:rPr lang="zh-CN" altLang="en-US" dirty="0">
                <a:solidFill>
                  <a:srgbClr val="FF0000"/>
                </a:solidFill>
              </a:rPr>
              <a:t>这种情况：实参的值被改变</a:t>
            </a:r>
          </a:p>
        </p:txBody>
      </p:sp>
    </p:spTree>
    <p:extLst>
      <p:ext uri="{BB962C8B-B14F-4D97-AF65-F5344CB8AC3E}">
        <p14:creationId xmlns:p14="http://schemas.microsoft.com/office/powerpoint/2010/main" val="4235131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5496" y="948267"/>
            <a:ext cx="9108503" cy="5698066"/>
          </a:xfrm>
        </p:spPr>
        <p:txBody>
          <a:bodyPr/>
          <a:lstStyle/>
          <a:p>
            <a:pPr marL="0" indent="0">
              <a:spcAft>
                <a:spcPts val="600"/>
              </a:spcAft>
              <a:buNone/>
            </a:pPr>
            <a:r>
              <a:rPr lang="en-US" altLang="zh-CN" dirty="0"/>
              <a:t>1</a:t>
            </a:r>
            <a:r>
              <a:rPr lang="zh-CN" altLang="en-US" dirty="0"/>
              <a:t>．位置参数</a:t>
            </a:r>
          </a:p>
          <a:p>
            <a:pPr indent="0">
              <a:spcAft>
                <a:spcPts val="600"/>
              </a:spcAft>
              <a:buNone/>
            </a:pPr>
            <a:r>
              <a:rPr lang="zh-CN" altLang="en-US" dirty="0"/>
              <a:t>函数调用时的参数通常采用</a:t>
            </a:r>
            <a:r>
              <a:rPr lang="zh-CN" altLang="en-US" dirty="0">
                <a:solidFill>
                  <a:srgbClr val="C00000"/>
                </a:solidFill>
              </a:rPr>
              <a:t>按位置匹配的方式</a:t>
            </a:r>
            <a:r>
              <a:rPr lang="zh-CN" altLang="en-US" dirty="0"/>
              <a:t>，即实参按顺序传递给相应位置的形参。这里实参的数目应与形参完全匹配。</a:t>
            </a:r>
          </a:p>
          <a:p>
            <a:pPr indent="0">
              <a:spcAft>
                <a:spcPts val="600"/>
              </a:spcAft>
              <a:buNone/>
            </a:pPr>
            <a:r>
              <a:rPr lang="en-US" altLang="zh-CN" kern="1200" dirty="0" err="1">
                <a:solidFill>
                  <a:schemeClr val="accent2"/>
                </a:solidFill>
                <a:latin typeface="Consolas" panose="020B0609020204030204" pitchFamily="49" charset="0"/>
                <a:ea typeface="+mn-ea"/>
              </a:rPr>
              <a:t>def</a:t>
            </a:r>
            <a:r>
              <a:rPr lang="en-US" altLang="zh-CN" kern="1200" dirty="0">
                <a:solidFill>
                  <a:schemeClr val="accent2"/>
                </a:solidFill>
                <a:latin typeface="Consolas" panose="020B0609020204030204" pitchFamily="49" charset="0"/>
                <a:ea typeface="+mn-ea"/>
              </a:rPr>
              <a:t> </a:t>
            </a:r>
            <a:r>
              <a:rPr lang="en-US" altLang="zh-CN" kern="1200" dirty="0" err="1">
                <a:solidFill>
                  <a:schemeClr val="accent2"/>
                </a:solidFill>
                <a:latin typeface="Consolas" panose="020B0609020204030204" pitchFamily="49" charset="0"/>
                <a:ea typeface="+mn-ea"/>
              </a:rPr>
              <a:t>mysum</a:t>
            </a:r>
            <a:r>
              <a:rPr lang="en-US" altLang="zh-CN" kern="1200" dirty="0">
                <a:solidFill>
                  <a:schemeClr val="accent2"/>
                </a:solidFill>
                <a:latin typeface="Consolas" panose="020B0609020204030204" pitchFamily="49" charset="0"/>
                <a:ea typeface="+mn-ea"/>
              </a:rPr>
              <a:t>(</a:t>
            </a:r>
            <a:r>
              <a:rPr lang="en-US" altLang="zh-CN" kern="1200" dirty="0" err="1">
                <a:solidFill>
                  <a:schemeClr val="accent2"/>
                </a:solidFill>
                <a:latin typeface="Consolas" panose="020B0609020204030204" pitchFamily="49" charset="0"/>
                <a:ea typeface="+mn-ea"/>
              </a:rPr>
              <a:t>x,y</a:t>
            </a:r>
            <a:r>
              <a:rPr lang="en-US" altLang="zh-CN" kern="1200" dirty="0">
                <a:solidFill>
                  <a:schemeClr val="accent2"/>
                </a:solidFill>
                <a:latin typeface="Consolas" panose="020B0609020204030204" pitchFamily="49" charset="0"/>
                <a:ea typeface="+mn-ea"/>
              </a:rPr>
              <a:t>):</a:t>
            </a:r>
            <a:endParaRPr lang="zh-CN" altLang="en-US" kern="1200" dirty="0">
              <a:solidFill>
                <a:schemeClr val="accent2"/>
              </a:solidFill>
              <a:latin typeface="Consolas" panose="020B0609020204030204" pitchFamily="49" charset="0"/>
              <a:ea typeface="+mn-ea"/>
            </a:endParaRPr>
          </a:p>
          <a:p>
            <a:pPr indent="0">
              <a:spcAft>
                <a:spcPts val="600"/>
              </a:spcAft>
              <a:buNone/>
            </a:pPr>
            <a:r>
              <a:rPr lang="en-US" altLang="zh-CN" kern="1200" dirty="0">
                <a:solidFill>
                  <a:schemeClr val="accent2"/>
                </a:solidFill>
                <a:latin typeface="Consolas" panose="020B0609020204030204" pitchFamily="49" charset="0"/>
                <a:ea typeface="+mn-ea"/>
              </a:rPr>
              <a:t>    return x + y</a:t>
            </a:r>
            <a:endParaRPr lang="zh-CN" altLang="en-US" kern="1200" dirty="0">
              <a:solidFill>
                <a:schemeClr val="accent2"/>
              </a:solidFill>
              <a:latin typeface="Consolas" panose="020B0609020204030204" pitchFamily="49" charset="0"/>
              <a:ea typeface="+mn-ea"/>
            </a:endParaRPr>
          </a:p>
          <a:p>
            <a:pPr indent="0">
              <a:spcAft>
                <a:spcPts val="600"/>
              </a:spcAft>
              <a:buNone/>
            </a:pPr>
            <a:r>
              <a:rPr lang="en-US" altLang="zh-CN" kern="1200" dirty="0" err="1">
                <a:solidFill>
                  <a:schemeClr val="accent2"/>
                </a:solidFill>
                <a:latin typeface="Consolas" panose="020B0609020204030204" pitchFamily="49" charset="0"/>
                <a:ea typeface="+mn-ea"/>
              </a:rPr>
              <a:t>mysum</a:t>
            </a:r>
            <a:r>
              <a:rPr lang="en-US" altLang="zh-CN" kern="1200" dirty="0">
                <a:solidFill>
                  <a:schemeClr val="accent2"/>
                </a:solidFill>
                <a:latin typeface="Consolas" panose="020B0609020204030204" pitchFamily="49" charset="0"/>
                <a:ea typeface="+mn-ea"/>
              </a:rPr>
              <a:t>(54)                            </a:t>
            </a:r>
            <a:r>
              <a:rPr lang="en-US" altLang="zh-CN" kern="1200" dirty="0" err="1">
                <a:solidFill>
                  <a:schemeClr val="accent2"/>
                </a:solidFill>
                <a:latin typeface="Consolas" panose="020B0609020204030204" pitchFamily="49" charset="0"/>
                <a:ea typeface="+mn-ea"/>
              </a:rPr>
              <a:t>mysum</a:t>
            </a:r>
            <a:r>
              <a:rPr lang="en-US" altLang="zh-CN" kern="1200" dirty="0">
                <a:solidFill>
                  <a:schemeClr val="accent2"/>
                </a:solidFill>
                <a:latin typeface="Consolas" panose="020B0609020204030204" pitchFamily="49" charset="0"/>
                <a:ea typeface="+mn-ea"/>
              </a:rPr>
              <a:t>(1,3)</a:t>
            </a:r>
            <a:endParaRPr lang="zh-CN" altLang="en-US" kern="1200" dirty="0">
              <a:solidFill>
                <a:schemeClr val="accent2"/>
              </a:solidFill>
              <a:latin typeface="Consolas" panose="020B0609020204030204" pitchFamily="49" charset="0"/>
              <a:ea typeface="+mn-ea"/>
            </a:endParaRPr>
          </a:p>
          <a:p>
            <a:pPr indent="0">
              <a:spcAft>
                <a:spcPts val="600"/>
              </a:spcAft>
              <a:buNone/>
            </a:pPr>
            <a:r>
              <a:rPr lang="zh-CN" altLang="en-US" dirty="0"/>
              <a:t>运行程序，提示以下</a:t>
            </a:r>
            <a:r>
              <a:rPr lang="en-US" altLang="zh-CN" dirty="0" err="1"/>
              <a:t>TypeError</a:t>
            </a:r>
            <a:r>
              <a:rPr lang="zh-CN" altLang="en-US" dirty="0"/>
              <a:t>错误：</a:t>
            </a:r>
          </a:p>
          <a:p>
            <a:pPr indent="0">
              <a:spcAft>
                <a:spcPts val="600"/>
              </a:spcAft>
              <a:buNone/>
            </a:pPr>
            <a:r>
              <a:rPr lang="en-US" altLang="zh-CN" kern="1200" dirty="0" err="1">
                <a:solidFill>
                  <a:schemeClr val="accent2"/>
                </a:solidFill>
                <a:latin typeface="Consolas" panose="020B0609020204030204" pitchFamily="49" charset="0"/>
                <a:ea typeface="+mn-ea"/>
              </a:rPr>
              <a:t>TypeError</a:t>
            </a:r>
            <a:r>
              <a:rPr lang="en-US" altLang="zh-CN" kern="1200" dirty="0">
                <a:solidFill>
                  <a:schemeClr val="accent2"/>
                </a:solidFill>
                <a:latin typeface="Consolas" panose="020B0609020204030204" pitchFamily="49" charset="0"/>
                <a:ea typeface="+mn-ea"/>
              </a:rPr>
              <a:t>: </a:t>
            </a:r>
            <a:r>
              <a:rPr lang="en-US" altLang="zh-CN" kern="1200" dirty="0" err="1">
                <a:solidFill>
                  <a:schemeClr val="accent2"/>
                </a:solidFill>
                <a:latin typeface="Consolas" panose="020B0609020204030204" pitchFamily="49" charset="0"/>
                <a:ea typeface="+mn-ea"/>
              </a:rPr>
              <a:t>mysum</a:t>
            </a:r>
            <a:r>
              <a:rPr lang="en-US" altLang="zh-CN" kern="1200" dirty="0">
                <a:solidFill>
                  <a:schemeClr val="accent2"/>
                </a:solidFill>
                <a:latin typeface="Consolas" panose="020B0609020204030204" pitchFamily="49" charset="0"/>
                <a:ea typeface="+mn-ea"/>
              </a:rPr>
              <a:t>() missing 1 required positional argument: 'y'</a:t>
            </a:r>
            <a:endParaRPr lang="zh-CN" altLang="en-US" kern="1200" dirty="0">
              <a:solidFill>
                <a:schemeClr val="accent2"/>
              </a:solidFill>
              <a:latin typeface="Consolas" panose="020B0609020204030204" pitchFamily="49" charset="0"/>
              <a:ea typeface="+mn-ea"/>
            </a:endParaRPr>
          </a:p>
          <a:p>
            <a:endParaRPr lang="zh-CN" altLang="en-US" dirty="0"/>
          </a:p>
          <a:p>
            <a:endParaRPr lang="zh-CN" altLang="en-US" dirty="0"/>
          </a:p>
        </p:txBody>
      </p:sp>
      <p:sp>
        <p:nvSpPr>
          <p:cNvPr id="3" name="标题 2"/>
          <p:cNvSpPr>
            <a:spLocks noGrp="1"/>
          </p:cNvSpPr>
          <p:nvPr>
            <p:ph type="title"/>
          </p:nvPr>
        </p:nvSpPr>
        <p:spPr/>
        <p:txBody>
          <a:bodyPr/>
          <a:lstStyle/>
          <a:p>
            <a:r>
              <a:rPr lang="en-US" altLang="zh-CN"/>
              <a:t>8.2.2  </a:t>
            </a:r>
            <a:r>
              <a:rPr lang="zh-CN" altLang="en-US"/>
              <a:t>参数的类型</a:t>
            </a:r>
          </a:p>
        </p:txBody>
      </p:sp>
    </p:spTree>
    <p:extLst>
      <p:ext uri="{BB962C8B-B14F-4D97-AF65-F5344CB8AC3E}">
        <p14:creationId xmlns:p14="http://schemas.microsoft.com/office/powerpoint/2010/main" val="549464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marL="0" indent="0">
              <a:spcAft>
                <a:spcPts val="600"/>
              </a:spcAft>
              <a:buNone/>
            </a:pPr>
            <a:r>
              <a:rPr lang="en-US" altLang="zh-CN" dirty="0"/>
              <a:t>2</a:t>
            </a:r>
            <a:r>
              <a:rPr lang="zh-CN" altLang="en-US" dirty="0"/>
              <a:t>．关键字参数</a:t>
            </a:r>
          </a:p>
          <a:p>
            <a:pPr indent="0">
              <a:spcAft>
                <a:spcPts val="600"/>
              </a:spcAft>
              <a:buNone/>
            </a:pPr>
            <a:r>
              <a:rPr lang="zh-CN" altLang="en-US" dirty="0"/>
              <a:t>关键字参数的形式为：</a:t>
            </a:r>
          </a:p>
          <a:p>
            <a:pPr indent="0">
              <a:spcAft>
                <a:spcPts val="600"/>
              </a:spcAft>
              <a:buNone/>
            </a:pPr>
            <a:r>
              <a:rPr lang="zh-CN" altLang="en-US"/>
              <a:t>           形参</a:t>
            </a:r>
            <a:r>
              <a:rPr lang="zh-CN" altLang="en-US" dirty="0"/>
              <a:t>名</a:t>
            </a:r>
            <a:r>
              <a:rPr lang="en-US" altLang="zh-CN" dirty="0"/>
              <a:t>=</a:t>
            </a:r>
            <a:r>
              <a:rPr lang="zh-CN" altLang="en-US" dirty="0"/>
              <a:t>实参值</a:t>
            </a:r>
          </a:p>
          <a:p>
            <a:pPr indent="0">
              <a:spcAft>
                <a:spcPts val="600"/>
              </a:spcAft>
              <a:buNone/>
            </a:pPr>
            <a:r>
              <a:rPr lang="zh-CN" altLang="en-US" dirty="0"/>
              <a:t>在</a:t>
            </a:r>
            <a:r>
              <a:rPr lang="zh-CN" altLang="en-US" dirty="0">
                <a:solidFill>
                  <a:srgbClr val="FF0000"/>
                </a:solidFill>
              </a:rPr>
              <a:t>函数调用</a:t>
            </a:r>
            <a:r>
              <a:rPr lang="zh-CN" altLang="en-US" dirty="0"/>
              <a:t>中使用关键字参数是指通过形式参数的名称来指示为哪个形参传递什么值，这可以跳过某些参数或脱离参数的顺序。</a:t>
            </a:r>
          </a:p>
          <a:p>
            <a:pPr indent="0">
              <a:spcAft>
                <a:spcPts val="600"/>
              </a:spcAft>
              <a:buNone/>
            </a:pPr>
            <a:r>
              <a:rPr lang="es-ES" altLang="zh-CN" kern="1200" dirty="0">
                <a:solidFill>
                  <a:schemeClr val="accent2"/>
                </a:solidFill>
                <a:latin typeface="Consolas" panose="020B0609020204030204" pitchFamily="49" charset="0"/>
                <a:ea typeface="+mn-ea"/>
              </a:rPr>
              <a:t>def mykey(x,y):</a:t>
            </a:r>
            <a:endParaRPr lang="zh-CN" altLang="en-US" kern="1200" dirty="0">
              <a:solidFill>
                <a:schemeClr val="accent2"/>
              </a:solidFill>
              <a:latin typeface="Consolas" panose="020B0609020204030204" pitchFamily="49" charset="0"/>
              <a:ea typeface="+mn-ea"/>
            </a:endParaRPr>
          </a:p>
          <a:p>
            <a:pPr indent="0">
              <a:spcAft>
                <a:spcPts val="600"/>
              </a:spcAft>
              <a:buNone/>
            </a:pPr>
            <a:r>
              <a:rPr lang="es-ES" altLang="zh-CN" kern="1200" dirty="0">
                <a:solidFill>
                  <a:schemeClr val="accent2"/>
                </a:solidFill>
                <a:latin typeface="Consolas" panose="020B0609020204030204" pitchFamily="49" charset="0"/>
                <a:ea typeface="+mn-ea"/>
              </a:rPr>
              <a:t>    print("x=",x,"y=",</a:t>
            </a:r>
            <a:r>
              <a:rPr lang="es-ES" altLang="zh-CN" kern="1200">
                <a:solidFill>
                  <a:schemeClr val="accent2"/>
                </a:solidFill>
                <a:latin typeface="Consolas" panose="020B0609020204030204" pitchFamily="49" charset="0"/>
                <a:ea typeface="+mn-ea"/>
              </a:rPr>
              <a:t>y)</a:t>
            </a:r>
          </a:p>
          <a:p>
            <a:pPr indent="0">
              <a:spcAft>
                <a:spcPts val="600"/>
              </a:spcAft>
              <a:buNone/>
            </a:pPr>
            <a:endParaRPr lang="zh-CN" altLang="en-US" kern="1200" dirty="0">
              <a:solidFill>
                <a:schemeClr val="accent2"/>
              </a:solidFill>
              <a:latin typeface="Consolas" panose="020B0609020204030204" pitchFamily="49" charset="0"/>
              <a:ea typeface="+mn-ea"/>
            </a:endParaRPr>
          </a:p>
          <a:p>
            <a:pPr indent="0">
              <a:spcAft>
                <a:spcPts val="600"/>
              </a:spcAft>
              <a:buNone/>
            </a:pPr>
            <a:r>
              <a:rPr lang="es-ES" altLang="zh-CN" kern="1200" dirty="0">
                <a:solidFill>
                  <a:schemeClr val="accent2"/>
                </a:solidFill>
                <a:latin typeface="Consolas" panose="020B0609020204030204" pitchFamily="49" charset="0"/>
                <a:ea typeface="+mn-ea"/>
              </a:rPr>
              <a:t>mykey(</a:t>
            </a:r>
            <a:r>
              <a:rPr lang="es-ES" altLang="zh-CN" kern="1200" dirty="0">
                <a:solidFill>
                  <a:srgbClr val="C00000"/>
                </a:solidFill>
                <a:latin typeface="Consolas" panose="020B0609020204030204" pitchFamily="49" charset="0"/>
                <a:ea typeface="+mn-ea"/>
              </a:rPr>
              <a:t>y=10,x=20</a:t>
            </a:r>
            <a:r>
              <a:rPr lang="es-ES" altLang="zh-CN" kern="1200" dirty="0">
                <a:solidFill>
                  <a:schemeClr val="accent2"/>
                </a:solidFill>
                <a:latin typeface="Consolas" panose="020B0609020204030204" pitchFamily="49" charset="0"/>
                <a:ea typeface="+mn-ea"/>
              </a:rPr>
              <a:t>)</a:t>
            </a:r>
            <a:endParaRPr lang="zh-CN" altLang="en-US" kern="1200" dirty="0">
              <a:solidFill>
                <a:schemeClr val="accent2"/>
              </a:solidFill>
              <a:latin typeface="Consolas" panose="020B0609020204030204" pitchFamily="49" charset="0"/>
              <a:ea typeface="+mn-ea"/>
            </a:endParaRPr>
          </a:p>
          <a:p>
            <a:pPr indent="0">
              <a:spcAft>
                <a:spcPts val="600"/>
              </a:spcAft>
              <a:buNone/>
            </a:pPr>
            <a:r>
              <a:rPr lang="zh-CN" altLang="en-US" dirty="0"/>
              <a:t>程序运行结果如下：</a:t>
            </a:r>
          </a:p>
          <a:p>
            <a:pPr indent="0">
              <a:spcAft>
                <a:spcPts val="600"/>
              </a:spcAft>
              <a:buNone/>
            </a:pPr>
            <a:r>
              <a:rPr lang="es-ES" altLang="zh-CN" kern="1200" dirty="0">
                <a:solidFill>
                  <a:schemeClr val="accent2"/>
                </a:solidFill>
                <a:latin typeface="Consolas" panose="020B0609020204030204" pitchFamily="49" charset="0"/>
                <a:ea typeface="+mn-ea"/>
              </a:rPr>
              <a:t>x= 20 y= 10</a:t>
            </a:r>
            <a:endParaRPr lang="zh-CN" altLang="en-US" kern="1200" dirty="0">
              <a:solidFill>
                <a:schemeClr val="accent2"/>
              </a:solidFill>
              <a:latin typeface="Consolas" panose="020B0609020204030204" pitchFamily="49" charset="0"/>
              <a:ea typeface="+mn-ea"/>
            </a:endParaRPr>
          </a:p>
          <a:p>
            <a:pPr marL="0" indent="0">
              <a:buNone/>
            </a:pPr>
            <a:endParaRPr lang="zh-CN" altLang="en-US" dirty="0"/>
          </a:p>
        </p:txBody>
      </p:sp>
      <p:sp>
        <p:nvSpPr>
          <p:cNvPr id="3" name="标题 2"/>
          <p:cNvSpPr>
            <a:spLocks noGrp="1"/>
          </p:cNvSpPr>
          <p:nvPr>
            <p:ph type="title"/>
          </p:nvPr>
        </p:nvSpPr>
        <p:spPr/>
        <p:txBody>
          <a:bodyPr/>
          <a:lstStyle/>
          <a:p>
            <a:endParaRPr lang="zh-CN" altLang="en-US"/>
          </a:p>
        </p:txBody>
      </p:sp>
      <p:sp>
        <p:nvSpPr>
          <p:cNvPr id="4" name="矩形 3"/>
          <p:cNvSpPr/>
          <p:nvPr/>
        </p:nvSpPr>
        <p:spPr>
          <a:xfrm>
            <a:off x="1331640" y="4725144"/>
            <a:ext cx="1368152" cy="504056"/>
          </a:xfrm>
          <a:prstGeom prst="rect">
            <a:avLst/>
          </a:prstGeom>
          <a:ln w="28575">
            <a:solidFill>
              <a:srgbClr val="FFC000"/>
            </a:solidFill>
          </a:ln>
        </p:spPr>
        <p:txBody>
          <a:bodyPr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Tree>
    <p:extLst>
      <p:ext uri="{BB962C8B-B14F-4D97-AF65-F5344CB8AC3E}">
        <p14:creationId xmlns:p14="http://schemas.microsoft.com/office/powerpoint/2010/main" val="3646691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7" end="7"/>
                                            </p:txEl>
                                          </p:spTgt>
                                        </p:tgtEl>
                                        <p:attrNameLst>
                                          <p:attrName>style.visibility</p:attrName>
                                        </p:attrNameLst>
                                      </p:cBhvr>
                                      <p:to>
                                        <p:strVal val="visible"/>
                                      </p:to>
                                    </p:set>
                                    <p:animEffect transition="in" filter="wipe(left)">
                                      <p:cBhvr>
                                        <p:cTn id="7" dur="500"/>
                                        <p:tgtEl>
                                          <p:spTgt spid="2">
                                            <p:txEl>
                                              <p:pRg st="7" end="7"/>
                                            </p:txEl>
                                          </p:spTgt>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arn(inVertical)">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
                                            <p:txEl>
                                              <p:pRg st="8" end="8"/>
                                            </p:txEl>
                                          </p:spTgt>
                                        </p:tgtEl>
                                        <p:attrNameLst>
                                          <p:attrName>style.visibility</p:attrName>
                                        </p:attrNameLst>
                                      </p:cBhvr>
                                      <p:to>
                                        <p:strVal val="visible"/>
                                      </p:to>
                                    </p:set>
                                    <p:animEffect transition="in" filter="wipe(left)">
                                      <p:cBhvr>
                                        <p:cTn id="16" dur="500"/>
                                        <p:tgtEl>
                                          <p:spTgt spid="2">
                                            <p:txEl>
                                              <p:pRg st="8" end="8"/>
                                            </p:txEl>
                                          </p:spTgt>
                                        </p:tgtEl>
                                      </p:cBhvr>
                                    </p:animEffect>
                                  </p:childTnLst>
                                </p:cTn>
                              </p:par>
                              <p:par>
                                <p:cTn id="17" presetID="22" presetClass="entr" presetSubtype="8" fill="hold" nodeType="withEffect">
                                  <p:stCondLst>
                                    <p:cond delay="0"/>
                                  </p:stCondLst>
                                  <p:childTnLst>
                                    <p:set>
                                      <p:cBhvr>
                                        <p:cTn id="18" dur="1" fill="hold">
                                          <p:stCondLst>
                                            <p:cond delay="0"/>
                                          </p:stCondLst>
                                        </p:cTn>
                                        <p:tgtEl>
                                          <p:spTgt spid="2">
                                            <p:txEl>
                                              <p:pRg st="9" end="9"/>
                                            </p:txEl>
                                          </p:spTgt>
                                        </p:tgtEl>
                                        <p:attrNameLst>
                                          <p:attrName>style.visibility</p:attrName>
                                        </p:attrNameLst>
                                      </p:cBhvr>
                                      <p:to>
                                        <p:strVal val="visible"/>
                                      </p:to>
                                    </p:set>
                                    <p:animEffect transition="in" filter="wipe(left)">
                                      <p:cBhvr>
                                        <p:cTn id="19"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7504" y="836712"/>
            <a:ext cx="8780896" cy="4136917"/>
          </a:xfrm>
        </p:spPr>
        <p:txBody>
          <a:bodyPr/>
          <a:lstStyle/>
          <a:p>
            <a:pPr marL="0" indent="0">
              <a:spcAft>
                <a:spcPts val="600"/>
              </a:spcAft>
              <a:buNone/>
            </a:pPr>
            <a:r>
              <a:rPr lang="en-US" altLang="zh-CN" dirty="0"/>
              <a:t>3</a:t>
            </a:r>
            <a:r>
              <a:rPr lang="zh-CN" altLang="en-US" dirty="0"/>
              <a:t>．默认值参数</a:t>
            </a:r>
          </a:p>
          <a:p>
            <a:pPr indent="0">
              <a:buNone/>
            </a:pPr>
            <a:r>
              <a:rPr lang="zh-CN" altLang="en-US" dirty="0"/>
              <a:t>默认值参数的形式为：</a:t>
            </a:r>
          </a:p>
          <a:p>
            <a:pPr indent="0">
              <a:buNone/>
            </a:pPr>
            <a:r>
              <a:rPr lang="zh-CN" altLang="en-US" dirty="0"/>
              <a:t>            形参名</a:t>
            </a:r>
            <a:r>
              <a:rPr lang="en-US" altLang="zh-CN" dirty="0"/>
              <a:t>=</a:t>
            </a:r>
            <a:r>
              <a:rPr lang="zh-CN" altLang="en-US" dirty="0"/>
              <a:t>默认值</a:t>
            </a:r>
          </a:p>
          <a:p>
            <a:pPr indent="0">
              <a:buNone/>
            </a:pPr>
            <a:r>
              <a:rPr lang="zh-CN" altLang="en-US" dirty="0"/>
              <a:t>例如：</a:t>
            </a:r>
          </a:p>
          <a:p>
            <a:pPr indent="0">
              <a:spcAft>
                <a:spcPts val="600"/>
              </a:spcAft>
              <a:buNone/>
            </a:pPr>
            <a:r>
              <a:rPr lang="es-ES" altLang="zh-CN" kern="1200" dirty="0">
                <a:solidFill>
                  <a:schemeClr val="accent2"/>
                </a:solidFill>
                <a:latin typeface="Consolas" panose="020B0609020204030204" pitchFamily="49" charset="0"/>
                <a:ea typeface="+mn-ea"/>
              </a:rPr>
              <a:t>def mydefa(x,</a:t>
            </a:r>
            <a:r>
              <a:rPr lang="es-ES" altLang="zh-CN" kern="1200" dirty="0">
                <a:solidFill>
                  <a:srgbClr val="FF0000"/>
                </a:solidFill>
                <a:latin typeface="Consolas" panose="020B0609020204030204" pitchFamily="49" charset="0"/>
                <a:ea typeface="+mn-ea"/>
              </a:rPr>
              <a:t>y=200,z=100</a:t>
            </a:r>
            <a:r>
              <a:rPr lang="es-ES" altLang="zh-CN" kern="1200" dirty="0">
                <a:solidFill>
                  <a:schemeClr val="accent2"/>
                </a:solidFill>
                <a:latin typeface="Consolas" panose="020B0609020204030204" pitchFamily="49" charset="0"/>
                <a:ea typeface="+mn-ea"/>
              </a:rPr>
              <a:t>):</a:t>
            </a:r>
            <a:endParaRPr lang="zh-CN" altLang="en-US" kern="1200" dirty="0">
              <a:solidFill>
                <a:schemeClr val="accent2"/>
              </a:solidFill>
              <a:latin typeface="Consolas" panose="020B0609020204030204" pitchFamily="49" charset="0"/>
              <a:ea typeface="+mn-ea"/>
            </a:endParaRPr>
          </a:p>
          <a:p>
            <a:pPr indent="0">
              <a:spcAft>
                <a:spcPts val="600"/>
              </a:spcAft>
              <a:buNone/>
            </a:pPr>
            <a:r>
              <a:rPr lang="es-ES" altLang="zh-CN" kern="1200" dirty="0">
                <a:solidFill>
                  <a:schemeClr val="accent2"/>
                </a:solidFill>
                <a:latin typeface="Consolas" panose="020B0609020204030204" pitchFamily="49" charset="0"/>
                <a:ea typeface="+mn-ea"/>
              </a:rPr>
              <a:t>    print("x=",x,"y=",y,"z=",z)</a:t>
            </a:r>
            <a:endParaRPr lang="zh-CN" altLang="en-US" kern="1200" dirty="0">
              <a:solidFill>
                <a:schemeClr val="accent2"/>
              </a:solidFill>
              <a:latin typeface="Consolas" panose="020B0609020204030204" pitchFamily="49" charset="0"/>
              <a:ea typeface="+mn-ea"/>
            </a:endParaRPr>
          </a:p>
          <a:p>
            <a:pPr indent="0">
              <a:spcAft>
                <a:spcPts val="600"/>
              </a:spcAft>
              <a:buNone/>
            </a:pPr>
            <a:r>
              <a:rPr lang="es-ES" altLang="zh-CN" kern="1200" dirty="0">
                <a:solidFill>
                  <a:schemeClr val="accent2"/>
                </a:solidFill>
                <a:latin typeface="Consolas" panose="020B0609020204030204" pitchFamily="49" charset="0"/>
                <a:ea typeface="+mn-ea"/>
              </a:rPr>
              <a:t>mydefa(50,80)                  </a:t>
            </a:r>
            <a:r>
              <a:rPr lang="es-ES" altLang="zh-CN" kern="1200" dirty="0">
                <a:solidFill>
                  <a:schemeClr val="accent2"/>
                </a:solidFill>
                <a:latin typeface="Consolas" panose="020B0609020204030204" pitchFamily="49" charset="0"/>
              </a:rPr>
              <a:t>mydefa(50,</a:t>
            </a:r>
            <a:r>
              <a:rPr lang="en-US" altLang="zh-CN" kern="1200" dirty="0">
                <a:solidFill>
                  <a:schemeClr val="accent2"/>
                </a:solidFill>
                <a:latin typeface="Consolas" panose="020B0609020204030204" pitchFamily="49" charset="0"/>
              </a:rPr>
              <a:t>z=6</a:t>
            </a:r>
            <a:r>
              <a:rPr lang="es-ES" altLang="zh-CN" kern="1200" dirty="0">
                <a:solidFill>
                  <a:schemeClr val="accent2"/>
                </a:solidFill>
                <a:latin typeface="Consolas" panose="020B0609020204030204" pitchFamily="49" charset="0"/>
              </a:rPr>
              <a:t>00)</a:t>
            </a:r>
            <a:r>
              <a:rPr lang="es-ES" altLang="zh-CN" kern="1200" dirty="0">
                <a:solidFill>
                  <a:schemeClr val="accent2"/>
                </a:solidFill>
                <a:latin typeface="Consolas" panose="020B0609020204030204" pitchFamily="49" charset="0"/>
                <a:ea typeface="+mn-ea"/>
              </a:rPr>
              <a:t>   </a:t>
            </a:r>
            <a:endParaRPr lang="zh-CN" altLang="en-US" kern="1200" dirty="0">
              <a:solidFill>
                <a:schemeClr val="accent2"/>
              </a:solidFill>
              <a:latin typeface="Consolas" panose="020B0609020204030204" pitchFamily="49" charset="0"/>
              <a:ea typeface="+mn-ea"/>
            </a:endParaRPr>
          </a:p>
          <a:p>
            <a:pPr indent="0">
              <a:buNone/>
            </a:pPr>
            <a:r>
              <a:rPr lang="zh-CN" altLang="en-US" dirty="0"/>
              <a:t>程序输出结果如下：                           程序输出结果如下：</a:t>
            </a:r>
          </a:p>
          <a:p>
            <a:pPr indent="0">
              <a:spcAft>
                <a:spcPts val="600"/>
              </a:spcAft>
              <a:buNone/>
            </a:pPr>
            <a:r>
              <a:rPr lang="es-ES" altLang="zh-CN" kern="1200" dirty="0">
                <a:solidFill>
                  <a:schemeClr val="accent2"/>
                </a:solidFill>
                <a:latin typeface="Consolas" panose="020B0609020204030204" pitchFamily="49" charset="0"/>
                <a:ea typeface="+mn-ea"/>
              </a:rPr>
              <a:t>x= 50 y= 80 z= 100             </a:t>
            </a:r>
            <a:r>
              <a:rPr lang="pl-PL" altLang="zh-CN" kern="1200" dirty="0">
                <a:solidFill>
                  <a:schemeClr val="accent2"/>
                </a:solidFill>
                <a:latin typeface="Consolas" panose="020B0609020204030204" pitchFamily="49" charset="0"/>
                <a:ea typeface="+mn-ea"/>
              </a:rPr>
              <a:t>x= 50 y= 200 z= 600</a:t>
            </a:r>
            <a:r>
              <a:rPr lang="es-ES" altLang="zh-CN" kern="1200" dirty="0">
                <a:solidFill>
                  <a:schemeClr val="accent2"/>
                </a:solidFill>
                <a:latin typeface="Consolas" panose="020B0609020204030204" pitchFamily="49" charset="0"/>
                <a:ea typeface="+mn-ea"/>
              </a:rPr>
              <a:t>        </a:t>
            </a:r>
            <a:endParaRPr lang="zh-CN" altLang="en-US" kern="1200" dirty="0">
              <a:solidFill>
                <a:schemeClr val="accent2"/>
              </a:solidFill>
              <a:latin typeface="Consolas" panose="020B0609020204030204" pitchFamily="49" charset="0"/>
              <a:ea typeface="+mn-ea"/>
            </a:endParaRPr>
          </a:p>
        </p:txBody>
      </p:sp>
      <p:sp>
        <p:nvSpPr>
          <p:cNvPr id="3" name="标题 2"/>
          <p:cNvSpPr>
            <a:spLocks noGrp="1"/>
          </p:cNvSpPr>
          <p:nvPr>
            <p:ph type="title"/>
          </p:nvPr>
        </p:nvSpPr>
        <p:spPr/>
        <p:txBody>
          <a:bodyPr/>
          <a:lstStyle/>
          <a:p>
            <a:endParaRPr lang="zh-CN" altLang="en-US"/>
          </a:p>
        </p:txBody>
      </p:sp>
      <p:sp>
        <p:nvSpPr>
          <p:cNvPr id="4" name="矩形 3"/>
          <p:cNvSpPr/>
          <p:nvPr/>
        </p:nvSpPr>
        <p:spPr>
          <a:xfrm>
            <a:off x="2987824" y="5229200"/>
            <a:ext cx="5580112" cy="1200329"/>
          </a:xfrm>
          <a:prstGeom prst="rect">
            <a:avLst/>
          </a:prstGeom>
        </p:spPr>
        <p:txBody>
          <a:bodyPr wrap="square">
            <a:spAutoFit/>
          </a:bodyPr>
          <a:lstStyle/>
          <a:p>
            <a:pPr marL="285750" indent="-285750">
              <a:buClr>
                <a:schemeClr val="tx2">
                  <a:lumMod val="60000"/>
                  <a:lumOff val="40000"/>
                </a:schemeClr>
              </a:buClr>
              <a:buFont typeface="Wingdings" panose="05000000000000000000" pitchFamily="2" charset="2"/>
              <a:buChar char="u"/>
            </a:pPr>
            <a:r>
              <a:rPr lang="zh-CN" altLang="en-US"/>
              <a:t>注意：</a:t>
            </a:r>
            <a:endParaRPr lang="en-US" altLang="zh-CN"/>
          </a:p>
          <a:p>
            <a:pPr marL="600075" indent="-342900">
              <a:buFont typeface="Arial" panose="020B0604020202020204" pitchFamily="34" charset="0"/>
              <a:buChar char="•"/>
            </a:pPr>
            <a:r>
              <a:rPr lang="zh-CN" altLang="en-US"/>
              <a:t>默认值参数必须出现在形参表的</a:t>
            </a:r>
            <a:r>
              <a:rPr lang="zh-CN" altLang="en-US">
                <a:solidFill>
                  <a:srgbClr val="FF0000"/>
                </a:solidFill>
              </a:rPr>
              <a:t>最右端</a:t>
            </a:r>
            <a:r>
              <a:rPr lang="zh-CN" altLang="en-US"/>
              <a:t>。</a:t>
            </a:r>
            <a:endParaRPr lang="en-US" altLang="zh-CN"/>
          </a:p>
          <a:p>
            <a:pPr marL="600075" indent="-342900">
              <a:buFont typeface="Arial" panose="020B0604020202020204" pitchFamily="34" charset="0"/>
              <a:buChar char="•"/>
            </a:pPr>
            <a:r>
              <a:rPr lang="zh-CN" altLang="en-US"/>
              <a:t>第一个形参使用默认值参数后，它后面的所有形参也必须使用默认值参数，否则会出错。</a:t>
            </a:r>
            <a:endParaRPr lang="zh-CN" altLang="en-US" dirty="0"/>
          </a:p>
        </p:txBody>
      </p:sp>
    </p:spTree>
    <p:extLst>
      <p:ext uri="{BB962C8B-B14F-4D97-AF65-F5344CB8AC3E}">
        <p14:creationId xmlns:p14="http://schemas.microsoft.com/office/powerpoint/2010/main" val="1733201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wipe(left)">
                                      <p:cBhvr>
                                        <p:cTn id="7" dur="500"/>
                                        <p:tgtEl>
                                          <p:spTgt spid="2">
                                            <p:txEl>
                                              <p:pRg st="4" end="4"/>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2">
                                            <p:txEl>
                                              <p:pRg st="5" end="5"/>
                                            </p:txEl>
                                          </p:spTgt>
                                        </p:tgtEl>
                                        <p:attrNameLst>
                                          <p:attrName>style.visibility</p:attrName>
                                        </p:attrNameLst>
                                      </p:cBhvr>
                                      <p:to>
                                        <p:strVal val="visible"/>
                                      </p:to>
                                    </p:set>
                                    <p:animEffect transition="in" filter="wipe(left)">
                                      <p:cBhvr>
                                        <p:cTn id="10" dur="500"/>
                                        <p:tgtEl>
                                          <p:spTgt spid="2">
                                            <p:txEl>
                                              <p:pRg st="5" end="5"/>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animEffect transition="in" filter="wipe(left)">
                                      <p:cBhvr>
                                        <p:cTn id="13" dur="500"/>
                                        <p:tgtEl>
                                          <p:spTgt spid="2">
                                            <p:txEl>
                                              <p:pRg st="6" end="6"/>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2">
                                            <p:txEl>
                                              <p:pRg st="7" end="7"/>
                                            </p:txEl>
                                          </p:spTgt>
                                        </p:tgtEl>
                                        <p:attrNameLst>
                                          <p:attrName>style.visibility</p:attrName>
                                        </p:attrNameLst>
                                      </p:cBhvr>
                                      <p:to>
                                        <p:strVal val="visible"/>
                                      </p:to>
                                    </p:set>
                                    <p:animEffect transition="in" filter="wipe(left)">
                                      <p:cBhvr>
                                        <p:cTn id="18" dur="500"/>
                                        <p:tgtEl>
                                          <p:spTgt spid="2">
                                            <p:txEl>
                                              <p:pRg st="7" end="7"/>
                                            </p:txEl>
                                          </p:spTgt>
                                        </p:tgtEl>
                                      </p:cBhvr>
                                    </p:animEffect>
                                  </p:childTnLst>
                                </p:cTn>
                              </p:par>
                              <p:par>
                                <p:cTn id="19" presetID="22" presetClass="entr" presetSubtype="8" fill="hold" nodeType="withEffect">
                                  <p:stCondLst>
                                    <p:cond delay="0"/>
                                  </p:stCondLst>
                                  <p:childTnLst>
                                    <p:set>
                                      <p:cBhvr>
                                        <p:cTn id="20" dur="1" fill="hold">
                                          <p:stCondLst>
                                            <p:cond delay="0"/>
                                          </p:stCondLst>
                                        </p:cTn>
                                        <p:tgtEl>
                                          <p:spTgt spid="2">
                                            <p:txEl>
                                              <p:pRg st="8" end="8"/>
                                            </p:txEl>
                                          </p:spTgt>
                                        </p:tgtEl>
                                        <p:attrNameLst>
                                          <p:attrName>style.visibility</p:attrName>
                                        </p:attrNameLst>
                                      </p:cBhvr>
                                      <p:to>
                                        <p:strVal val="visible"/>
                                      </p:to>
                                    </p:set>
                                    <p:animEffect transition="in" filter="wipe(left)">
                                      <p:cBhvr>
                                        <p:cTn id="21" dur="500"/>
                                        <p:tgtEl>
                                          <p:spTgt spid="2">
                                            <p:txEl>
                                              <p:pRg st="8" end="8"/>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barn(inVertical)">
                                      <p:cBhvr>
                                        <p:cTn id="2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79512" y="980728"/>
            <a:ext cx="8780896" cy="5698066"/>
          </a:xfrm>
        </p:spPr>
        <p:txBody>
          <a:bodyPr/>
          <a:lstStyle/>
          <a:p>
            <a:pPr marL="0" indent="0">
              <a:spcAft>
                <a:spcPts val="600"/>
              </a:spcAft>
              <a:buNone/>
            </a:pPr>
            <a:r>
              <a:rPr lang="zh-CN" altLang="en-US"/>
              <a:t>元组</a:t>
            </a:r>
            <a:r>
              <a:rPr lang="zh-CN" altLang="en-US" dirty="0"/>
              <a:t>可变长度参数在参数名前面加</a:t>
            </a:r>
            <a:r>
              <a:rPr lang="en-US" altLang="zh-CN" dirty="0"/>
              <a:t>*</a:t>
            </a:r>
            <a:r>
              <a:rPr lang="zh-CN" altLang="en-US" dirty="0"/>
              <a:t>，用来接受</a:t>
            </a:r>
            <a:r>
              <a:rPr lang="zh-CN" altLang="en-US" dirty="0">
                <a:solidFill>
                  <a:srgbClr val="FF0000"/>
                </a:solidFill>
              </a:rPr>
              <a:t>任意多个实参</a:t>
            </a:r>
            <a:r>
              <a:rPr lang="zh-CN" altLang="en-US" dirty="0"/>
              <a:t>并将其放在一个</a:t>
            </a:r>
            <a:r>
              <a:rPr lang="zh-CN" altLang="en-US" dirty="0">
                <a:solidFill>
                  <a:srgbClr val="FF0000"/>
                </a:solidFill>
              </a:rPr>
              <a:t>元组</a:t>
            </a:r>
            <a:r>
              <a:rPr lang="zh-CN" altLang="en-US" dirty="0"/>
              <a:t>中。例如：</a:t>
            </a:r>
          </a:p>
          <a:p>
            <a:pPr indent="0">
              <a:spcAft>
                <a:spcPts val="600"/>
              </a:spcAft>
              <a:buNone/>
            </a:pPr>
            <a:r>
              <a:rPr lang="fr-FR" altLang="zh-CN" kern="1200" dirty="0">
                <a:solidFill>
                  <a:schemeClr val="accent2"/>
                </a:solidFill>
                <a:latin typeface="Consolas" panose="020B0609020204030204" pitchFamily="49" charset="0"/>
                <a:ea typeface="+mn-ea"/>
              </a:rPr>
              <a:t>def myvar1(*t):</a:t>
            </a:r>
            <a:endParaRPr lang="zh-CN" altLang="en-US" kern="1200" dirty="0">
              <a:solidFill>
                <a:schemeClr val="accent2"/>
              </a:solidFill>
              <a:latin typeface="Consolas" panose="020B0609020204030204" pitchFamily="49" charset="0"/>
              <a:ea typeface="+mn-ea"/>
            </a:endParaRPr>
          </a:p>
          <a:p>
            <a:pPr indent="0">
              <a:spcAft>
                <a:spcPts val="600"/>
              </a:spcAft>
              <a:buNone/>
            </a:pPr>
            <a:r>
              <a:rPr lang="fr-FR" altLang="zh-CN" kern="1200" dirty="0">
                <a:solidFill>
                  <a:schemeClr val="accent2"/>
                </a:solidFill>
                <a:latin typeface="Consolas" panose="020B0609020204030204" pitchFamily="49" charset="0"/>
                <a:ea typeface="+mn-ea"/>
              </a:rPr>
              <a:t>    print(t)</a:t>
            </a:r>
            <a:endParaRPr lang="zh-CN" altLang="en-US" kern="1200" dirty="0">
              <a:solidFill>
                <a:schemeClr val="accent2"/>
              </a:solidFill>
              <a:latin typeface="Consolas" panose="020B0609020204030204" pitchFamily="49" charset="0"/>
              <a:ea typeface="+mn-ea"/>
            </a:endParaRPr>
          </a:p>
          <a:p>
            <a:pPr indent="0">
              <a:spcAft>
                <a:spcPts val="600"/>
              </a:spcAft>
              <a:buNone/>
            </a:pPr>
            <a:r>
              <a:rPr lang="en-US" altLang="zh-CN" kern="1200" dirty="0">
                <a:solidFill>
                  <a:schemeClr val="accent2"/>
                </a:solidFill>
                <a:latin typeface="Consolas" panose="020B0609020204030204" pitchFamily="49" charset="0"/>
                <a:ea typeface="+mn-ea"/>
              </a:rPr>
              <a:t>myvar1(1,2,3)</a:t>
            </a:r>
            <a:endParaRPr lang="zh-CN" altLang="en-US" kern="1200" dirty="0">
              <a:solidFill>
                <a:schemeClr val="accent2"/>
              </a:solidFill>
              <a:latin typeface="Consolas" panose="020B0609020204030204" pitchFamily="49" charset="0"/>
              <a:ea typeface="+mn-ea"/>
            </a:endParaRPr>
          </a:p>
          <a:p>
            <a:pPr indent="0">
              <a:spcAft>
                <a:spcPts val="600"/>
              </a:spcAft>
              <a:buNone/>
            </a:pPr>
            <a:r>
              <a:rPr lang="en-US" altLang="zh-CN" kern="1200" dirty="0">
                <a:solidFill>
                  <a:schemeClr val="accent2"/>
                </a:solidFill>
                <a:latin typeface="Consolas" panose="020B0609020204030204" pitchFamily="49" charset="0"/>
                <a:ea typeface="+mn-ea"/>
              </a:rPr>
              <a:t>myvar1(1,2,3,4,5)</a:t>
            </a:r>
            <a:endParaRPr lang="zh-CN" altLang="en-US" kern="1200" dirty="0">
              <a:solidFill>
                <a:schemeClr val="accent2"/>
              </a:solidFill>
              <a:latin typeface="Consolas" panose="020B0609020204030204" pitchFamily="49" charset="0"/>
              <a:ea typeface="+mn-ea"/>
            </a:endParaRPr>
          </a:p>
          <a:p>
            <a:pPr marL="0" indent="0">
              <a:spcAft>
                <a:spcPts val="600"/>
              </a:spcAft>
              <a:buNone/>
            </a:pPr>
            <a:r>
              <a:rPr lang="zh-CN" altLang="en-US" dirty="0"/>
              <a:t>程序输出结果如下：</a:t>
            </a:r>
          </a:p>
          <a:p>
            <a:pPr indent="0">
              <a:spcAft>
                <a:spcPts val="600"/>
              </a:spcAft>
              <a:buNone/>
            </a:pPr>
            <a:r>
              <a:rPr lang="en-US" altLang="zh-CN" kern="1200" dirty="0">
                <a:solidFill>
                  <a:schemeClr val="accent2"/>
                </a:solidFill>
                <a:latin typeface="Consolas" panose="020B0609020204030204" pitchFamily="49" charset="0"/>
                <a:ea typeface="+mn-ea"/>
              </a:rPr>
              <a:t>(1, 2, 3)</a:t>
            </a:r>
            <a:endParaRPr lang="zh-CN" altLang="en-US" kern="1200" dirty="0">
              <a:solidFill>
                <a:schemeClr val="accent2"/>
              </a:solidFill>
              <a:latin typeface="Consolas" panose="020B0609020204030204" pitchFamily="49" charset="0"/>
              <a:ea typeface="+mn-ea"/>
            </a:endParaRPr>
          </a:p>
          <a:p>
            <a:pPr indent="0">
              <a:spcAft>
                <a:spcPts val="600"/>
              </a:spcAft>
              <a:buNone/>
            </a:pPr>
            <a:r>
              <a:rPr lang="en-US" altLang="zh-CN" kern="1200" dirty="0">
                <a:solidFill>
                  <a:schemeClr val="accent2"/>
                </a:solidFill>
                <a:latin typeface="Consolas" panose="020B0609020204030204" pitchFamily="49" charset="0"/>
                <a:ea typeface="+mn-ea"/>
              </a:rPr>
              <a:t>(1, 2, 3, 4, 5)</a:t>
            </a:r>
            <a:endParaRPr lang="zh-CN" altLang="en-US" kern="1200" dirty="0">
              <a:solidFill>
                <a:schemeClr val="accent2"/>
              </a:solidFill>
              <a:latin typeface="Consolas" panose="020B0609020204030204" pitchFamily="49" charset="0"/>
              <a:ea typeface="+mn-ea"/>
            </a:endParaRPr>
          </a:p>
          <a:p>
            <a:pPr marL="0" indent="0">
              <a:buNone/>
            </a:pPr>
            <a:endParaRPr lang="zh-CN" altLang="en-US" dirty="0"/>
          </a:p>
        </p:txBody>
      </p:sp>
      <p:sp>
        <p:nvSpPr>
          <p:cNvPr id="3" name="标题 2"/>
          <p:cNvSpPr>
            <a:spLocks noGrp="1"/>
          </p:cNvSpPr>
          <p:nvPr>
            <p:ph type="title"/>
          </p:nvPr>
        </p:nvSpPr>
        <p:spPr/>
        <p:txBody>
          <a:bodyPr/>
          <a:lstStyle/>
          <a:p>
            <a:r>
              <a:rPr lang="en-US" altLang="zh-CN"/>
              <a:t>4</a:t>
            </a:r>
            <a:r>
              <a:rPr lang="zh-CN" altLang="en-US"/>
              <a:t>．可变长度参数</a:t>
            </a:r>
            <a:r>
              <a:rPr lang="en-US" altLang="zh-CN"/>
              <a:t>-------</a:t>
            </a:r>
            <a:r>
              <a:rPr lang="zh-CN" altLang="en-US"/>
              <a:t>（</a:t>
            </a:r>
            <a:r>
              <a:rPr lang="en-US" altLang="zh-CN"/>
              <a:t>1</a:t>
            </a:r>
            <a:r>
              <a:rPr lang="zh-CN" altLang="en-US"/>
              <a:t>）元组可变长度参数</a:t>
            </a:r>
          </a:p>
        </p:txBody>
      </p:sp>
      <p:sp>
        <p:nvSpPr>
          <p:cNvPr id="4" name="矩形 3"/>
          <p:cNvSpPr/>
          <p:nvPr/>
        </p:nvSpPr>
        <p:spPr>
          <a:xfrm>
            <a:off x="2051720" y="1844824"/>
            <a:ext cx="360040" cy="432048"/>
          </a:xfrm>
          <a:prstGeom prst="rect">
            <a:avLst/>
          </a:prstGeom>
          <a:ln w="19050">
            <a:solidFill>
              <a:srgbClr val="FF0000"/>
            </a:solidFill>
          </a:ln>
        </p:spPr>
        <p:txBody>
          <a:bodyPr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Tree>
    <p:extLst>
      <p:ext uri="{BB962C8B-B14F-4D97-AF65-F5344CB8AC3E}">
        <p14:creationId xmlns:p14="http://schemas.microsoft.com/office/powerpoint/2010/main" val="1606329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marL="0" indent="0">
              <a:lnSpc>
                <a:spcPct val="100000"/>
              </a:lnSpc>
              <a:spcAft>
                <a:spcPts val="600"/>
              </a:spcAft>
              <a:buNone/>
            </a:pPr>
            <a:r>
              <a:rPr lang="zh-CN" altLang="en-US"/>
              <a:t>表示</a:t>
            </a:r>
            <a:r>
              <a:rPr lang="zh-CN" altLang="en-US" dirty="0"/>
              <a:t>方式是在函数参数名前面加</a:t>
            </a:r>
            <a:r>
              <a:rPr lang="en-US" altLang="zh-CN" dirty="0"/>
              <a:t>**</a:t>
            </a:r>
            <a:r>
              <a:rPr lang="zh-CN" altLang="en-US" dirty="0"/>
              <a:t>，可以接受任意多个实参，实参的形式为：</a:t>
            </a:r>
          </a:p>
          <a:p>
            <a:pPr marL="0" indent="0">
              <a:lnSpc>
                <a:spcPct val="100000"/>
              </a:lnSpc>
              <a:spcAft>
                <a:spcPts val="600"/>
              </a:spcAft>
              <a:buNone/>
            </a:pPr>
            <a:r>
              <a:rPr lang="zh-CN" altLang="en-US"/>
              <a:t>          </a:t>
            </a:r>
            <a:r>
              <a:rPr lang="zh-CN" altLang="en-US">
                <a:solidFill>
                  <a:srgbClr val="FF0000"/>
                </a:solidFill>
              </a:rPr>
              <a:t>关键字</a:t>
            </a:r>
            <a:r>
              <a:rPr lang="en-US" altLang="zh-CN" dirty="0">
                <a:solidFill>
                  <a:srgbClr val="FF0000"/>
                </a:solidFill>
              </a:rPr>
              <a:t>=</a:t>
            </a:r>
            <a:r>
              <a:rPr lang="zh-CN" altLang="en-US" dirty="0">
                <a:solidFill>
                  <a:srgbClr val="FF0000"/>
                </a:solidFill>
              </a:rPr>
              <a:t>实参值</a:t>
            </a:r>
          </a:p>
          <a:p>
            <a:pPr marL="0" indent="0">
              <a:lnSpc>
                <a:spcPct val="100000"/>
              </a:lnSpc>
              <a:spcAft>
                <a:spcPts val="600"/>
              </a:spcAft>
              <a:buNone/>
            </a:pPr>
            <a:r>
              <a:rPr lang="zh-CN" altLang="en-US" dirty="0"/>
              <a:t>在字典可变长度参数中，关键字参数和实参值参数被</a:t>
            </a:r>
            <a:r>
              <a:rPr lang="zh-CN" altLang="en-US" dirty="0">
                <a:solidFill>
                  <a:srgbClr val="FF0000"/>
                </a:solidFill>
              </a:rPr>
              <a:t>放入</a:t>
            </a:r>
            <a:r>
              <a:rPr lang="zh-CN" altLang="en-US" dirty="0"/>
              <a:t>一个</a:t>
            </a:r>
            <a:r>
              <a:rPr lang="zh-CN" altLang="en-US" dirty="0">
                <a:solidFill>
                  <a:srgbClr val="FF0000"/>
                </a:solidFill>
              </a:rPr>
              <a:t>字典</a:t>
            </a:r>
            <a:r>
              <a:rPr lang="zh-CN" altLang="en-US" dirty="0"/>
              <a:t>，分别作为字典的关键字和字典的值。例如：</a:t>
            </a:r>
          </a:p>
          <a:p>
            <a:pPr marL="0" indent="0">
              <a:lnSpc>
                <a:spcPct val="100000"/>
              </a:lnSpc>
              <a:spcAft>
                <a:spcPts val="600"/>
              </a:spcAft>
              <a:buNone/>
            </a:pPr>
            <a:r>
              <a:rPr lang="fr-FR" altLang="zh-CN" kern="1200" dirty="0">
                <a:solidFill>
                  <a:schemeClr val="accent2"/>
                </a:solidFill>
                <a:latin typeface="Consolas" panose="020B0609020204030204" pitchFamily="49" charset="0"/>
                <a:ea typeface="+mn-ea"/>
              </a:rPr>
              <a:t>def myvar2(**t):</a:t>
            </a:r>
            <a:endParaRPr lang="zh-CN" altLang="en-US" kern="1200" dirty="0">
              <a:solidFill>
                <a:schemeClr val="accent2"/>
              </a:solidFill>
              <a:latin typeface="Consolas" panose="020B0609020204030204" pitchFamily="49" charset="0"/>
              <a:ea typeface="+mn-ea"/>
            </a:endParaRPr>
          </a:p>
          <a:p>
            <a:pPr marL="0" indent="0">
              <a:lnSpc>
                <a:spcPct val="100000"/>
              </a:lnSpc>
              <a:spcAft>
                <a:spcPts val="600"/>
              </a:spcAft>
              <a:buNone/>
            </a:pPr>
            <a:r>
              <a:rPr lang="fr-FR" altLang="zh-CN" kern="1200" dirty="0">
                <a:solidFill>
                  <a:schemeClr val="accent2"/>
                </a:solidFill>
                <a:latin typeface="Consolas" panose="020B0609020204030204" pitchFamily="49" charset="0"/>
                <a:ea typeface="+mn-ea"/>
              </a:rPr>
              <a:t>    print(t)</a:t>
            </a:r>
            <a:endParaRPr lang="zh-CN" altLang="en-US" kern="1200" dirty="0">
              <a:solidFill>
                <a:schemeClr val="accent2"/>
              </a:solidFill>
              <a:latin typeface="Consolas" panose="020B0609020204030204" pitchFamily="49" charset="0"/>
              <a:ea typeface="+mn-ea"/>
            </a:endParaRPr>
          </a:p>
          <a:p>
            <a:pPr marL="0" indent="0">
              <a:lnSpc>
                <a:spcPct val="100000"/>
              </a:lnSpc>
              <a:spcAft>
                <a:spcPts val="600"/>
              </a:spcAft>
              <a:buNone/>
            </a:pPr>
            <a:r>
              <a:rPr lang="fr-FR" altLang="zh-CN" kern="1200" dirty="0">
                <a:solidFill>
                  <a:schemeClr val="accent2"/>
                </a:solidFill>
                <a:latin typeface="Consolas" panose="020B0609020204030204" pitchFamily="49" charset="0"/>
                <a:ea typeface="+mn-ea"/>
              </a:rPr>
              <a:t>myvar2(x=1,y=2,z=3)</a:t>
            </a:r>
            <a:endParaRPr lang="zh-CN" altLang="en-US" kern="1200" dirty="0">
              <a:solidFill>
                <a:schemeClr val="accent2"/>
              </a:solidFill>
              <a:latin typeface="Consolas" panose="020B0609020204030204" pitchFamily="49" charset="0"/>
              <a:ea typeface="+mn-ea"/>
            </a:endParaRPr>
          </a:p>
          <a:p>
            <a:pPr marL="0" indent="0">
              <a:lnSpc>
                <a:spcPct val="100000"/>
              </a:lnSpc>
              <a:spcAft>
                <a:spcPts val="600"/>
              </a:spcAft>
              <a:buNone/>
            </a:pPr>
            <a:r>
              <a:rPr lang="en-US" altLang="zh-CN" kern="1200" dirty="0">
                <a:solidFill>
                  <a:schemeClr val="accent2"/>
                </a:solidFill>
                <a:latin typeface="Consolas" panose="020B0609020204030204" pitchFamily="49" charset="0"/>
                <a:ea typeface="+mn-ea"/>
              </a:rPr>
              <a:t>myvar2(name='</a:t>
            </a:r>
            <a:r>
              <a:rPr lang="en-US" altLang="zh-CN" kern="1200" dirty="0" err="1">
                <a:solidFill>
                  <a:schemeClr val="accent2"/>
                </a:solidFill>
                <a:latin typeface="Consolas" panose="020B0609020204030204" pitchFamily="49" charset="0"/>
                <a:ea typeface="+mn-ea"/>
              </a:rPr>
              <a:t>bren</a:t>
            </a:r>
            <a:r>
              <a:rPr lang="en-US" altLang="zh-CN" kern="1200" dirty="0">
                <a:solidFill>
                  <a:schemeClr val="accent2"/>
                </a:solidFill>
                <a:latin typeface="Consolas" panose="020B0609020204030204" pitchFamily="49" charset="0"/>
                <a:ea typeface="+mn-ea"/>
              </a:rPr>
              <a:t>',age=25)</a:t>
            </a:r>
            <a:endParaRPr lang="zh-CN" altLang="en-US" kern="1200" dirty="0">
              <a:solidFill>
                <a:schemeClr val="accent2"/>
              </a:solidFill>
              <a:latin typeface="Consolas" panose="020B0609020204030204" pitchFamily="49" charset="0"/>
              <a:ea typeface="+mn-ea"/>
            </a:endParaRPr>
          </a:p>
          <a:p>
            <a:pPr marL="0" indent="0">
              <a:lnSpc>
                <a:spcPct val="100000"/>
              </a:lnSpc>
              <a:spcAft>
                <a:spcPts val="600"/>
              </a:spcAft>
              <a:buNone/>
            </a:pPr>
            <a:r>
              <a:rPr lang="zh-CN" altLang="en-US" dirty="0"/>
              <a:t>程序输出结果如下：</a:t>
            </a:r>
          </a:p>
          <a:p>
            <a:pPr marL="0" indent="0">
              <a:lnSpc>
                <a:spcPct val="100000"/>
              </a:lnSpc>
              <a:spcAft>
                <a:spcPts val="600"/>
              </a:spcAft>
              <a:buNone/>
            </a:pPr>
            <a:r>
              <a:rPr lang="en-US" altLang="zh-CN" kern="1200" dirty="0">
                <a:solidFill>
                  <a:schemeClr val="accent2"/>
                </a:solidFill>
                <a:latin typeface="Consolas" panose="020B0609020204030204" pitchFamily="49" charset="0"/>
                <a:ea typeface="+mn-ea"/>
              </a:rPr>
              <a:t>{'y': 2, 'x': 1, 'z': 3}</a:t>
            </a:r>
            <a:endParaRPr lang="zh-CN" altLang="en-US" kern="1200" dirty="0">
              <a:solidFill>
                <a:schemeClr val="accent2"/>
              </a:solidFill>
              <a:latin typeface="Consolas" panose="020B0609020204030204" pitchFamily="49" charset="0"/>
              <a:ea typeface="+mn-ea"/>
            </a:endParaRPr>
          </a:p>
          <a:p>
            <a:pPr marL="0" indent="0">
              <a:lnSpc>
                <a:spcPct val="100000"/>
              </a:lnSpc>
              <a:spcAft>
                <a:spcPts val="600"/>
              </a:spcAft>
              <a:buNone/>
            </a:pPr>
            <a:r>
              <a:rPr lang="en-US" altLang="zh-CN" kern="1200" dirty="0">
                <a:solidFill>
                  <a:schemeClr val="accent2"/>
                </a:solidFill>
                <a:latin typeface="Consolas" panose="020B0609020204030204" pitchFamily="49" charset="0"/>
                <a:ea typeface="+mn-ea"/>
              </a:rPr>
              <a:t>{'age': 25, 'name': '</a:t>
            </a:r>
            <a:r>
              <a:rPr lang="en-US" altLang="zh-CN" kern="1200" dirty="0" err="1">
                <a:solidFill>
                  <a:schemeClr val="accent2"/>
                </a:solidFill>
                <a:latin typeface="Consolas" panose="020B0609020204030204" pitchFamily="49" charset="0"/>
                <a:ea typeface="+mn-ea"/>
              </a:rPr>
              <a:t>bren</a:t>
            </a:r>
            <a:r>
              <a:rPr lang="en-US" altLang="zh-CN" kern="1200" dirty="0">
                <a:solidFill>
                  <a:schemeClr val="accent2"/>
                </a:solidFill>
                <a:latin typeface="Consolas" panose="020B0609020204030204" pitchFamily="49" charset="0"/>
                <a:ea typeface="+mn-ea"/>
              </a:rPr>
              <a:t>'}</a:t>
            </a:r>
            <a:endParaRPr lang="zh-CN" altLang="en-US" kern="1200" dirty="0">
              <a:solidFill>
                <a:schemeClr val="accent2"/>
              </a:solidFill>
              <a:latin typeface="Consolas" panose="020B0609020204030204" pitchFamily="49" charset="0"/>
              <a:ea typeface="+mn-ea"/>
            </a:endParaRPr>
          </a:p>
          <a:p>
            <a:pPr marL="0" indent="0">
              <a:buNone/>
            </a:pPr>
            <a:endParaRPr lang="zh-CN" altLang="en-US" dirty="0"/>
          </a:p>
        </p:txBody>
      </p:sp>
      <p:sp>
        <p:nvSpPr>
          <p:cNvPr id="3" name="标题 2"/>
          <p:cNvSpPr>
            <a:spLocks noGrp="1"/>
          </p:cNvSpPr>
          <p:nvPr>
            <p:ph type="title"/>
          </p:nvPr>
        </p:nvSpPr>
        <p:spPr/>
        <p:txBody>
          <a:bodyPr/>
          <a:lstStyle/>
          <a:p>
            <a:r>
              <a:rPr lang="zh-CN" altLang="en-US"/>
              <a:t>（</a:t>
            </a:r>
            <a:r>
              <a:rPr lang="en-US" altLang="zh-CN"/>
              <a:t>2</a:t>
            </a:r>
            <a:r>
              <a:rPr lang="zh-CN" altLang="en-US"/>
              <a:t>）字典可变长度参数</a:t>
            </a:r>
          </a:p>
        </p:txBody>
      </p:sp>
      <p:sp>
        <p:nvSpPr>
          <p:cNvPr id="4" name="矩形 3"/>
          <p:cNvSpPr/>
          <p:nvPr/>
        </p:nvSpPr>
        <p:spPr>
          <a:xfrm>
            <a:off x="1187624" y="3429000"/>
            <a:ext cx="1656184" cy="432048"/>
          </a:xfrm>
          <a:prstGeom prst="rect">
            <a:avLst/>
          </a:prstGeom>
          <a:ln w="19050">
            <a:solidFill>
              <a:srgbClr val="FF0000"/>
            </a:solidFill>
          </a:ln>
        </p:spPr>
        <p:txBody>
          <a:bodyPr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6" name="矩形 5"/>
          <p:cNvSpPr/>
          <p:nvPr/>
        </p:nvSpPr>
        <p:spPr>
          <a:xfrm>
            <a:off x="1187624" y="3933056"/>
            <a:ext cx="2592288" cy="432048"/>
          </a:xfrm>
          <a:prstGeom prst="rect">
            <a:avLst/>
          </a:prstGeom>
          <a:ln w="19050">
            <a:solidFill>
              <a:srgbClr val="FF0000"/>
            </a:solidFill>
          </a:ln>
        </p:spPr>
        <p:txBody>
          <a:bodyPr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Tree>
    <p:extLst>
      <p:ext uri="{BB962C8B-B14F-4D97-AF65-F5344CB8AC3E}">
        <p14:creationId xmlns:p14="http://schemas.microsoft.com/office/powerpoint/2010/main" val="3982684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marL="0" indent="0">
              <a:spcAft>
                <a:spcPts val="600"/>
              </a:spcAft>
              <a:buNone/>
            </a:pPr>
            <a:r>
              <a:rPr lang="zh-CN" altLang="en-US" dirty="0"/>
              <a:t>例</a:t>
            </a:r>
            <a:r>
              <a:rPr lang="en-US" altLang="zh-CN" dirty="0"/>
              <a:t>8-2  </a:t>
            </a:r>
            <a:r>
              <a:rPr lang="zh-CN" altLang="en-US" dirty="0"/>
              <a:t>写出下列程序的执行结果。</a:t>
            </a:r>
          </a:p>
          <a:p>
            <a:pPr marL="0" indent="0">
              <a:lnSpc>
                <a:spcPct val="100000"/>
              </a:lnSpc>
              <a:spcAft>
                <a:spcPts val="600"/>
              </a:spcAft>
              <a:buNone/>
            </a:pPr>
            <a:r>
              <a:rPr lang="es-ES" altLang="zh-CN" kern="1200" dirty="0">
                <a:solidFill>
                  <a:schemeClr val="accent2"/>
                </a:solidFill>
                <a:latin typeface="Consolas" panose="020B0609020204030204" pitchFamily="49" charset="0"/>
                <a:ea typeface="+mn-ea"/>
              </a:rPr>
              <a:t>def mytotal(x,y=30,*z1,**z2):</a:t>
            </a:r>
            <a:endParaRPr lang="zh-CN" altLang="en-US" kern="1200" dirty="0">
              <a:solidFill>
                <a:schemeClr val="accent2"/>
              </a:solidFill>
              <a:latin typeface="Consolas" panose="020B0609020204030204" pitchFamily="49" charset="0"/>
              <a:ea typeface="+mn-ea"/>
            </a:endParaRPr>
          </a:p>
          <a:p>
            <a:pPr marL="0" indent="0">
              <a:lnSpc>
                <a:spcPct val="100000"/>
              </a:lnSpc>
              <a:spcAft>
                <a:spcPts val="600"/>
              </a:spcAft>
              <a:buNone/>
            </a:pPr>
            <a:r>
              <a:rPr lang="es-ES" altLang="zh-CN" kern="1200" dirty="0">
                <a:solidFill>
                  <a:schemeClr val="accent2"/>
                </a:solidFill>
                <a:latin typeface="Consolas" panose="020B0609020204030204" pitchFamily="49" charset="0"/>
                <a:ea typeface="+mn-ea"/>
              </a:rPr>
              <a:t>    </a:t>
            </a:r>
            <a:r>
              <a:rPr lang="en-US" altLang="zh-CN" kern="1200" dirty="0">
                <a:solidFill>
                  <a:schemeClr val="accent2"/>
                </a:solidFill>
                <a:latin typeface="Consolas" panose="020B0609020204030204" pitchFamily="49" charset="0"/>
                <a:ea typeface="+mn-ea"/>
              </a:rPr>
              <a:t>t=</a:t>
            </a:r>
            <a:r>
              <a:rPr lang="en-US" altLang="zh-CN" kern="1200" dirty="0" err="1">
                <a:solidFill>
                  <a:schemeClr val="accent2"/>
                </a:solidFill>
                <a:latin typeface="Consolas" panose="020B0609020204030204" pitchFamily="49" charset="0"/>
                <a:ea typeface="+mn-ea"/>
              </a:rPr>
              <a:t>x+y</a:t>
            </a:r>
            <a:endParaRPr lang="zh-CN" altLang="en-US" kern="1200" dirty="0">
              <a:solidFill>
                <a:schemeClr val="accent2"/>
              </a:solidFill>
              <a:latin typeface="Consolas" panose="020B0609020204030204" pitchFamily="49" charset="0"/>
              <a:ea typeface="+mn-ea"/>
            </a:endParaRPr>
          </a:p>
          <a:p>
            <a:pPr marL="0" indent="0">
              <a:lnSpc>
                <a:spcPct val="100000"/>
              </a:lnSpc>
              <a:spcAft>
                <a:spcPts val="600"/>
              </a:spcAft>
              <a:buNone/>
            </a:pPr>
            <a:r>
              <a:rPr lang="en-US" altLang="zh-CN" kern="1200" dirty="0">
                <a:solidFill>
                  <a:schemeClr val="accent2"/>
                </a:solidFill>
                <a:latin typeface="Consolas" panose="020B0609020204030204" pitchFamily="49" charset="0"/>
                <a:ea typeface="+mn-ea"/>
              </a:rPr>
              <a:t>    for </a:t>
            </a:r>
            <a:r>
              <a:rPr lang="en-US" altLang="zh-CN" kern="1200" dirty="0" err="1">
                <a:solidFill>
                  <a:schemeClr val="accent2"/>
                </a:solidFill>
                <a:latin typeface="Consolas" panose="020B0609020204030204" pitchFamily="49" charset="0"/>
                <a:ea typeface="+mn-ea"/>
              </a:rPr>
              <a:t>i</a:t>
            </a:r>
            <a:r>
              <a:rPr lang="en-US" altLang="zh-CN" kern="1200" dirty="0">
                <a:solidFill>
                  <a:schemeClr val="accent2"/>
                </a:solidFill>
                <a:latin typeface="Consolas" panose="020B0609020204030204" pitchFamily="49" charset="0"/>
                <a:ea typeface="+mn-ea"/>
              </a:rPr>
              <a:t> in range(0,len(z1)):</a:t>
            </a:r>
            <a:endParaRPr lang="zh-CN" altLang="en-US" kern="1200" dirty="0">
              <a:solidFill>
                <a:schemeClr val="accent2"/>
              </a:solidFill>
              <a:latin typeface="Consolas" panose="020B0609020204030204" pitchFamily="49" charset="0"/>
              <a:ea typeface="+mn-ea"/>
            </a:endParaRPr>
          </a:p>
          <a:p>
            <a:pPr marL="0" indent="0">
              <a:lnSpc>
                <a:spcPct val="100000"/>
              </a:lnSpc>
              <a:spcAft>
                <a:spcPts val="600"/>
              </a:spcAft>
              <a:buNone/>
            </a:pPr>
            <a:r>
              <a:rPr lang="en-US" altLang="zh-CN" kern="1200" dirty="0">
                <a:solidFill>
                  <a:schemeClr val="accent2"/>
                </a:solidFill>
                <a:latin typeface="Consolas" panose="020B0609020204030204" pitchFamily="49" charset="0"/>
                <a:ea typeface="+mn-ea"/>
              </a:rPr>
              <a:t>        t+=z1[</a:t>
            </a:r>
            <a:r>
              <a:rPr lang="en-US" altLang="zh-CN" kern="1200" dirty="0" err="1">
                <a:solidFill>
                  <a:schemeClr val="accent2"/>
                </a:solidFill>
                <a:latin typeface="Consolas" panose="020B0609020204030204" pitchFamily="49" charset="0"/>
                <a:ea typeface="+mn-ea"/>
              </a:rPr>
              <a:t>i</a:t>
            </a:r>
            <a:r>
              <a:rPr lang="en-US" altLang="zh-CN" kern="1200" dirty="0">
                <a:solidFill>
                  <a:schemeClr val="accent2"/>
                </a:solidFill>
                <a:latin typeface="Consolas" panose="020B0609020204030204" pitchFamily="49" charset="0"/>
                <a:ea typeface="+mn-ea"/>
              </a:rPr>
              <a:t>]</a:t>
            </a:r>
            <a:endParaRPr lang="zh-CN" altLang="en-US" kern="1200" dirty="0">
              <a:solidFill>
                <a:schemeClr val="accent2"/>
              </a:solidFill>
              <a:latin typeface="Consolas" panose="020B0609020204030204" pitchFamily="49" charset="0"/>
              <a:ea typeface="+mn-ea"/>
            </a:endParaRPr>
          </a:p>
          <a:p>
            <a:pPr marL="0" indent="0">
              <a:lnSpc>
                <a:spcPct val="100000"/>
              </a:lnSpc>
              <a:spcAft>
                <a:spcPts val="600"/>
              </a:spcAft>
              <a:buNone/>
            </a:pPr>
            <a:r>
              <a:rPr lang="en-US" altLang="zh-CN" kern="1200" dirty="0">
                <a:solidFill>
                  <a:schemeClr val="accent2"/>
                </a:solidFill>
                <a:latin typeface="Consolas" panose="020B0609020204030204" pitchFamily="49" charset="0"/>
                <a:ea typeface="+mn-ea"/>
              </a:rPr>
              <a:t>    for k in z2.values():</a:t>
            </a:r>
            <a:endParaRPr lang="zh-CN" altLang="en-US" kern="1200" dirty="0">
              <a:solidFill>
                <a:schemeClr val="accent2"/>
              </a:solidFill>
              <a:latin typeface="Consolas" panose="020B0609020204030204" pitchFamily="49" charset="0"/>
              <a:ea typeface="+mn-ea"/>
            </a:endParaRPr>
          </a:p>
          <a:p>
            <a:pPr marL="0" indent="0">
              <a:lnSpc>
                <a:spcPct val="100000"/>
              </a:lnSpc>
              <a:spcAft>
                <a:spcPts val="600"/>
              </a:spcAft>
              <a:buNone/>
            </a:pPr>
            <a:r>
              <a:rPr lang="en-US" altLang="zh-CN" kern="1200" dirty="0">
                <a:solidFill>
                  <a:schemeClr val="accent2"/>
                </a:solidFill>
                <a:latin typeface="Consolas" panose="020B0609020204030204" pitchFamily="49" charset="0"/>
                <a:ea typeface="+mn-ea"/>
              </a:rPr>
              <a:t>        t+=k</a:t>
            </a:r>
            <a:endParaRPr lang="zh-CN" altLang="en-US" kern="1200" dirty="0">
              <a:solidFill>
                <a:schemeClr val="accent2"/>
              </a:solidFill>
              <a:latin typeface="Consolas" panose="020B0609020204030204" pitchFamily="49" charset="0"/>
              <a:ea typeface="+mn-ea"/>
            </a:endParaRPr>
          </a:p>
          <a:p>
            <a:pPr marL="0" indent="0">
              <a:lnSpc>
                <a:spcPct val="100000"/>
              </a:lnSpc>
              <a:spcAft>
                <a:spcPts val="600"/>
              </a:spcAft>
              <a:buNone/>
            </a:pPr>
            <a:r>
              <a:rPr lang="en-US" altLang="zh-CN" kern="1200" dirty="0">
                <a:solidFill>
                  <a:schemeClr val="accent2"/>
                </a:solidFill>
                <a:latin typeface="Consolas" panose="020B0609020204030204" pitchFamily="49" charset="0"/>
                <a:ea typeface="+mn-ea"/>
              </a:rPr>
              <a:t>    return t</a:t>
            </a:r>
          </a:p>
          <a:p>
            <a:pPr marL="0" indent="0">
              <a:lnSpc>
                <a:spcPct val="100000"/>
              </a:lnSpc>
              <a:spcAft>
                <a:spcPts val="600"/>
              </a:spcAft>
              <a:buNone/>
            </a:pPr>
            <a:endParaRPr lang="zh-CN" altLang="en-US" kern="1200" dirty="0">
              <a:solidFill>
                <a:schemeClr val="accent2"/>
              </a:solidFill>
              <a:latin typeface="Consolas" panose="020B0609020204030204" pitchFamily="49" charset="0"/>
              <a:ea typeface="+mn-ea"/>
            </a:endParaRPr>
          </a:p>
          <a:p>
            <a:pPr marL="0" indent="0">
              <a:lnSpc>
                <a:spcPct val="100000"/>
              </a:lnSpc>
              <a:spcAft>
                <a:spcPts val="600"/>
              </a:spcAft>
              <a:buNone/>
            </a:pPr>
            <a:r>
              <a:rPr lang="en-US" altLang="zh-CN" kern="1200" dirty="0">
                <a:solidFill>
                  <a:schemeClr val="accent2"/>
                </a:solidFill>
                <a:latin typeface="Consolas" panose="020B0609020204030204" pitchFamily="49" charset="0"/>
                <a:ea typeface="+mn-ea"/>
              </a:rPr>
              <a:t>s=</a:t>
            </a:r>
            <a:r>
              <a:rPr lang="en-US" altLang="zh-CN" kern="1200" dirty="0" err="1">
                <a:solidFill>
                  <a:schemeClr val="accent2"/>
                </a:solidFill>
                <a:latin typeface="Consolas" panose="020B0609020204030204" pitchFamily="49" charset="0"/>
                <a:ea typeface="+mn-ea"/>
              </a:rPr>
              <a:t>mytotal</a:t>
            </a:r>
            <a:r>
              <a:rPr lang="en-US" altLang="zh-CN" kern="1200" dirty="0">
                <a:solidFill>
                  <a:schemeClr val="accent2"/>
                </a:solidFill>
                <a:latin typeface="Consolas" panose="020B0609020204030204" pitchFamily="49" charset="0"/>
                <a:ea typeface="+mn-ea"/>
              </a:rPr>
              <a:t>(1,20,2,3,4,5,k1=100,k2=200)</a:t>
            </a:r>
            <a:endParaRPr lang="zh-CN" altLang="en-US" kern="1200" dirty="0">
              <a:solidFill>
                <a:schemeClr val="accent2"/>
              </a:solidFill>
              <a:latin typeface="Consolas" panose="020B0609020204030204" pitchFamily="49" charset="0"/>
              <a:ea typeface="+mn-ea"/>
            </a:endParaRPr>
          </a:p>
          <a:p>
            <a:pPr marL="0" indent="0">
              <a:lnSpc>
                <a:spcPct val="100000"/>
              </a:lnSpc>
              <a:spcAft>
                <a:spcPts val="600"/>
              </a:spcAft>
              <a:buNone/>
            </a:pPr>
            <a:r>
              <a:rPr lang="en-US" altLang="zh-CN" kern="1200" dirty="0">
                <a:solidFill>
                  <a:schemeClr val="accent2"/>
                </a:solidFill>
                <a:latin typeface="Consolas" panose="020B0609020204030204" pitchFamily="49" charset="0"/>
                <a:ea typeface="+mn-ea"/>
              </a:rPr>
              <a:t>print(s)</a:t>
            </a:r>
            <a:endParaRPr lang="zh-CN" altLang="en-US" kern="1200" dirty="0">
              <a:solidFill>
                <a:schemeClr val="accent2"/>
              </a:solidFill>
              <a:latin typeface="Consolas" panose="020B0609020204030204" pitchFamily="49" charset="0"/>
              <a:ea typeface="+mn-ea"/>
            </a:endParaRPr>
          </a:p>
          <a:p>
            <a:pPr marL="0" indent="0">
              <a:buNone/>
            </a:pPr>
            <a:r>
              <a:rPr lang="zh-CN" altLang="en-US" dirty="0"/>
              <a:t>程序输出结果如下：</a:t>
            </a:r>
          </a:p>
          <a:p>
            <a:pPr marL="0" indent="0">
              <a:lnSpc>
                <a:spcPct val="100000"/>
              </a:lnSpc>
              <a:spcAft>
                <a:spcPts val="600"/>
              </a:spcAft>
              <a:buNone/>
            </a:pPr>
            <a:r>
              <a:rPr lang="en-US" altLang="zh-CN" kern="1200" dirty="0">
                <a:solidFill>
                  <a:schemeClr val="accent2"/>
                </a:solidFill>
                <a:latin typeface="Consolas" panose="020B0609020204030204" pitchFamily="49" charset="0"/>
                <a:ea typeface="+mn-ea"/>
              </a:rPr>
              <a:t>335</a:t>
            </a:r>
            <a:endParaRPr lang="zh-CN" altLang="en-US" kern="1200" dirty="0">
              <a:solidFill>
                <a:schemeClr val="accent2"/>
              </a:solidFill>
              <a:latin typeface="Consolas" panose="020B0609020204030204" pitchFamily="49" charset="0"/>
              <a:ea typeface="+mn-ea"/>
            </a:endParaRPr>
          </a:p>
        </p:txBody>
      </p:sp>
      <p:sp>
        <p:nvSpPr>
          <p:cNvPr id="3" name="标题 2"/>
          <p:cNvSpPr>
            <a:spLocks noGrp="1"/>
          </p:cNvSpPr>
          <p:nvPr>
            <p:ph type="title"/>
          </p:nvPr>
        </p:nvSpPr>
        <p:spPr/>
        <p:txBody>
          <a:bodyPr/>
          <a:lstStyle/>
          <a:p>
            <a:endParaRPr lang="zh-CN" altLang="en-US"/>
          </a:p>
        </p:txBody>
      </p:sp>
      <p:sp>
        <p:nvSpPr>
          <p:cNvPr id="4" name="矩形 3"/>
          <p:cNvSpPr/>
          <p:nvPr/>
        </p:nvSpPr>
        <p:spPr>
          <a:xfrm>
            <a:off x="1547664" y="4437112"/>
            <a:ext cx="3749427" cy="400110"/>
          </a:xfrm>
          <a:prstGeom prst="rect">
            <a:avLst/>
          </a:prstGeom>
          <a:solidFill>
            <a:schemeClr val="accent1">
              <a:lumMod val="40000"/>
              <a:lumOff val="60000"/>
            </a:schemeClr>
          </a:solidFill>
        </p:spPr>
        <p:txBody>
          <a:bodyPr wrap="square">
            <a:spAutoFit/>
          </a:bodyPr>
          <a:lstStyle/>
          <a:p>
            <a:r>
              <a:rPr lang="es-ES" altLang="zh-CN" sz="2000">
                <a:solidFill>
                  <a:srgbClr val="FF0000"/>
                </a:solidFill>
                <a:latin typeface="+mj-ea"/>
                <a:ea typeface="+mj-ea"/>
              </a:rPr>
              <a:t>x     y       *z1             **z2</a:t>
            </a:r>
            <a:endParaRPr lang="zh-CN" altLang="en-US" sz="2000">
              <a:solidFill>
                <a:srgbClr val="FF0000"/>
              </a:solidFill>
              <a:latin typeface="+mj-ea"/>
              <a:ea typeface="+mj-ea"/>
            </a:endParaRPr>
          </a:p>
        </p:txBody>
      </p:sp>
      <p:cxnSp>
        <p:nvCxnSpPr>
          <p:cNvPr id="6" name="直接箭头连接符 5"/>
          <p:cNvCxnSpPr/>
          <p:nvPr/>
        </p:nvCxnSpPr>
        <p:spPr bwMode="auto">
          <a:xfrm>
            <a:off x="1691680" y="4725144"/>
            <a:ext cx="0" cy="360040"/>
          </a:xfrm>
          <a:prstGeom prst="straightConnector1">
            <a:avLst/>
          </a:prstGeom>
          <a:solidFill>
            <a:schemeClr val="accent1"/>
          </a:solidFill>
          <a:ln w="9525" cap="flat" cmpd="sng" algn="ctr">
            <a:solidFill>
              <a:srgbClr val="C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直接箭头连接符 6"/>
          <p:cNvCxnSpPr/>
          <p:nvPr/>
        </p:nvCxnSpPr>
        <p:spPr bwMode="auto">
          <a:xfrm flipH="1">
            <a:off x="2123728" y="4797152"/>
            <a:ext cx="72008" cy="288032"/>
          </a:xfrm>
          <a:prstGeom prst="straightConnector1">
            <a:avLst/>
          </a:prstGeom>
          <a:solidFill>
            <a:schemeClr val="accent1"/>
          </a:solidFill>
          <a:ln w="9525" cap="flat" cmpd="sng" algn="ctr">
            <a:solidFill>
              <a:srgbClr val="C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直接箭头连接符 8"/>
          <p:cNvCxnSpPr/>
          <p:nvPr/>
        </p:nvCxnSpPr>
        <p:spPr bwMode="auto">
          <a:xfrm>
            <a:off x="2987824" y="4725144"/>
            <a:ext cx="0" cy="360040"/>
          </a:xfrm>
          <a:prstGeom prst="straightConnector1">
            <a:avLst/>
          </a:prstGeom>
          <a:solidFill>
            <a:schemeClr val="accent1"/>
          </a:solidFill>
          <a:ln w="9525" cap="flat" cmpd="sng" algn="ctr">
            <a:solidFill>
              <a:srgbClr val="C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矩形 9"/>
          <p:cNvSpPr/>
          <p:nvPr/>
        </p:nvSpPr>
        <p:spPr>
          <a:xfrm>
            <a:off x="2339752" y="5013176"/>
            <a:ext cx="1008112" cy="288032"/>
          </a:xfrm>
          <a:prstGeom prst="rect">
            <a:avLst/>
          </a:prstGeom>
          <a:ln w="19050">
            <a:solidFill>
              <a:srgbClr val="C00000"/>
            </a:solidFill>
          </a:ln>
        </p:spPr>
        <p:txBody>
          <a:bodyPr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cxnSp>
        <p:nvCxnSpPr>
          <p:cNvPr id="11" name="直接箭头连接符 10"/>
          <p:cNvCxnSpPr/>
          <p:nvPr/>
        </p:nvCxnSpPr>
        <p:spPr bwMode="auto">
          <a:xfrm>
            <a:off x="4572000" y="4725144"/>
            <a:ext cx="0" cy="360040"/>
          </a:xfrm>
          <a:prstGeom prst="straightConnector1">
            <a:avLst/>
          </a:prstGeom>
          <a:solidFill>
            <a:schemeClr val="accent1"/>
          </a:solidFill>
          <a:ln w="9525" cap="flat" cmpd="sng" algn="ctr">
            <a:solidFill>
              <a:srgbClr val="C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矩形 11"/>
          <p:cNvSpPr/>
          <p:nvPr/>
        </p:nvSpPr>
        <p:spPr>
          <a:xfrm>
            <a:off x="3419872" y="5013176"/>
            <a:ext cx="1877219" cy="288032"/>
          </a:xfrm>
          <a:prstGeom prst="rect">
            <a:avLst/>
          </a:prstGeom>
          <a:ln w="19050">
            <a:solidFill>
              <a:srgbClr val="C00000"/>
            </a:solidFill>
          </a:ln>
        </p:spPr>
        <p:txBody>
          <a:bodyPr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13" name="矩形 12">
            <a:extLst>
              <a:ext uri="{FF2B5EF4-FFF2-40B4-BE49-F238E27FC236}">
                <a16:creationId xmlns:a16="http://schemas.microsoft.com/office/drawing/2014/main" id="{A06A9A36-3EDF-4B06-A40B-EEA5A8B89BF0}"/>
              </a:ext>
            </a:extLst>
          </p:cNvPr>
          <p:cNvSpPr/>
          <p:nvPr/>
        </p:nvSpPr>
        <p:spPr>
          <a:xfrm>
            <a:off x="4348128" y="5618186"/>
            <a:ext cx="3749427" cy="400110"/>
          </a:xfrm>
          <a:prstGeom prst="rect">
            <a:avLst/>
          </a:prstGeom>
          <a:solidFill>
            <a:schemeClr val="accent1">
              <a:lumMod val="40000"/>
              <a:lumOff val="60000"/>
            </a:schemeClr>
          </a:solidFill>
        </p:spPr>
        <p:txBody>
          <a:bodyPr wrap="square">
            <a:spAutoFit/>
          </a:bodyPr>
          <a:lstStyle/>
          <a:p>
            <a:r>
              <a:rPr lang="es-ES" altLang="zh-CN" sz="2000">
                <a:solidFill>
                  <a:srgbClr val="FF0000"/>
                </a:solidFill>
                <a:latin typeface="+mj-ea"/>
                <a:ea typeface="+mj-ea"/>
              </a:rPr>
              <a:t>x     y       *z1             **z2</a:t>
            </a:r>
            <a:endParaRPr lang="zh-CN" altLang="en-US" sz="2000">
              <a:solidFill>
                <a:srgbClr val="FF0000"/>
              </a:solidFill>
              <a:latin typeface="+mj-ea"/>
              <a:ea typeface="+mj-ea"/>
            </a:endParaRPr>
          </a:p>
        </p:txBody>
      </p:sp>
      <p:cxnSp>
        <p:nvCxnSpPr>
          <p:cNvPr id="14" name="直接箭头连接符 13">
            <a:extLst>
              <a:ext uri="{FF2B5EF4-FFF2-40B4-BE49-F238E27FC236}">
                <a16:creationId xmlns:a16="http://schemas.microsoft.com/office/drawing/2014/main" id="{9D2B9733-3755-4C20-9688-9C560C7F9F14}"/>
              </a:ext>
            </a:extLst>
          </p:cNvPr>
          <p:cNvCxnSpPr/>
          <p:nvPr/>
        </p:nvCxnSpPr>
        <p:spPr bwMode="auto">
          <a:xfrm>
            <a:off x="4492144" y="5906218"/>
            <a:ext cx="0" cy="360040"/>
          </a:xfrm>
          <a:prstGeom prst="straightConnector1">
            <a:avLst/>
          </a:prstGeom>
          <a:solidFill>
            <a:schemeClr val="accent1"/>
          </a:solidFill>
          <a:ln w="9525" cap="flat" cmpd="sng" algn="ctr">
            <a:solidFill>
              <a:srgbClr val="C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直接箭头连接符 14">
            <a:extLst>
              <a:ext uri="{FF2B5EF4-FFF2-40B4-BE49-F238E27FC236}">
                <a16:creationId xmlns:a16="http://schemas.microsoft.com/office/drawing/2014/main" id="{72CAE98E-686D-4C9F-B978-8FC81A49129A}"/>
              </a:ext>
            </a:extLst>
          </p:cNvPr>
          <p:cNvCxnSpPr/>
          <p:nvPr/>
        </p:nvCxnSpPr>
        <p:spPr bwMode="auto">
          <a:xfrm flipH="1">
            <a:off x="4924192" y="5978226"/>
            <a:ext cx="72008" cy="288032"/>
          </a:xfrm>
          <a:prstGeom prst="straightConnector1">
            <a:avLst/>
          </a:prstGeom>
          <a:solidFill>
            <a:schemeClr val="accent1"/>
          </a:solidFill>
          <a:ln w="9525" cap="flat" cmpd="sng" algn="ctr">
            <a:solidFill>
              <a:srgbClr val="C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直接箭头连接符 15">
            <a:extLst>
              <a:ext uri="{FF2B5EF4-FFF2-40B4-BE49-F238E27FC236}">
                <a16:creationId xmlns:a16="http://schemas.microsoft.com/office/drawing/2014/main" id="{A7D4B4FE-0E60-4F95-98AB-3DBE62D89CAF}"/>
              </a:ext>
            </a:extLst>
          </p:cNvPr>
          <p:cNvCxnSpPr/>
          <p:nvPr/>
        </p:nvCxnSpPr>
        <p:spPr bwMode="auto">
          <a:xfrm>
            <a:off x="5788288" y="5906218"/>
            <a:ext cx="0" cy="360040"/>
          </a:xfrm>
          <a:prstGeom prst="straightConnector1">
            <a:avLst/>
          </a:prstGeom>
          <a:solidFill>
            <a:schemeClr val="accent1"/>
          </a:solidFill>
          <a:ln w="9525" cap="flat" cmpd="sng" algn="ctr">
            <a:solidFill>
              <a:srgbClr val="C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矩形 16">
            <a:extLst>
              <a:ext uri="{FF2B5EF4-FFF2-40B4-BE49-F238E27FC236}">
                <a16:creationId xmlns:a16="http://schemas.microsoft.com/office/drawing/2014/main" id="{8877A1B9-AB3A-4E9C-93EC-EBBACD77C9D4}"/>
              </a:ext>
            </a:extLst>
          </p:cNvPr>
          <p:cNvSpPr/>
          <p:nvPr/>
        </p:nvSpPr>
        <p:spPr>
          <a:xfrm>
            <a:off x="5297090" y="6194250"/>
            <a:ext cx="923244" cy="282989"/>
          </a:xfrm>
          <a:prstGeom prst="rect">
            <a:avLst/>
          </a:prstGeom>
          <a:ln w="19050">
            <a:solidFill>
              <a:srgbClr val="C00000"/>
            </a:solidFill>
          </a:ln>
        </p:spPr>
        <p:txBody>
          <a:bodyPr wrap="square"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cxnSp>
        <p:nvCxnSpPr>
          <p:cNvPr id="18" name="直接箭头连接符 17">
            <a:extLst>
              <a:ext uri="{FF2B5EF4-FFF2-40B4-BE49-F238E27FC236}">
                <a16:creationId xmlns:a16="http://schemas.microsoft.com/office/drawing/2014/main" id="{1C4DDEA5-9A00-45E0-9856-C56401927ACE}"/>
              </a:ext>
            </a:extLst>
          </p:cNvPr>
          <p:cNvCxnSpPr/>
          <p:nvPr/>
        </p:nvCxnSpPr>
        <p:spPr bwMode="auto">
          <a:xfrm>
            <a:off x="7372464" y="5906218"/>
            <a:ext cx="0" cy="360040"/>
          </a:xfrm>
          <a:prstGeom prst="straightConnector1">
            <a:avLst/>
          </a:prstGeom>
          <a:solidFill>
            <a:schemeClr val="accent1"/>
          </a:solidFill>
          <a:ln w="9525" cap="flat" cmpd="sng" algn="ctr">
            <a:solidFill>
              <a:srgbClr val="C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矩形 18">
            <a:extLst>
              <a:ext uri="{FF2B5EF4-FFF2-40B4-BE49-F238E27FC236}">
                <a16:creationId xmlns:a16="http://schemas.microsoft.com/office/drawing/2014/main" id="{EE8BD467-70E5-4D64-887E-A86F7F576C04}"/>
              </a:ext>
            </a:extLst>
          </p:cNvPr>
          <p:cNvSpPr/>
          <p:nvPr/>
        </p:nvSpPr>
        <p:spPr>
          <a:xfrm>
            <a:off x="6313668" y="6194250"/>
            <a:ext cx="1877219" cy="288032"/>
          </a:xfrm>
          <a:prstGeom prst="rect">
            <a:avLst/>
          </a:prstGeom>
          <a:ln w="19050">
            <a:solidFill>
              <a:srgbClr val="C00000"/>
            </a:solidFill>
          </a:ln>
        </p:spPr>
        <p:txBody>
          <a:bodyPr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20" name="文本框 19">
            <a:extLst>
              <a:ext uri="{FF2B5EF4-FFF2-40B4-BE49-F238E27FC236}">
                <a16:creationId xmlns:a16="http://schemas.microsoft.com/office/drawing/2014/main" id="{59440BD9-BC7A-4F1E-9F62-817AD317E6F4}"/>
              </a:ext>
            </a:extLst>
          </p:cNvPr>
          <p:cNvSpPr txBox="1"/>
          <p:nvPr/>
        </p:nvSpPr>
        <p:spPr>
          <a:xfrm>
            <a:off x="3095151" y="6156986"/>
            <a:ext cx="5386274" cy="369332"/>
          </a:xfrm>
          <a:prstGeom prst="rect">
            <a:avLst/>
          </a:prstGeom>
          <a:noFill/>
        </p:spPr>
        <p:txBody>
          <a:bodyPr wrap="square">
            <a:spAutoFit/>
          </a:bodyPr>
          <a:lstStyle/>
          <a:p>
            <a:pPr marL="0" indent="0">
              <a:lnSpc>
                <a:spcPct val="100000"/>
              </a:lnSpc>
              <a:spcAft>
                <a:spcPts val="600"/>
              </a:spcAft>
              <a:buNone/>
            </a:pPr>
            <a:r>
              <a:rPr lang="en-US" altLang="zh-CN" kern="1200" dirty="0">
                <a:solidFill>
                  <a:schemeClr val="accent2"/>
                </a:solidFill>
                <a:latin typeface="Consolas" panose="020B0609020204030204" pitchFamily="49" charset="0"/>
                <a:ea typeface="+mn-ea"/>
              </a:rPr>
              <a:t>s=</a:t>
            </a:r>
            <a:r>
              <a:rPr lang="en-US" altLang="zh-CN" kern="1200" dirty="0" err="1">
                <a:solidFill>
                  <a:schemeClr val="accent2"/>
                </a:solidFill>
                <a:latin typeface="Consolas" panose="020B0609020204030204" pitchFamily="49" charset="0"/>
                <a:ea typeface="+mn-ea"/>
              </a:rPr>
              <a:t>mytotal</a:t>
            </a:r>
            <a:r>
              <a:rPr lang="en-US" altLang="zh-CN" kern="1200" dirty="0">
                <a:solidFill>
                  <a:schemeClr val="accent2"/>
                </a:solidFill>
                <a:latin typeface="Consolas" panose="020B0609020204030204" pitchFamily="49" charset="0"/>
                <a:ea typeface="+mn-ea"/>
              </a:rPr>
              <a:t>(1,y=20,2,3,4,5,k1=100,k2=200)</a:t>
            </a:r>
            <a:endParaRPr lang="zh-CN" altLang="en-US" kern="1200" dirty="0">
              <a:solidFill>
                <a:schemeClr val="accent2"/>
              </a:solidFill>
              <a:latin typeface="Consolas" panose="020B0609020204030204" pitchFamily="49" charset="0"/>
              <a:ea typeface="+mn-ea"/>
            </a:endParaRPr>
          </a:p>
        </p:txBody>
      </p:sp>
      <p:sp>
        <p:nvSpPr>
          <p:cNvPr id="8" name="矩形 7">
            <a:extLst>
              <a:ext uri="{FF2B5EF4-FFF2-40B4-BE49-F238E27FC236}">
                <a16:creationId xmlns:a16="http://schemas.microsoft.com/office/drawing/2014/main" id="{E122D135-EB89-4A9F-8EB1-86949538B1F7}"/>
              </a:ext>
            </a:extLst>
          </p:cNvPr>
          <p:cNvSpPr/>
          <p:nvPr/>
        </p:nvSpPr>
        <p:spPr>
          <a:xfrm>
            <a:off x="3095151" y="5445224"/>
            <a:ext cx="5725321" cy="1377063"/>
          </a:xfrm>
          <a:prstGeom prst="rect">
            <a:avLst/>
          </a:prstGeom>
          <a:ln>
            <a:solidFill>
              <a:schemeClr val="accent1"/>
            </a:solidFill>
          </a:ln>
        </p:spPr>
        <p:txBody>
          <a:bodyPr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cxnSp>
        <p:nvCxnSpPr>
          <p:cNvPr id="22" name="直接箭头连接符 21">
            <a:extLst>
              <a:ext uri="{FF2B5EF4-FFF2-40B4-BE49-F238E27FC236}">
                <a16:creationId xmlns:a16="http://schemas.microsoft.com/office/drawing/2014/main" id="{EEBA1251-8FDA-4ACD-9945-5BCE5DF19978}"/>
              </a:ext>
            </a:extLst>
          </p:cNvPr>
          <p:cNvCxnSpPr/>
          <p:nvPr/>
        </p:nvCxnSpPr>
        <p:spPr bwMode="auto">
          <a:xfrm flipH="1">
            <a:off x="5148064" y="4653136"/>
            <a:ext cx="1072270" cy="1613122"/>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文本框 22">
            <a:extLst>
              <a:ext uri="{FF2B5EF4-FFF2-40B4-BE49-F238E27FC236}">
                <a16:creationId xmlns:a16="http://schemas.microsoft.com/office/drawing/2014/main" id="{92F15724-F1D6-4CBA-BFB6-1E1E1B98653C}"/>
              </a:ext>
            </a:extLst>
          </p:cNvPr>
          <p:cNvSpPr txBox="1"/>
          <p:nvPr/>
        </p:nvSpPr>
        <p:spPr>
          <a:xfrm>
            <a:off x="5933397" y="4078813"/>
            <a:ext cx="3024336" cy="646331"/>
          </a:xfrm>
          <a:prstGeom prst="rect">
            <a:avLst/>
          </a:prstGeom>
          <a:noFill/>
        </p:spPr>
        <p:txBody>
          <a:bodyPr wrap="square" rtlCol="0">
            <a:spAutoFit/>
          </a:bodyPr>
          <a:lstStyle/>
          <a:p>
            <a:r>
              <a:rPr lang="en-US" altLang="zh-CN" dirty="0"/>
              <a:t>y=20</a:t>
            </a:r>
            <a:r>
              <a:rPr lang="zh-CN" altLang="en-US" dirty="0"/>
              <a:t>不会加入到</a:t>
            </a:r>
            <a:r>
              <a:rPr lang="en-US" altLang="zh-CN" dirty="0"/>
              <a:t>z2</a:t>
            </a:r>
            <a:r>
              <a:rPr lang="zh-CN" altLang="en-US" dirty="0"/>
              <a:t>中，因为存在名字为</a:t>
            </a:r>
            <a:r>
              <a:rPr lang="en-US" altLang="zh-CN" dirty="0"/>
              <a:t>y</a:t>
            </a:r>
            <a:r>
              <a:rPr lang="zh-CN" altLang="en-US" dirty="0"/>
              <a:t>的形参。</a:t>
            </a:r>
          </a:p>
        </p:txBody>
      </p:sp>
    </p:spTree>
    <p:extLst>
      <p:ext uri="{BB962C8B-B14F-4D97-AF65-F5344CB8AC3E}">
        <p14:creationId xmlns:p14="http://schemas.microsoft.com/office/powerpoint/2010/main" val="317648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up)">
                                      <p:cBhvr>
                                        <p:cTn id="22" dur="500"/>
                                        <p:tgtEl>
                                          <p:spTgt spid="9"/>
                                        </p:tgtEl>
                                      </p:cBhvr>
                                    </p:animEffect>
                                  </p:childTnLst>
                                </p:cTn>
                              </p:par>
                            </p:childTnLst>
                          </p:cTn>
                        </p:par>
                        <p:par>
                          <p:cTn id="23" fill="hold">
                            <p:stCondLst>
                              <p:cond delay="500"/>
                            </p:stCondLst>
                            <p:childTnLst>
                              <p:par>
                                <p:cTn id="24" presetID="16" presetClass="entr" presetSubtype="21"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barn(inVertical)">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up)">
                                      <p:cBhvr>
                                        <p:cTn id="31" dur="500"/>
                                        <p:tgtEl>
                                          <p:spTgt spid="11"/>
                                        </p:tgtEl>
                                      </p:cBhvr>
                                    </p:animEffect>
                                  </p:childTnLst>
                                </p:cTn>
                              </p:par>
                            </p:childTnLst>
                          </p:cTn>
                        </p:par>
                        <p:par>
                          <p:cTn id="32" fill="hold">
                            <p:stCondLst>
                              <p:cond delay="500"/>
                            </p:stCondLst>
                            <p:childTnLst>
                              <p:par>
                                <p:cTn id="33" presetID="16" presetClass="entr" presetSubtype="21" fill="hold" grpId="0" nodeType="after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barn(inVertical)">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ipe(left)">
                                      <p:cBhvr>
                                        <p:cTn id="40" dur="500"/>
                                        <p:tgtEl>
                                          <p:spTgt spid="13"/>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ipe(up)">
                                      <p:cBhvr>
                                        <p:cTn id="45" dur="500"/>
                                        <p:tgtEl>
                                          <p:spTgt spid="14"/>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wipe(up)">
                                      <p:cBhvr>
                                        <p:cTn id="50" dur="5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nodeType="click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wipe(up)">
                                      <p:cBhvr>
                                        <p:cTn id="55" dur="500"/>
                                        <p:tgtEl>
                                          <p:spTgt spid="16"/>
                                        </p:tgtEl>
                                      </p:cBhvr>
                                    </p:animEffect>
                                  </p:childTnLst>
                                </p:cTn>
                              </p:par>
                            </p:childTnLst>
                          </p:cTn>
                        </p:par>
                        <p:par>
                          <p:cTn id="56" fill="hold">
                            <p:stCondLst>
                              <p:cond delay="500"/>
                            </p:stCondLst>
                            <p:childTnLst>
                              <p:par>
                                <p:cTn id="57" presetID="16" presetClass="entr" presetSubtype="21" fill="hold" grpId="0" nodeType="after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barn(inVertical)">
                                      <p:cBhvr>
                                        <p:cTn id="59" dur="500"/>
                                        <p:tgtEl>
                                          <p:spTgt spid="17"/>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wipe(up)">
                                      <p:cBhvr>
                                        <p:cTn id="64" dur="500"/>
                                        <p:tgtEl>
                                          <p:spTgt spid="18"/>
                                        </p:tgtEl>
                                      </p:cBhvr>
                                    </p:animEffect>
                                  </p:childTnLst>
                                </p:cTn>
                              </p:par>
                            </p:childTnLst>
                          </p:cTn>
                        </p:par>
                        <p:par>
                          <p:cTn id="65" fill="hold">
                            <p:stCondLst>
                              <p:cond delay="500"/>
                            </p:stCondLst>
                            <p:childTnLst>
                              <p:par>
                                <p:cTn id="66" presetID="16" presetClass="entr" presetSubtype="21" fill="hold" grpId="0" nodeType="afterEffect">
                                  <p:stCondLst>
                                    <p:cond delay="0"/>
                                  </p:stCondLst>
                                  <p:childTnLst>
                                    <p:set>
                                      <p:cBhvr>
                                        <p:cTn id="67" dur="1" fill="hold">
                                          <p:stCondLst>
                                            <p:cond delay="0"/>
                                          </p:stCondLst>
                                        </p:cTn>
                                        <p:tgtEl>
                                          <p:spTgt spid="19"/>
                                        </p:tgtEl>
                                        <p:attrNameLst>
                                          <p:attrName>style.visibility</p:attrName>
                                        </p:attrNameLst>
                                      </p:cBhvr>
                                      <p:to>
                                        <p:strVal val="visible"/>
                                      </p:to>
                                    </p:set>
                                    <p:animEffect transition="in" filter="barn(inVertical)">
                                      <p:cBhvr>
                                        <p:cTn id="6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animBg="1"/>
      <p:bldP spid="12" grpId="0" animBg="1"/>
      <p:bldP spid="13" grpId="0" animBg="1"/>
      <p:bldP spid="17" grpId="0" animBg="1"/>
      <p:bldP spid="19" grpId="0" animBg="1"/>
    </p:bldLst>
  </p:timing>
</p:sld>
</file>

<file path=ppt/theme/theme1.xml><?xml version="1.0" encoding="utf-8"?>
<a:theme xmlns:a="http://schemas.openxmlformats.org/drawingml/2006/main" name="主题1">
  <a:themeElements>
    <a:clrScheme name="自定义 3">
      <a:dk1>
        <a:srgbClr val="000000"/>
      </a:dk1>
      <a:lt1>
        <a:srgbClr val="FFFFFF"/>
      </a:lt1>
      <a:dk2>
        <a:srgbClr val="003468"/>
      </a:dk2>
      <a:lt2>
        <a:srgbClr val="969696"/>
      </a:lt2>
      <a:accent1>
        <a:srgbClr val="99CC00"/>
      </a:accent1>
      <a:accent2>
        <a:srgbClr val="6699FF"/>
      </a:accent2>
      <a:accent3>
        <a:srgbClr val="FFFFFF"/>
      </a:accent3>
      <a:accent4>
        <a:srgbClr val="000000"/>
      </a:accent4>
      <a:accent5>
        <a:srgbClr val="CAE2AA"/>
      </a:accent5>
      <a:accent6>
        <a:srgbClr val="5C8AE7"/>
      </a:accent6>
      <a:hlink>
        <a:srgbClr val="00B0F0"/>
      </a:hlink>
      <a:folHlink>
        <a:srgbClr val="00B0F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都市">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solidFill>
            <a:schemeClr val="accent1"/>
          </a:solidFill>
        </a:ln>
      </a:spPr>
      <a:bodyPr>
        <a:spAutoFit/>
      </a:bodyPr>
      <a:lstStyle>
        <a:defPPr>
          <a:spcAft>
            <a:spcPts val="0"/>
          </a:spcAft>
          <a:defRPr kern="0">
            <a:solidFill>
              <a:srgbClr val="800000"/>
            </a:solidFill>
            <a:latin typeface="Courier New"/>
            <a:ea typeface="宋体"/>
            <a:cs typeface="Times New Roman"/>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imes New Roman" charset="0"/>
          </a:defRPr>
        </a:defPPr>
      </a:lstStyle>
    </a:lnDef>
  </a:objectDefaults>
  <a:extraClrSchemeLst>
    <a:extraClrScheme>
      <a:clrScheme name="024betty_wave 1">
        <a:dk1>
          <a:srgbClr val="000000"/>
        </a:dk1>
        <a:lt1>
          <a:srgbClr val="FFFFFF"/>
        </a:lt1>
        <a:dk2>
          <a:srgbClr val="003060"/>
        </a:dk2>
        <a:lt2>
          <a:srgbClr val="969696"/>
        </a:lt2>
        <a:accent1>
          <a:srgbClr val="FF9900"/>
        </a:accent1>
        <a:accent2>
          <a:srgbClr val="336387"/>
        </a:accent2>
        <a:accent3>
          <a:srgbClr val="FFFFFF"/>
        </a:accent3>
        <a:accent4>
          <a:srgbClr val="000000"/>
        </a:accent4>
        <a:accent5>
          <a:srgbClr val="FFCAAA"/>
        </a:accent5>
        <a:accent6>
          <a:srgbClr val="2D597A"/>
        </a:accent6>
        <a:hlink>
          <a:srgbClr val="66CAE2"/>
        </a:hlink>
        <a:folHlink>
          <a:srgbClr val="CCECFF"/>
        </a:folHlink>
      </a:clrScheme>
      <a:clrMap bg1="lt1" tx1="dk1" bg2="lt2" tx2="dk2" accent1="accent1" accent2="accent2" accent3="accent3" accent4="accent4" accent5="accent5" accent6="accent6" hlink="hlink" folHlink="folHlink"/>
    </a:extraClrScheme>
    <a:extraClrScheme>
      <a:clrScheme name="024betty_wave 2">
        <a:dk1>
          <a:srgbClr val="000000"/>
        </a:dk1>
        <a:lt1>
          <a:srgbClr val="FFFFFF"/>
        </a:lt1>
        <a:dk2>
          <a:srgbClr val="000066"/>
        </a:dk2>
        <a:lt2>
          <a:srgbClr val="969696"/>
        </a:lt2>
        <a:accent1>
          <a:srgbClr val="33CCCC"/>
        </a:accent1>
        <a:accent2>
          <a:srgbClr val="333399"/>
        </a:accent2>
        <a:accent3>
          <a:srgbClr val="FFFFFF"/>
        </a:accent3>
        <a:accent4>
          <a:srgbClr val="000000"/>
        </a:accent4>
        <a:accent5>
          <a:srgbClr val="ADE2E2"/>
        </a:accent5>
        <a:accent6>
          <a:srgbClr val="2D2D8A"/>
        </a:accent6>
        <a:hlink>
          <a:srgbClr val="9999FF"/>
        </a:hlink>
        <a:folHlink>
          <a:srgbClr val="CCECFF"/>
        </a:folHlink>
      </a:clrScheme>
      <a:clrMap bg1="lt1" tx1="dk1" bg2="lt2" tx2="dk2" accent1="accent1" accent2="accent2" accent3="accent3" accent4="accent4" accent5="accent5" accent6="accent6" hlink="hlink" folHlink="folHlink"/>
    </a:extraClrScheme>
    <a:extraClrScheme>
      <a:clrScheme name="024betty_wave 3">
        <a:dk1>
          <a:srgbClr val="000000"/>
        </a:dk1>
        <a:lt1>
          <a:srgbClr val="FFFFFF"/>
        </a:lt1>
        <a:dk2>
          <a:srgbClr val="003468"/>
        </a:dk2>
        <a:lt2>
          <a:srgbClr val="969696"/>
        </a:lt2>
        <a:accent1>
          <a:srgbClr val="99CC00"/>
        </a:accent1>
        <a:accent2>
          <a:srgbClr val="6699FF"/>
        </a:accent2>
        <a:accent3>
          <a:srgbClr val="FFFFFF"/>
        </a:accent3>
        <a:accent4>
          <a:srgbClr val="000000"/>
        </a:accent4>
        <a:accent5>
          <a:srgbClr val="CAE2AA"/>
        </a:accent5>
        <a:accent6>
          <a:srgbClr val="5C8AE7"/>
        </a:accent6>
        <a:hlink>
          <a:srgbClr val="99CCFF"/>
        </a:hlink>
        <a:folHlink>
          <a:srgbClr val="CCFFFF"/>
        </a:folHlink>
      </a:clrScheme>
      <a:clrMap bg1="lt1" tx1="dk1" bg2="lt2" tx2="dk2" accent1="accent1" accent2="accent2" accent3="accent3" accent4="accent4" accent5="accent5" accent6="accent6" hlink="hlink" folHlink="folHlink"/>
    </a:extraClrScheme>
    <a:extraClrScheme>
      <a:clrScheme name="024betty_wave 4">
        <a:dk1>
          <a:srgbClr val="000000"/>
        </a:dk1>
        <a:lt1>
          <a:srgbClr val="FFFFFF"/>
        </a:lt1>
        <a:dk2>
          <a:srgbClr val="003060"/>
        </a:dk2>
        <a:lt2>
          <a:srgbClr val="969696"/>
        </a:lt2>
        <a:accent1>
          <a:srgbClr val="CCCC00"/>
        </a:accent1>
        <a:accent2>
          <a:srgbClr val="336387"/>
        </a:accent2>
        <a:accent3>
          <a:srgbClr val="FFFFFF"/>
        </a:accent3>
        <a:accent4>
          <a:srgbClr val="000000"/>
        </a:accent4>
        <a:accent5>
          <a:srgbClr val="E2E2AA"/>
        </a:accent5>
        <a:accent6>
          <a:srgbClr val="2D597A"/>
        </a:accent6>
        <a:hlink>
          <a:srgbClr val="66CAE2"/>
        </a:hlink>
        <a:folHlink>
          <a:srgbClr val="CCFF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主题1" id="{08D67D16-F09F-4120-9902-8B6E13640965}" vid="{F004A0D0-0AA1-407E-8AAF-2472C67E5ED7}"/>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主题1</Template>
  <TotalTime>3653</TotalTime>
  <Words>1378</Words>
  <Application>Microsoft Office PowerPoint</Application>
  <PresentationFormat>全屏显示(4:3)</PresentationFormat>
  <Paragraphs>248</Paragraphs>
  <Slides>13</Slides>
  <Notes>0</Notes>
  <HiddenSlides>1</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13</vt:i4>
      </vt:variant>
    </vt:vector>
  </HeadingPairs>
  <TitlesOfParts>
    <vt:vector size="22" baseType="lpstr">
      <vt:lpstr>等线</vt:lpstr>
      <vt:lpstr>微软雅黑</vt:lpstr>
      <vt:lpstr>Arial</vt:lpstr>
      <vt:lpstr>Consolas</vt:lpstr>
      <vt:lpstr>Courier New</vt:lpstr>
      <vt:lpstr>Times New Roman</vt:lpstr>
      <vt:lpstr>Verdana</vt:lpstr>
      <vt:lpstr>Wingdings</vt:lpstr>
      <vt:lpstr>主题1</vt:lpstr>
      <vt:lpstr>函数的参数传递</vt:lpstr>
      <vt:lpstr>8.2  函数的参数传递</vt:lpstr>
      <vt:lpstr>PowerPoint 演示文稿</vt:lpstr>
      <vt:lpstr>（1)实参是不可变的数值类型，实参的值不会被改变</vt:lpstr>
      <vt:lpstr>（1)实参是不可变的数值类型，实参的值不会被改变</vt:lpstr>
      <vt:lpstr>（2）实参是可变的列表或字典类型，实参的值可能改变</vt:lpstr>
      <vt:lpstr>（2）实参是可变的列表或字典类型，实参的值可能改变</vt:lpstr>
      <vt:lpstr>8.2.2  参数的类型</vt:lpstr>
      <vt:lpstr>PowerPoint 演示文稿</vt:lpstr>
      <vt:lpstr>PowerPoint 演示文稿</vt:lpstr>
      <vt:lpstr>4．可变长度参数-------（1）元组可变长度参数</vt:lpstr>
      <vt:lpstr>（2）字典可变长度参数</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cyj</cp:lastModifiedBy>
  <cp:revision>189</cp:revision>
  <dcterms:created xsi:type="dcterms:W3CDTF">2016-08-25T03:48:37Z</dcterms:created>
  <dcterms:modified xsi:type="dcterms:W3CDTF">2024-12-10T05:37:59Z</dcterms:modified>
</cp:coreProperties>
</file>