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1" r:id="rId2"/>
    <p:sldId id="355" r:id="rId3"/>
    <p:sldId id="356" r:id="rId4"/>
    <p:sldId id="357" r:id="rId5"/>
    <p:sldId id="358" r:id="rId6"/>
    <p:sldId id="359" r:id="rId7"/>
    <p:sldId id="360" r:id="rId8"/>
    <p:sldId id="362" r:id="rId9"/>
    <p:sldId id="373" r:id="rId10"/>
    <p:sldId id="374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98799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854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0913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4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8366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320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0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6905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1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476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0889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31762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49486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9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8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9.1.2  </a:t>
            </a:r>
            <a:r>
              <a:rPr lang="zh-CN" altLang="en-US">
                <a:sym typeface="+mn-ea"/>
              </a:rPr>
              <a:t>文件对象属性与常用方法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  <p:graphicFrame>
        <p:nvGraphicFramePr>
          <p:cNvPr id="5" name="Table -1"/>
          <p:cNvGraphicFramePr/>
          <p:nvPr>
            <p:extLst>
              <p:ext uri="{D42A27DB-BD31-4B8C-83A1-F6EECF244321}">
                <p14:modId xmlns:p14="http://schemas.microsoft.com/office/powerpoint/2010/main" val="3465525752"/>
              </p:ext>
            </p:extLst>
          </p:nvPr>
        </p:nvGraphicFramePr>
        <p:xfrm>
          <a:off x="323528" y="2509859"/>
          <a:ext cx="8318780" cy="9681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1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1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write(s)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把</a:t>
                      </a: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altLang="en-US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的内容写入文件</a:t>
                      </a:r>
                      <a:endParaRPr lang="en-US" sz="1600" b="0" u="non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27144" marR="0" marT="0" marB="1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00" b="0" u="none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writelines(s)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把字符串列表写入</a:t>
                      </a:r>
                      <a:r>
                        <a:rPr lang="zh-CN" altLang="en-US" sz="1600" b="0" u="non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文本文件</a:t>
                      </a:r>
                      <a:r>
                        <a:rPr lang="zh-CN" altLang="en-US" sz="1600" b="0" u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，不添加换行符</a:t>
                      </a:r>
                    </a:p>
                  </a:txBody>
                  <a:tcPr marL="27144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2A0E956-51F3-44D3-A1C3-484C972A92EF}"/>
              </a:ext>
            </a:extLst>
          </p:cNvPr>
          <p:cNvSpPr txBox="1"/>
          <p:nvPr/>
        </p:nvSpPr>
        <p:spPr>
          <a:xfrm>
            <a:off x="333260" y="442349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u="none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字符串列表</a:t>
            </a:r>
            <a:endParaRPr lang="en-US" altLang="zh-CN" sz="1800" b="0" u="none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800" dirty="0"/>
              <a:t>['</a:t>
            </a:r>
            <a:r>
              <a:rPr lang="en-US" altLang="zh-CN" dirty="0"/>
              <a:t>Python is very useful.\n’, '\n']</a:t>
            </a:r>
          </a:p>
        </p:txBody>
      </p:sp>
    </p:spTree>
    <p:extLst>
      <p:ext uri="{BB962C8B-B14F-4D97-AF65-F5344CB8AC3E}">
        <p14:creationId xmlns:p14="http://schemas.microsoft.com/office/powerpoint/2010/main" val="98396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10.3.2  </a:t>
            </a:r>
            <a:r>
              <a:rPr lang="zh-CN" altLang="en-US" dirty="0"/>
              <a:t>文本文件的写入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</a:t>
            </a:r>
            <a:r>
              <a:rPr lang="en-US" altLang="zh-CN" dirty="0"/>
              <a:t>write()</a:t>
            </a:r>
            <a:r>
              <a:rPr lang="zh-CN" altLang="en-US" dirty="0"/>
              <a:t>方法</a:t>
            </a:r>
          </a:p>
          <a:p>
            <a:pPr marL="0" indent="0">
              <a:buNone/>
            </a:pPr>
            <a:r>
              <a:rPr lang="zh-CN" altLang="en-US" dirty="0"/>
              <a:t>　　</a:t>
            </a:r>
            <a:r>
              <a:rPr lang="en-US" altLang="zh-CN" dirty="0"/>
              <a:t>write()</a:t>
            </a:r>
            <a:r>
              <a:rPr lang="zh-CN" altLang="en-US" dirty="0"/>
              <a:t>方法的用法如下：</a:t>
            </a:r>
          </a:p>
          <a:p>
            <a:pPr marL="0" indent="0">
              <a:buNone/>
            </a:pPr>
            <a:r>
              <a:rPr lang="zh-CN" altLang="en-US" dirty="0"/>
              <a:t>　　文件对象</a:t>
            </a:r>
            <a:r>
              <a:rPr lang="en-US" altLang="zh-CN" dirty="0"/>
              <a:t>.write(</a:t>
            </a:r>
            <a:r>
              <a:rPr lang="zh-CN" altLang="en-US" dirty="0"/>
              <a:t>字符串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dirty="0"/>
              <a:t>　　其功能是在文件当前位置写入字符串，并返回字符的个数。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f=open(‘file1.txt’,’w’)</a:t>
            </a:r>
          </a:p>
          <a:p>
            <a:pPr marL="0" indent="0">
              <a:buNone/>
            </a:pPr>
            <a:r>
              <a:rPr lang="en-US" altLang="zh-CN" dirty="0"/>
              <a:t>&gt;&gt;&gt;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f.write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(‘Python</a:t>
            </a: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语言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’)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8</a:t>
            </a:r>
          </a:p>
          <a:p>
            <a:pPr marL="0" indent="0">
              <a:buNone/>
            </a:pPr>
            <a:r>
              <a:rPr lang="en-US" altLang="zh-CN" sz="1800" dirty="0"/>
              <a:t>&gt;&gt;&gt;</a:t>
            </a:r>
            <a:r>
              <a:rPr lang="en-US" altLang="zh-CN" sz="1800" kern="1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f.write</a:t>
            </a: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(‘Python</a:t>
            </a:r>
            <a:r>
              <a:rPr lang="zh-CN" altLang="en-US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程序</a:t>
            </a: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\n’)</a:t>
            </a:r>
          </a:p>
          <a:p>
            <a:pPr marL="0" indent="0">
              <a:buNone/>
            </a:pP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9</a:t>
            </a:r>
          </a:p>
          <a:p>
            <a:pPr marL="0" indent="0">
              <a:buNone/>
            </a:pPr>
            <a:r>
              <a:rPr lang="en-US" altLang="zh-CN" sz="1800" dirty="0"/>
              <a:t>&gt;&gt;&gt;</a:t>
            </a:r>
            <a:r>
              <a:rPr lang="en-US" altLang="zh-CN" sz="1800" kern="1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f.write</a:t>
            </a: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(‘Python</a:t>
            </a:r>
            <a:r>
              <a:rPr lang="zh-CN" altLang="en-US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程序设计</a:t>
            </a: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’)</a:t>
            </a:r>
          </a:p>
          <a:p>
            <a:pPr marL="0" indent="0">
              <a:buNone/>
            </a:pPr>
            <a:r>
              <a:rPr lang="en-US" altLang="zh-CN" sz="1800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10</a:t>
            </a:r>
          </a:p>
          <a:p>
            <a:pPr marL="0" indent="0">
              <a:buNone/>
            </a:pPr>
            <a:r>
              <a:rPr lang="en-US" altLang="zh-CN" sz="1800" dirty="0"/>
              <a:t>&gt;&gt;&gt;</a:t>
            </a:r>
            <a:r>
              <a:rPr lang="en-US" altLang="zh-CN" kern="1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f.close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86197" y="3861048"/>
            <a:ext cx="396044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文本文件</a:t>
            </a:r>
            <a:r>
              <a:rPr lang="en-US" altLang="zh-CN" dirty="0"/>
              <a:t>file1.txt</a:t>
            </a:r>
            <a:r>
              <a:rPr lang="zh-CN" altLang="en-US" dirty="0"/>
              <a:t>的内容如下：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语言</a:t>
            </a:r>
            <a:r>
              <a:rPr lang="en-US" altLang="zh-CN" dirty="0"/>
              <a:t>Python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程序设计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919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226470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10-4  </a:t>
            </a:r>
            <a:r>
              <a:rPr lang="zh-CN" altLang="en-US" dirty="0"/>
              <a:t>从键盘输入若干字符串，逐个将它们写入文件</a:t>
            </a:r>
            <a:r>
              <a:rPr lang="en-US" altLang="zh-CN" dirty="0"/>
              <a:t>data1.txt</a:t>
            </a:r>
            <a:r>
              <a:rPr lang="zh-CN" altLang="en-US" dirty="0"/>
              <a:t>中，直到输入“*”时结束。然后从该文件中逐个读出字符串，并在屏幕上显示出来。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/>
              <a:t>分析：</a:t>
            </a:r>
            <a:endParaRPr lang="en-US" altLang="zh-CN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输入</a:t>
            </a:r>
            <a:r>
              <a:rPr lang="zh-CN" altLang="en-US" dirty="0"/>
              <a:t>一个字符串，如果不等于“*”则写入</a:t>
            </a:r>
            <a:r>
              <a:rPr lang="zh-CN" altLang="en-US"/>
              <a:t>文件，</a:t>
            </a:r>
            <a:endParaRPr lang="en-US" altLang="zh-CN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然后</a:t>
            </a:r>
            <a:r>
              <a:rPr lang="zh-CN" altLang="en-US" dirty="0"/>
              <a:t>再输入一个字符串，进行循环判断，直到输入“*” 结束循环。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3356992"/>
            <a:ext cx="4046071" cy="1296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8" y="5013176"/>
            <a:ext cx="1913186" cy="1113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856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6836" y="4365104"/>
            <a:ext cx="3603075" cy="20162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6837" y="2204864"/>
            <a:ext cx="3243036" cy="1656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程序如下：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</a:t>
            </a:r>
            <a:r>
              <a:rPr lang="en-US" altLang="zh-CN" kern="1200" dirty="0">
                <a:latin typeface="Consolas" panose="020B0609020204030204" pitchFamily="49" charset="0"/>
              </a:rPr>
              <a:t>=open("data1.txt","w")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打开文件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,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准备建立文本文件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print("</a:t>
            </a:r>
            <a:r>
              <a:rPr lang="zh-CN" altLang="en-US" kern="1200" dirty="0">
                <a:latin typeface="Consolas" panose="020B0609020204030204" pitchFamily="49" charset="0"/>
              </a:rPr>
              <a:t>输入多行字符串</a:t>
            </a:r>
            <a:r>
              <a:rPr lang="en-US" altLang="zh-CN" kern="1200" dirty="0">
                <a:latin typeface="Consolas" panose="020B0609020204030204" pitchFamily="49" charset="0"/>
              </a:rPr>
              <a:t>(</a:t>
            </a:r>
            <a:r>
              <a:rPr lang="zh-CN" altLang="en-US" kern="1200" dirty="0">
                <a:latin typeface="Consolas" panose="020B0609020204030204" pitchFamily="49" charset="0"/>
              </a:rPr>
              <a:t>输入“*”结束</a:t>
            </a:r>
            <a:r>
              <a:rPr lang="en-US" altLang="zh-CN" kern="1200" dirty="0">
                <a:latin typeface="Consolas" panose="020B0609020204030204" pitchFamily="49" charset="0"/>
              </a:rPr>
              <a:t>):")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s=input()           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从键盘输入一个字符串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while s!="*":       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不断输入，直到输入结束标志“*”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kern="1200" dirty="0" err="1">
                <a:latin typeface="Consolas" panose="020B0609020204030204" pitchFamily="49" charset="0"/>
              </a:rPr>
              <a:t>fo.write</a:t>
            </a:r>
            <a:r>
              <a:rPr lang="en-US" altLang="zh-CN" kern="1200" dirty="0">
                <a:latin typeface="Consolas" panose="020B0609020204030204" pitchFamily="49" charset="0"/>
              </a:rPr>
              <a:t>(s+</a:t>
            </a:r>
            <a:r>
              <a:rPr lang="en-US" altLang="zh-CN" kern="1200" dirty="0">
                <a:solidFill>
                  <a:srgbClr val="FF0000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kern="1200" dirty="0">
                <a:latin typeface="Consolas" panose="020B0609020204030204" pitchFamily="49" charset="0"/>
              </a:rPr>
              <a:t>)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向文件写入一个字符串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kern="1200" dirty="0">
                <a:latin typeface="Consolas" panose="020B0609020204030204" pitchFamily="49" charset="0"/>
              </a:rPr>
              <a:t>s=input()       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从键盘输入一个字符串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fo.close</a:t>
            </a:r>
            <a:r>
              <a:rPr lang="en-US" altLang="zh-CN" kern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</a:t>
            </a:r>
            <a:r>
              <a:rPr lang="en-US" altLang="zh-CN" kern="1200" dirty="0">
                <a:latin typeface="Consolas" panose="020B0609020204030204" pitchFamily="49" charset="0"/>
              </a:rPr>
              <a:t>=open("data1.txt","r")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打开文件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,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准备读取文本文件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s=</a:t>
            </a:r>
            <a:r>
              <a:rPr lang="en-US" altLang="zh-CN" kern="1200" dirty="0" err="1">
                <a:latin typeface="Consolas" panose="020B0609020204030204" pitchFamily="49" charset="0"/>
              </a:rPr>
              <a:t>fo.read</a:t>
            </a:r>
            <a:r>
              <a:rPr lang="en-US" altLang="zh-CN" kern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print("</a:t>
            </a:r>
            <a:r>
              <a:rPr lang="zh-CN" altLang="en-US" kern="1200" dirty="0">
                <a:latin typeface="Consolas" panose="020B0609020204030204" pitchFamily="49" charset="0"/>
              </a:rPr>
              <a:t>输出文本文件</a:t>
            </a:r>
            <a:r>
              <a:rPr lang="en-US" altLang="zh-CN" kern="1200" dirty="0">
                <a:latin typeface="Consolas" panose="020B0609020204030204" pitchFamily="49" charset="0"/>
              </a:rPr>
              <a:t>:")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</a:t>
            </a:r>
            <a:r>
              <a:rPr lang="en-US" altLang="zh-CN" kern="1200" dirty="0" err="1">
                <a:latin typeface="Consolas" panose="020B0609020204030204" pitchFamily="49" charset="0"/>
              </a:rPr>
              <a:t>s.strip</a:t>
            </a:r>
            <a:r>
              <a:rPr lang="en-US" altLang="zh-CN" kern="1200" dirty="0"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fo.close</a:t>
            </a:r>
            <a:r>
              <a:rPr lang="en-US" altLang="zh-CN" kern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altLang="zh-CN" kern="1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32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</a:t>
            </a:r>
            <a:r>
              <a:rPr lang="en-US" altLang="zh-CN" dirty="0" err="1"/>
              <a:t>writelines</a:t>
            </a:r>
            <a:r>
              <a:rPr lang="en-US" altLang="zh-CN"/>
              <a:t>()</a:t>
            </a:r>
            <a:r>
              <a:rPr lang="zh-CN" altLang="en-US"/>
              <a:t>方法的</a:t>
            </a:r>
            <a:r>
              <a:rPr lang="zh-CN" altLang="en-US" dirty="0"/>
              <a:t>用法如下：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zh-CN" altLang="en-US" dirty="0"/>
              <a:t>　　文件对象</a:t>
            </a:r>
            <a:r>
              <a:rPr lang="en-US" altLang="zh-CN" dirty="0"/>
              <a:t>.</a:t>
            </a:r>
            <a:r>
              <a:rPr lang="en-US" altLang="zh-CN" dirty="0" err="1"/>
              <a:t>writelines</a:t>
            </a:r>
            <a:r>
              <a:rPr lang="en-US" altLang="zh-CN" dirty="0"/>
              <a:t>(</a:t>
            </a:r>
            <a:r>
              <a:rPr lang="zh-CN" altLang="en-US" dirty="0"/>
              <a:t>字符串元素的</a:t>
            </a:r>
            <a:r>
              <a:rPr lang="zh-CN" altLang="en-US" dirty="0">
                <a:solidFill>
                  <a:srgbClr val="FF0000"/>
                </a:solidFill>
              </a:rPr>
              <a:t>列表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zh-CN" altLang="en-US" dirty="0"/>
              <a:t>　　其功能是在文件当前位置处依次写入列表中的所有字符串。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D4B152-A377-4C16-B3EF-6146C9B05A8A}"/>
              </a:ext>
            </a:extLst>
          </p:cNvPr>
          <p:cNvSpPr txBox="1"/>
          <p:nvPr/>
        </p:nvSpPr>
        <p:spPr>
          <a:xfrm>
            <a:off x="333260" y="442349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u="none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字符串列表</a:t>
            </a:r>
            <a:endParaRPr lang="en-US" altLang="zh-CN" sz="1800" b="0" u="none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en-US" altLang="zh-CN" sz="1800" dirty="0"/>
              <a:t>['</a:t>
            </a:r>
            <a:r>
              <a:rPr lang="en-US" altLang="zh-CN" dirty="0"/>
              <a:t>Python is very useful.\n’, '\n']</a:t>
            </a:r>
          </a:p>
        </p:txBody>
      </p:sp>
    </p:spTree>
    <p:extLst>
      <p:ext uri="{BB962C8B-B14F-4D97-AF65-F5344CB8AC3E}">
        <p14:creationId xmlns:p14="http://schemas.microsoft.com/office/powerpoint/2010/main" val="330853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7504" y="764705"/>
            <a:ext cx="8780896" cy="28083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10-5  </a:t>
            </a:r>
            <a:r>
              <a:rPr lang="zh-CN" altLang="en-US" dirty="0"/>
              <a:t>从键盘输入若干字符串，逐个将它们写入文件</a:t>
            </a:r>
            <a:r>
              <a:rPr lang="en-US" altLang="zh-CN" dirty="0"/>
              <a:t>data1.txt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尾部</a:t>
            </a:r>
            <a:r>
              <a:rPr lang="zh-CN" altLang="en-US" dirty="0"/>
              <a:t>，直到输入</a:t>
            </a:r>
            <a:r>
              <a:rPr lang="zh-CN" altLang="en-US" dirty="0">
                <a:solidFill>
                  <a:srgbClr val="FF0000"/>
                </a:solidFill>
              </a:rPr>
              <a:t>“*”</a:t>
            </a:r>
            <a:r>
              <a:rPr lang="zh-CN" altLang="en-US" dirty="0"/>
              <a:t>时结束。然后从该文件中逐个读出字符串，并在屏幕上显示出来。</a:t>
            </a:r>
          </a:p>
          <a:p>
            <a:pPr marL="0" indent="0">
              <a:buNone/>
            </a:pPr>
            <a:r>
              <a:rPr lang="zh-CN" altLang="en-US"/>
              <a:t>分析：</a:t>
            </a:r>
            <a:endParaRPr lang="en-US" altLang="zh-CN"/>
          </a:p>
          <a:p>
            <a:pPr marL="757238" lvl="1" indent="-457200">
              <a:buFont typeface="+mj-lt"/>
              <a:buAutoNum type="arabicPeriod"/>
            </a:pPr>
            <a:r>
              <a:rPr lang="zh-CN" altLang="en-US"/>
              <a:t>首先</a:t>
            </a:r>
            <a:r>
              <a:rPr lang="zh-CN" altLang="en-US" dirty="0"/>
              <a:t>以“</a:t>
            </a:r>
            <a:r>
              <a:rPr lang="en-US" altLang="zh-CN" dirty="0"/>
              <a:t>a”</a:t>
            </a:r>
            <a:r>
              <a:rPr lang="zh-CN" altLang="en-US" dirty="0"/>
              <a:t>方式打开文件，当前位置定位在文件末尾，可以继续写入文本而不改变原有的文件</a:t>
            </a:r>
            <a:r>
              <a:rPr lang="zh-CN" altLang="en-US"/>
              <a:t>内容。</a:t>
            </a:r>
            <a:endParaRPr lang="en-US" altLang="zh-CN"/>
          </a:p>
          <a:p>
            <a:pPr marL="757238" lvl="1" indent="-457200">
              <a:buFont typeface="+mj-lt"/>
              <a:buAutoNum type="arabicPeriod"/>
            </a:pPr>
            <a:r>
              <a:rPr lang="zh-CN" altLang="en-US"/>
              <a:t>先</a:t>
            </a:r>
            <a:r>
              <a:rPr lang="zh-CN" altLang="en-US" dirty="0"/>
              <a:t>输入若干个字符串，并将字符串存入一个</a:t>
            </a:r>
            <a:r>
              <a:rPr lang="zh-CN" altLang="en-US"/>
              <a:t>列表中</a:t>
            </a:r>
            <a:endParaRPr lang="en-US" altLang="zh-CN"/>
          </a:p>
          <a:p>
            <a:pPr marL="757238" lvl="1" indent="-457200">
              <a:buFont typeface="+mj-lt"/>
              <a:buAutoNum type="arabicPeriod"/>
            </a:pPr>
            <a:r>
              <a:rPr lang="zh-CN" altLang="en-US"/>
              <a:t>通过</a:t>
            </a:r>
            <a:r>
              <a:rPr lang="en-US" altLang="zh-CN" dirty="0" err="1"/>
              <a:t>writelines</a:t>
            </a:r>
            <a:r>
              <a:rPr lang="en-US" altLang="zh-CN" dirty="0"/>
              <a:t>()</a:t>
            </a:r>
            <a:r>
              <a:rPr lang="zh-CN" altLang="en-US" dirty="0"/>
              <a:t>方法将全部字符串写入</a:t>
            </a:r>
            <a:r>
              <a:rPr lang="zh-CN" altLang="en-US"/>
              <a:t>文件。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77D9FF-A27B-49F1-BBF8-11456D7CD8DE}"/>
              </a:ext>
            </a:extLst>
          </p:cNvPr>
          <p:cNvSpPr txBox="1"/>
          <p:nvPr/>
        </p:nvSpPr>
        <p:spPr>
          <a:xfrm>
            <a:off x="136104" y="5949280"/>
            <a:ext cx="5516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append  [əˈpend]  vt.  (在文章后面)附加，增补;</a:t>
            </a:r>
          </a:p>
        </p:txBody>
      </p:sp>
    </p:spTree>
    <p:extLst>
      <p:ext uri="{BB962C8B-B14F-4D97-AF65-F5344CB8AC3E}">
        <p14:creationId xmlns:p14="http://schemas.microsoft.com/office/powerpoint/2010/main" val="377373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520" y="4077072"/>
            <a:ext cx="2808312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9" y="2420888"/>
            <a:ext cx="3024336" cy="12241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735262"/>
            <a:ext cx="8780896" cy="59766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程序如下：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print("</a:t>
            </a:r>
            <a:r>
              <a:rPr lang="zh-CN" altLang="en-US" kern="1200" dirty="0">
                <a:latin typeface="Consolas" panose="020B0609020204030204" pitchFamily="49" charset="0"/>
              </a:rPr>
              <a:t>输入多行字符串</a:t>
            </a:r>
            <a:r>
              <a:rPr lang="en-US" altLang="zh-CN" kern="1200" dirty="0">
                <a:latin typeface="Consolas" panose="020B0609020204030204" pitchFamily="49" charset="0"/>
              </a:rPr>
              <a:t>(</a:t>
            </a:r>
            <a:r>
              <a:rPr lang="zh-CN" altLang="en-US" kern="1200" dirty="0">
                <a:latin typeface="Consolas" panose="020B0609020204030204" pitchFamily="49" charset="0"/>
              </a:rPr>
              <a:t>输入“*”结束</a:t>
            </a:r>
            <a:r>
              <a:rPr lang="en-US" altLang="zh-CN" kern="1200" dirty="0">
                <a:latin typeface="Consolas" panose="020B0609020204030204" pitchFamily="49" charset="0"/>
              </a:rPr>
              <a:t>):")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lst</a:t>
            </a:r>
            <a:r>
              <a:rPr lang="en-US" altLang="zh-CN" kern="1200" dirty="0">
                <a:latin typeface="Consolas" panose="020B0609020204030204" pitchFamily="49" charset="0"/>
              </a:rPr>
              <a:t>=[]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while True:       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不断输入，直到输入结束标志“*”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kern="1200" dirty="0">
                <a:latin typeface="Consolas" panose="020B0609020204030204" pitchFamily="49" charset="0"/>
              </a:rPr>
              <a:t>s=input()     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从键盘输入一个字符串</a:t>
            </a:r>
          </a:p>
          <a:p>
            <a:pPr marL="0" indent="0">
              <a:buNone/>
            </a:pPr>
            <a:r>
              <a:rPr lang="zh-CN" altLang="en-US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kern="1200" dirty="0">
                <a:latin typeface="Consolas" panose="020B0609020204030204" pitchFamily="49" charset="0"/>
              </a:rPr>
              <a:t>if s=="*":break</a:t>
            </a:r>
          </a:p>
          <a:p>
            <a:pPr marL="0" indent="0"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kern="1200" dirty="0" err="1">
                <a:latin typeface="Consolas" panose="020B0609020204030204" pitchFamily="49" charset="0"/>
              </a:rPr>
              <a:t>lst.append</a:t>
            </a:r>
            <a:r>
              <a:rPr lang="en-US" altLang="zh-CN" kern="1200" dirty="0">
                <a:latin typeface="Consolas" panose="020B0609020204030204" pitchFamily="49" charset="0"/>
              </a:rPr>
              <a:t>(s+'\n')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将字符串附加在列表末尾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</a:t>
            </a:r>
            <a:r>
              <a:rPr lang="en-US" altLang="zh-CN" kern="1200" dirty="0">
                <a:latin typeface="Consolas" panose="020B0609020204030204" pitchFamily="49" charset="0"/>
              </a:rPr>
              <a:t>=open("data1.txt","a")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打开文件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,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准备追加文本文件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fo.writelines</a:t>
            </a:r>
            <a:r>
              <a:rPr lang="en-US" altLang="zh-CN" kern="1200" dirty="0">
                <a:latin typeface="Consolas" panose="020B0609020204030204" pitchFamily="49" charset="0"/>
              </a:rPr>
              <a:t>(</a:t>
            </a:r>
            <a:r>
              <a:rPr lang="en-US" altLang="zh-CN" kern="1200" dirty="0" err="1">
                <a:latin typeface="Consolas" panose="020B0609020204030204" pitchFamily="49" charset="0"/>
              </a:rPr>
              <a:t>lst</a:t>
            </a:r>
            <a:r>
              <a:rPr lang="en-US" altLang="zh-CN" kern="1200" dirty="0">
                <a:latin typeface="Consolas" panose="020B0609020204030204" pitchFamily="49" charset="0"/>
              </a:rPr>
              <a:t>)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向文件写入一个字符串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fo.close</a:t>
            </a:r>
            <a:r>
              <a:rPr lang="en-US" altLang="zh-CN" kern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kern="1200" dirty="0" err="1">
                <a:latin typeface="Consolas" panose="020B0609020204030204" pitchFamily="49" charset="0"/>
              </a:rPr>
              <a:t>fo</a:t>
            </a:r>
            <a:r>
              <a:rPr lang="en-US" altLang="zh-CN" kern="1200" dirty="0">
                <a:latin typeface="Consolas" panose="020B0609020204030204" pitchFamily="49" charset="0"/>
              </a:rPr>
              <a:t>=open("data1.txt","r")   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#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打开文件</a:t>
            </a:r>
            <a:r>
              <a:rPr lang="en-US" altLang="zh-CN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,</a:t>
            </a:r>
            <a:r>
              <a:rPr lang="zh-CN" altLang="en-US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+mn-ea"/>
              </a:rPr>
              <a:t>准备读取文本文件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s=</a:t>
            </a:r>
            <a:r>
              <a:rPr lang="en-US" altLang="zh-CN" kern="1200" dirty="0" err="1">
                <a:latin typeface="Consolas" panose="020B0609020204030204" pitchFamily="49" charset="0"/>
              </a:rPr>
              <a:t>fo.read</a:t>
            </a:r>
            <a:r>
              <a:rPr lang="en-US" altLang="zh-CN" kern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print("</a:t>
            </a:r>
            <a:r>
              <a:rPr lang="zh-CN" altLang="en-US" kern="1200" dirty="0">
                <a:latin typeface="Consolas" panose="020B0609020204030204" pitchFamily="49" charset="0"/>
              </a:rPr>
              <a:t>输出文本文件</a:t>
            </a:r>
            <a:r>
              <a:rPr lang="en-US" altLang="zh-CN" kern="1200" dirty="0">
                <a:latin typeface="Consolas" panose="020B0609020204030204" pitchFamily="49" charset="0"/>
              </a:rPr>
              <a:t>:")</a:t>
            </a:r>
          </a:p>
          <a:p>
            <a:pPr marL="0" indent="0"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print(</a:t>
            </a:r>
            <a:r>
              <a:rPr lang="en-US" altLang="zh-CN" kern="1200" dirty="0" err="1">
                <a:latin typeface="Consolas" panose="020B0609020204030204" pitchFamily="49" charset="0"/>
              </a:rPr>
              <a:t>s.strip</a:t>
            </a:r>
            <a:r>
              <a:rPr lang="en-US" altLang="zh-CN" kern="1200" dirty="0"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25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在实际开发中，读写文件应优先考虑使用上下文管理语句with，关键字with可以自动管理资源，不论因为什么原因（哪怕是代码引发了异常）跳出with块，</a:t>
            </a:r>
            <a:r>
              <a:rPr lang="zh-CN" altLang="en-US" dirty="0">
                <a:solidFill>
                  <a:schemeClr val="accent2"/>
                </a:solidFill>
              </a:rPr>
              <a:t>总能保证文件被正确关闭</a:t>
            </a:r>
            <a:r>
              <a:rPr lang="zh-CN" altLang="en-US" dirty="0"/>
              <a:t>，并且可以在代码块执行完毕后自动还原进入该代码块时的上下文，常用于文件操作、数据库连接、网络连接、多线程与多进程同步时的锁对象管理等场合。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with open(filename, mode, encoding) as fp:</a:t>
            </a: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    </a:t>
            </a:r>
            <a:r>
              <a:rPr lang="zh-CN" altLang="en-US" sz="2400" kern="12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#这里写通过文件对象fp读写文件内容的语句</a:t>
            </a:r>
          </a:p>
          <a:p>
            <a:pPr marL="0" indent="0">
              <a:buNone/>
            </a:pPr>
            <a:endParaRPr lang="zh-CN" altLang="en-US" sz="1800" dirty="0">
              <a:latin typeface="Consolas" panose="020B0609020204030204" charset="0"/>
            </a:endParaRPr>
          </a:p>
          <a:p>
            <a:r>
              <a:rPr lang="zh-CN" altLang="en-US" dirty="0"/>
              <a:t>上下文管理语句with还支持下面的用法：</a:t>
            </a:r>
          </a:p>
          <a:p>
            <a:pPr marL="0" indent="0">
              <a:buNone/>
            </a:pPr>
            <a:r>
              <a:rPr lang="zh-CN" altLang="en-US" dirty="0"/>
              <a:t>with open('test.txt', 'r') as src, open('test_new.txt', 'w') as dst:</a:t>
            </a:r>
          </a:p>
          <a:p>
            <a:pPr marL="0" indent="0">
              <a:buNone/>
            </a:pPr>
            <a:r>
              <a:rPr lang="zh-CN" altLang="en-US" dirty="0"/>
              <a:t>	dst.write(src.read())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上下文管理语句</a:t>
            </a:r>
            <a:r>
              <a:rPr lang="en-US" altLang="zh-CN" dirty="0"/>
              <a:t>with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7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9.2  </a:t>
            </a:r>
            <a:r>
              <a:rPr lang="zh-CN" altLang="en-US">
                <a:sym typeface="+mn-ea"/>
              </a:rPr>
              <a:t>文本文件内容操作案例精选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481" y="836712"/>
            <a:ext cx="8208912" cy="54726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示例9-5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假设文件data.txt中有若干整数，所有整数之间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使用英文逗号分隔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，编写程序读取所有整数，将其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按升序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排序后再写入文本文件data_asc.txt中。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with open('data.txt', 'r') as fp: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data = fp.readlines</a:t>
            </a:r>
            <a:r>
              <a:rPr lang="zh-CN" altLang="en-US" sz="1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            #</a:t>
            </a: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读取所有行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= [line.strip() for line in data]            #删除每行两侧的空白字符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= ','.join(data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)                                     #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合并所有行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= data.split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(',')                                    #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分隔得到所有数字字符串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= [int(item) for item in data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]             #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转换为数字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data.sort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                                #升序排序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900"/>
              <a:t>data=[str(i) for i in data]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= ','.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join(data)                                      #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将结果转换为字符串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with open('data_asc.txt', 'w') as fp:             #将结果写入文件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9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fp.write(data)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11560" y="71923"/>
            <a:ext cx="8437656" cy="295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：将列表的每个字符串中的整数按升序排序，并追加到文件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output.txt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lines=["10, 3, 6 "," 2, 9, 5","6, 3, 7, 7, 8"]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输出文件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output.txt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内容如下：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3 6 10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2 5 9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3 6 7 7 8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9512" y="3116551"/>
            <a:ext cx="8269222" cy="3367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outfile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=open("output.txt", 'a')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line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in lines:                                              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读取列表各元素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items =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line.split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(',')                              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分隔得到所有数字字符串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items = [int(item) for item in items]    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转换为数字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items.sort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                         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升序排序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data=[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str(item)+' '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for item in items]      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将结果转换为字符串，并加空格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outfile.writelines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+['\n']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outfile.close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2685</TotalTime>
  <Words>1158</Words>
  <Application>Microsoft Office PowerPoint</Application>
  <PresentationFormat>全屏显示(4:3)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微软雅黑</vt:lpstr>
      <vt:lpstr>Arial</vt:lpstr>
      <vt:lpstr>Consolas</vt:lpstr>
      <vt:lpstr>Courier New</vt:lpstr>
      <vt:lpstr>Verdana</vt:lpstr>
      <vt:lpstr>Wingdings</vt:lpstr>
      <vt:lpstr>主题1</vt:lpstr>
      <vt:lpstr>9.1.2  文件对象属性与常用方法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上下文管理语句with</vt:lpstr>
      <vt:lpstr>9.2  文本文件内容操作案例精选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75</cp:revision>
  <dcterms:created xsi:type="dcterms:W3CDTF">2016-08-25T03:48:37Z</dcterms:created>
  <dcterms:modified xsi:type="dcterms:W3CDTF">2024-12-24T15:41:53Z</dcterms:modified>
</cp:coreProperties>
</file>