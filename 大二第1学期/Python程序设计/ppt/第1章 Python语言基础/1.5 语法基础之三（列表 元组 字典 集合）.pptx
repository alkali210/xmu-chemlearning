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tmp" ContentType="image/png"/>
  <Default Extension="vml" ContentType="application/vnd.openxmlformats-officedocument.vmlDrawi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5"/>
  </p:notesMasterIdLst>
  <p:sldIdLst>
    <p:sldId id="359" r:id="rId2"/>
    <p:sldId id="360" r:id="rId3"/>
    <p:sldId id="285" r:id="rId4"/>
    <p:sldId id="408" r:id="rId5"/>
    <p:sldId id="286" r:id="rId6"/>
    <p:sldId id="409" r:id="rId7"/>
    <p:sldId id="289" r:id="rId8"/>
    <p:sldId id="288" r:id="rId9"/>
    <p:sldId id="411" r:id="rId10"/>
    <p:sldId id="407" r:id="rId11"/>
    <p:sldId id="417" r:id="rId12"/>
    <p:sldId id="399" r:id="rId13"/>
    <p:sldId id="400" r:id="rId14"/>
    <p:sldId id="401" r:id="rId15"/>
    <p:sldId id="416" r:id="rId16"/>
    <p:sldId id="415" r:id="rId17"/>
    <p:sldId id="402" r:id="rId18"/>
    <p:sldId id="412" r:id="rId19"/>
    <p:sldId id="403" r:id="rId20"/>
    <p:sldId id="404" r:id="rId21"/>
    <p:sldId id="405" r:id="rId22"/>
    <p:sldId id="406" r:id="rId23"/>
    <p:sldId id="413" r:id="rId24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45794"/>
    <a:srgbClr val="17385F"/>
    <a:srgbClr val="0033CC"/>
    <a:srgbClr val="000099"/>
    <a:srgbClr val="00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8" d="100"/>
          <a:sy n="108" d="100"/>
        </p:scale>
        <p:origin x="1704" y="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595925F-34BF-49DD-9634-01752FB2C364}" type="doc">
      <dgm:prSet loTypeId="urn:microsoft.com/office/officeart/2005/8/layout/hierarchy2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CN" altLang="en-US"/>
        </a:p>
      </dgm:t>
    </dgm:pt>
    <dgm:pt modelId="{33B5BE07-C01D-45E4-AB34-E84B2F079A23}">
      <dgm:prSet phldrT="[文本]" custT="1"/>
      <dgm:spPr/>
      <dgm:t>
        <a:bodyPr/>
        <a:lstStyle/>
        <a:p>
          <a:r>
            <a:rPr lang="zh-CN" altLang="en-US" sz="2200" b="0">
              <a:solidFill>
                <a:schemeClr val="bg1"/>
              </a:solidFill>
            </a:rPr>
            <a:t>复合数据类型</a:t>
          </a:r>
        </a:p>
      </dgm:t>
    </dgm:pt>
    <dgm:pt modelId="{83269BB7-79C7-4E59-8A09-CFE59DD51F37}" type="parTrans" cxnId="{AB6ED3B4-8B69-4C14-B32C-651A4D1A6676}">
      <dgm:prSet/>
      <dgm:spPr/>
      <dgm:t>
        <a:bodyPr/>
        <a:lstStyle/>
        <a:p>
          <a:endParaRPr lang="zh-CN" altLang="en-US"/>
        </a:p>
      </dgm:t>
    </dgm:pt>
    <dgm:pt modelId="{E50F3B2C-63FD-44AB-B89D-9DE71ED7D6AC}" type="sibTrans" cxnId="{AB6ED3B4-8B69-4C14-B32C-651A4D1A6676}">
      <dgm:prSet/>
      <dgm:spPr/>
      <dgm:t>
        <a:bodyPr/>
        <a:lstStyle/>
        <a:p>
          <a:endParaRPr lang="zh-CN" altLang="en-US"/>
        </a:p>
      </dgm:t>
    </dgm:pt>
    <dgm:pt modelId="{93462C81-3C09-44A6-8712-4BF67C114858}">
      <dgm:prSet phldrT="[文本]"/>
      <dgm:spPr/>
      <dgm:t>
        <a:bodyPr/>
        <a:lstStyle/>
        <a:p>
          <a:r>
            <a:rPr lang="zh-CN" altLang="en-US"/>
            <a:t>序列</a:t>
          </a:r>
        </a:p>
      </dgm:t>
    </dgm:pt>
    <dgm:pt modelId="{DDB84AC0-B975-4162-B3B7-6334B7238EC5}" type="parTrans" cxnId="{B413F027-B051-4E29-922A-57F56A5CC209}">
      <dgm:prSet/>
      <dgm:spPr/>
      <dgm:t>
        <a:bodyPr/>
        <a:lstStyle/>
        <a:p>
          <a:endParaRPr lang="zh-CN" altLang="en-US"/>
        </a:p>
      </dgm:t>
    </dgm:pt>
    <dgm:pt modelId="{560C6552-3A42-4E89-AAB7-C235F8707337}" type="sibTrans" cxnId="{B413F027-B051-4E29-922A-57F56A5CC209}">
      <dgm:prSet/>
      <dgm:spPr/>
      <dgm:t>
        <a:bodyPr/>
        <a:lstStyle/>
        <a:p>
          <a:endParaRPr lang="zh-CN" altLang="en-US"/>
        </a:p>
      </dgm:t>
    </dgm:pt>
    <dgm:pt modelId="{51F51412-29C5-4445-B57B-2F61D9B10C00}">
      <dgm:prSet phldrT="[文本]"/>
      <dgm:spPr/>
      <dgm:t>
        <a:bodyPr/>
        <a:lstStyle/>
        <a:p>
          <a:r>
            <a:rPr lang="zh-CN" altLang="en-US"/>
            <a:t>列表</a:t>
          </a:r>
        </a:p>
      </dgm:t>
    </dgm:pt>
    <dgm:pt modelId="{FCA83029-B154-44CE-8852-1E474252EC45}" type="parTrans" cxnId="{38F53AC0-A730-45FA-9E3D-B549FBDB3316}">
      <dgm:prSet/>
      <dgm:spPr/>
      <dgm:t>
        <a:bodyPr/>
        <a:lstStyle/>
        <a:p>
          <a:endParaRPr lang="zh-CN" altLang="en-US"/>
        </a:p>
      </dgm:t>
    </dgm:pt>
    <dgm:pt modelId="{E6C73734-1E9B-4DC5-B2CE-DA60E6DC3C12}" type="sibTrans" cxnId="{38F53AC0-A730-45FA-9E3D-B549FBDB3316}">
      <dgm:prSet/>
      <dgm:spPr/>
      <dgm:t>
        <a:bodyPr/>
        <a:lstStyle/>
        <a:p>
          <a:endParaRPr lang="zh-CN" altLang="en-US"/>
        </a:p>
      </dgm:t>
    </dgm:pt>
    <dgm:pt modelId="{2C86595B-E3E0-4B98-823A-580BFCFD81FC}">
      <dgm:prSet phldrT="[文本]"/>
      <dgm:spPr/>
      <dgm:t>
        <a:bodyPr/>
        <a:lstStyle/>
        <a:p>
          <a:r>
            <a:rPr lang="zh-CN" altLang="en-US"/>
            <a:t>元组</a:t>
          </a:r>
        </a:p>
      </dgm:t>
    </dgm:pt>
    <dgm:pt modelId="{E1C683F7-7F94-4169-AA34-BCF458AE8EA8}" type="parTrans" cxnId="{0BBB419B-0B8B-412C-B35A-360CABD5405A}">
      <dgm:prSet/>
      <dgm:spPr/>
      <dgm:t>
        <a:bodyPr/>
        <a:lstStyle/>
        <a:p>
          <a:endParaRPr lang="zh-CN" altLang="en-US"/>
        </a:p>
      </dgm:t>
    </dgm:pt>
    <dgm:pt modelId="{AE9A7D1D-EF04-4F51-8508-FA6A5354D9A4}" type="sibTrans" cxnId="{0BBB419B-0B8B-412C-B35A-360CABD5405A}">
      <dgm:prSet/>
      <dgm:spPr/>
      <dgm:t>
        <a:bodyPr/>
        <a:lstStyle/>
        <a:p>
          <a:endParaRPr lang="zh-CN" altLang="en-US"/>
        </a:p>
      </dgm:t>
    </dgm:pt>
    <dgm:pt modelId="{EF3E060F-3295-4F92-9081-AC22C42C5607}">
      <dgm:prSet phldrT="[文本]"/>
      <dgm:spPr/>
      <dgm:t>
        <a:bodyPr/>
        <a:lstStyle/>
        <a:p>
          <a:r>
            <a:rPr lang="zh-CN" altLang="en-US" b="1">
              <a:solidFill>
                <a:srgbClr val="FFFF00"/>
              </a:solidFill>
            </a:rPr>
            <a:t>无</a:t>
          </a:r>
          <a:r>
            <a:rPr lang="zh-CN" altLang="en-US"/>
            <a:t>顺序的数据集合</a:t>
          </a:r>
        </a:p>
      </dgm:t>
    </dgm:pt>
    <dgm:pt modelId="{CE931386-4C21-48AB-8019-52FA46B11357}" type="parTrans" cxnId="{9C6C04A5-EF7D-440E-A38D-84276F380BC6}">
      <dgm:prSet/>
      <dgm:spPr/>
      <dgm:t>
        <a:bodyPr/>
        <a:lstStyle/>
        <a:p>
          <a:endParaRPr lang="zh-CN" altLang="en-US"/>
        </a:p>
      </dgm:t>
    </dgm:pt>
    <dgm:pt modelId="{4D112BD1-035B-4555-9223-1E19851AF140}" type="sibTrans" cxnId="{9C6C04A5-EF7D-440E-A38D-84276F380BC6}">
      <dgm:prSet/>
      <dgm:spPr/>
      <dgm:t>
        <a:bodyPr/>
        <a:lstStyle/>
        <a:p>
          <a:endParaRPr lang="zh-CN" altLang="en-US"/>
        </a:p>
      </dgm:t>
    </dgm:pt>
    <dgm:pt modelId="{D78F30DF-A3FA-4CAA-9E9F-2B236364622C}">
      <dgm:prSet phldrT="[文本]"/>
      <dgm:spPr/>
      <dgm:t>
        <a:bodyPr/>
        <a:lstStyle/>
        <a:p>
          <a:r>
            <a:rPr lang="zh-CN" altLang="zh-CN"/>
            <a:t>字典</a:t>
          </a:r>
          <a:endParaRPr lang="zh-CN" altLang="en-US"/>
        </a:p>
      </dgm:t>
    </dgm:pt>
    <dgm:pt modelId="{DADDBDD2-3638-4A98-B4BD-66AC0DF4A703}" type="parTrans" cxnId="{0434C59B-1AE5-4CB1-9033-F272F3BAB64D}">
      <dgm:prSet/>
      <dgm:spPr/>
      <dgm:t>
        <a:bodyPr/>
        <a:lstStyle/>
        <a:p>
          <a:endParaRPr lang="zh-CN" altLang="en-US"/>
        </a:p>
      </dgm:t>
    </dgm:pt>
    <dgm:pt modelId="{C8FE4448-DF18-4DA4-9657-F0626621BD5E}" type="sibTrans" cxnId="{0434C59B-1AE5-4CB1-9033-F272F3BAB64D}">
      <dgm:prSet/>
      <dgm:spPr/>
      <dgm:t>
        <a:bodyPr/>
        <a:lstStyle/>
        <a:p>
          <a:endParaRPr lang="zh-CN" altLang="en-US"/>
        </a:p>
      </dgm:t>
    </dgm:pt>
    <dgm:pt modelId="{4103985E-93A1-4BBA-B3FC-FC3145C9512C}">
      <dgm:prSet/>
      <dgm:spPr/>
      <dgm:t>
        <a:bodyPr/>
        <a:lstStyle/>
        <a:p>
          <a:r>
            <a:rPr lang="zh-CN" altLang="en-US"/>
            <a:t>集合</a:t>
          </a:r>
        </a:p>
      </dgm:t>
    </dgm:pt>
    <dgm:pt modelId="{A08A4255-4B9A-4155-93C8-57D0ECB83241}" type="parTrans" cxnId="{46B0A97D-09C3-4B8B-8C33-89EF81F614BE}">
      <dgm:prSet/>
      <dgm:spPr/>
      <dgm:t>
        <a:bodyPr/>
        <a:lstStyle/>
        <a:p>
          <a:endParaRPr lang="zh-CN" altLang="en-US"/>
        </a:p>
      </dgm:t>
    </dgm:pt>
    <dgm:pt modelId="{F8EB78C1-3635-44AD-AA3B-0561B52EBFF3}" type="sibTrans" cxnId="{46B0A97D-09C3-4B8B-8C33-89EF81F614BE}">
      <dgm:prSet/>
      <dgm:spPr/>
      <dgm:t>
        <a:bodyPr/>
        <a:lstStyle/>
        <a:p>
          <a:endParaRPr lang="zh-CN" altLang="en-US"/>
        </a:p>
      </dgm:t>
    </dgm:pt>
    <dgm:pt modelId="{FAB64BC0-3881-49A7-AFC2-252E6D7218C5}">
      <dgm:prSet/>
      <dgm:spPr/>
      <dgm:t>
        <a:bodyPr/>
        <a:lstStyle/>
        <a:p>
          <a:r>
            <a:rPr lang="zh-CN" altLang="en-US"/>
            <a:t>字符串</a:t>
          </a:r>
        </a:p>
      </dgm:t>
    </dgm:pt>
    <dgm:pt modelId="{53128CCB-FF48-4EE8-976B-039CBA91093B}" type="parTrans" cxnId="{ABB61C3B-B6DD-46E6-AB18-68A72C8086D6}">
      <dgm:prSet/>
      <dgm:spPr/>
      <dgm:t>
        <a:bodyPr/>
        <a:lstStyle/>
        <a:p>
          <a:endParaRPr lang="zh-CN" altLang="en-US"/>
        </a:p>
      </dgm:t>
    </dgm:pt>
    <dgm:pt modelId="{4374F76C-760B-4497-8E12-F92290744B17}" type="sibTrans" cxnId="{ABB61C3B-B6DD-46E6-AB18-68A72C8086D6}">
      <dgm:prSet/>
      <dgm:spPr/>
      <dgm:t>
        <a:bodyPr/>
        <a:lstStyle/>
        <a:p>
          <a:endParaRPr lang="zh-CN" altLang="en-US"/>
        </a:p>
      </dgm:t>
    </dgm:pt>
    <dgm:pt modelId="{7A8E2202-4B7C-411A-9590-CA1810E04DC1}" type="pres">
      <dgm:prSet presAssocID="{0595925F-34BF-49DD-9634-01752FB2C364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783662E4-4FAB-4FE8-87C0-42C0FC9D57C7}" type="pres">
      <dgm:prSet presAssocID="{33B5BE07-C01D-45E4-AB34-E84B2F079A23}" presName="root1" presStyleCnt="0"/>
      <dgm:spPr/>
    </dgm:pt>
    <dgm:pt modelId="{C13BE795-E1B0-4C80-8E24-AFE4DABD5071}" type="pres">
      <dgm:prSet presAssocID="{33B5BE07-C01D-45E4-AB34-E84B2F079A23}" presName="LevelOneTextNode" presStyleLbl="node0" presStyleIdx="0" presStyleCnt="1" custLinFactNeighborX="-50303" custLinFactNeighborY="-13527">
        <dgm:presLayoutVars>
          <dgm:chPref val="3"/>
        </dgm:presLayoutVars>
      </dgm:prSet>
      <dgm:spPr/>
    </dgm:pt>
    <dgm:pt modelId="{322C7E89-EAFC-4A99-930F-2595518F8910}" type="pres">
      <dgm:prSet presAssocID="{33B5BE07-C01D-45E4-AB34-E84B2F079A23}" presName="level2hierChild" presStyleCnt="0"/>
      <dgm:spPr/>
    </dgm:pt>
    <dgm:pt modelId="{39402456-D246-476E-9878-7A77D375C184}" type="pres">
      <dgm:prSet presAssocID="{DDB84AC0-B975-4162-B3B7-6334B7238EC5}" presName="conn2-1" presStyleLbl="parChTrans1D2" presStyleIdx="0" presStyleCnt="2"/>
      <dgm:spPr/>
    </dgm:pt>
    <dgm:pt modelId="{CE57E945-7804-4602-91CD-B95FC9B6ACB6}" type="pres">
      <dgm:prSet presAssocID="{DDB84AC0-B975-4162-B3B7-6334B7238EC5}" presName="connTx" presStyleLbl="parChTrans1D2" presStyleIdx="0" presStyleCnt="2"/>
      <dgm:spPr/>
    </dgm:pt>
    <dgm:pt modelId="{4236FFDA-3054-499D-B339-9FA82F8AB622}" type="pres">
      <dgm:prSet presAssocID="{93462C81-3C09-44A6-8712-4BF67C114858}" presName="root2" presStyleCnt="0"/>
      <dgm:spPr/>
    </dgm:pt>
    <dgm:pt modelId="{E6B7327E-54FC-4F1D-93E3-D40D6B4B1A9A}" type="pres">
      <dgm:prSet presAssocID="{93462C81-3C09-44A6-8712-4BF67C114858}" presName="LevelTwoTextNode" presStyleLbl="node2" presStyleIdx="0" presStyleCnt="2" custLinFactNeighborX="-35801" custLinFactNeighborY="2985">
        <dgm:presLayoutVars>
          <dgm:chPref val="3"/>
        </dgm:presLayoutVars>
      </dgm:prSet>
      <dgm:spPr/>
    </dgm:pt>
    <dgm:pt modelId="{0AA4EF81-2503-4138-A622-939328734D9D}" type="pres">
      <dgm:prSet presAssocID="{93462C81-3C09-44A6-8712-4BF67C114858}" presName="level3hierChild" presStyleCnt="0"/>
      <dgm:spPr/>
    </dgm:pt>
    <dgm:pt modelId="{66CDB8D3-3C70-422D-9E15-F331B78A46CA}" type="pres">
      <dgm:prSet presAssocID="{FCA83029-B154-44CE-8852-1E474252EC45}" presName="conn2-1" presStyleLbl="parChTrans1D3" presStyleIdx="0" presStyleCnt="5"/>
      <dgm:spPr/>
    </dgm:pt>
    <dgm:pt modelId="{FD4DC57A-09CD-45C3-BCC7-955675A7565E}" type="pres">
      <dgm:prSet presAssocID="{FCA83029-B154-44CE-8852-1E474252EC45}" presName="connTx" presStyleLbl="parChTrans1D3" presStyleIdx="0" presStyleCnt="5"/>
      <dgm:spPr/>
    </dgm:pt>
    <dgm:pt modelId="{CC8CE99A-241F-4753-BBF8-349BE9754E93}" type="pres">
      <dgm:prSet presAssocID="{51F51412-29C5-4445-B57B-2F61D9B10C00}" presName="root2" presStyleCnt="0"/>
      <dgm:spPr/>
    </dgm:pt>
    <dgm:pt modelId="{F9DC2149-4784-409C-887C-935F2F8D6D25}" type="pres">
      <dgm:prSet presAssocID="{51F51412-29C5-4445-B57B-2F61D9B10C00}" presName="LevelTwoTextNode" presStyleLbl="node3" presStyleIdx="0" presStyleCnt="5">
        <dgm:presLayoutVars>
          <dgm:chPref val="3"/>
        </dgm:presLayoutVars>
      </dgm:prSet>
      <dgm:spPr/>
    </dgm:pt>
    <dgm:pt modelId="{85E29670-85F9-435B-917E-5224F69F1514}" type="pres">
      <dgm:prSet presAssocID="{51F51412-29C5-4445-B57B-2F61D9B10C00}" presName="level3hierChild" presStyleCnt="0"/>
      <dgm:spPr/>
    </dgm:pt>
    <dgm:pt modelId="{C246074C-B947-4CCB-A871-3C6FE30988C2}" type="pres">
      <dgm:prSet presAssocID="{E1C683F7-7F94-4169-AA34-BCF458AE8EA8}" presName="conn2-1" presStyleLbl="parChTrans1D3" presStyleIdx="1" presStyleCnt="5"/>
      <dgm:spPr/>
    </dgm:pt>
    <dgm:pt modelId="{8603653B-39AF-4D88-B897-873E5F1389DE}" type="pres">
      <dgm:prSet presAssocID="{E1C683F7-7F94-4169-AA34-BCF458AE8EA8}" presName="connTx" presStyleLbl="parChTrans1D3" presStyleIdx="1" presStyleCnt="5"/>
      <dgm:spPr/>
    </dgm:pt>
    <dgm:pt modelId="{C75E76EC-9BE2-434B-B4A6-EA027CCE5FCE}" type="pres">
      <dgm:prSet presAssocID="{2C86595B-E3E0-4B98-823A-580BFCFD81FC}" presName="root2" presStyleCnt="0"/>
      <dgm:spPr/>
    </dgm:pt>
    <dgm:pt modelId="{C13F1C83-9B4D-48DB-A446-CFD53A5B9CBC}" type="pres">
      <dgm:prSet presAssocID="{2C86595B-E3E0-4B98-823A-580BFCFD81FC}" presName="LevelTwoTextNode" presStyleLbl="node3" presStyleIdx="1" presStyleCnt="5">
        <dgm:presLayoutVars>
          <dgm:chPref val="3"/>
        </dgm:presLayoutVars>
      </dgm:prSet>
      <dgm:spPr/>
    </dgm:pt>
    <dgm:pt modelId="{C1E1E456-1F21-4585-AE8E-15C5345EC5E2}" type="pres">
      <dgm:prSet presAssocID="{2C86595B-E3E0-4B98-823A-580BFCFD81FC}" presName="level3hierChild" presStyleCnt="0"/>
      <dgm:spPr/>
    </dgm:pt>
    <dgm:pt modelId="{751215D0-F3AC-4802-B6F2-853D0A3133DB}" type="pres">
      <dgm:prSet presAssocID="{53128CCB-FF48-4EE8-976B-039CBA91093B}" presName="conn2-1" presStyleLbl="parChTrans1D3" presStyleIdx="2" presStyleCnt="5"/>
      <dgm:spPr/>
    </dgm:pt>
    <dgm:pt modelId="{8CB1F1F3-F939-402B-8BF9-6048CDA2D5BD}" type="pres">
      <dgm:prSet presAssocID="{53128CCB-FF48-4EE8-976B-039CBA91093B}" presName="connTx" presStyleLbl="parChTrans1D3" presStyleIdx="2" presStyleCnt="5"/>
      <dgm:spPr/>
    </dgm:pt>
    <dgm:pt modelId="{3BADA30F-D0F8-496C-841C-7A539BF5ADD2}" type="pres">
      <dgm:prSet presAssocID="{FAB64BC0-3881-49A7-AFC2-252E6D7218C5}" presName="root2" presStyleCnt="0"/>
      <dgm:spPr/>
    </dgm:pt>
    <dgm:pt modelId="{2EB89367-0EF5-47F1-B62B-AB5596624154}" type="pres">
      <dgm:prSet presAssocID="{FAB64BC0-3881-49A7-AFC2-252E6D7218C5}" presName="LevelTwoTextNode" presStyleLbl="node3" presStyleIdx="2" presStyleCnt="5">
        <dgm:presLayoutVars>
          <dgm:chPref val="3"/>
        </dgm:presLayoutVars>
      </dgm:prSet>
      <dgm:spPr/>
    </dgm:pt>
    <dgm:pt modelId="{7113745D-F9D3-44D9-BDBD-7DACDD793782}" type="pres">
      <dgm:prSet presAssocID="{FAB64BC0-3881-49A7-AFC2-252E6D7218C5}" presName="level3hierChild" presStyleCnt="0"/>
      <dgm:spPr/>
    </dgm:pt>
    <dgm:pt modelId="{DEEC04C7-C0E3-45C7-AD2A-C18795DFE7C2}" type="pres">
      <dgm:prSet presAssocID="{CE931386-4C21-48AB-8019-52FA46B11357}" presName="conn2-1" presStyleLbl="parChTrans1D2" presStyleIdx="1" presStyleCnt="2"/>
      <dgm:spPr/>
    </dgm:pt>
    <dgm:pt modelId="{0E4A733B-3016-4674-B2B0-580DF3D9E334}" type="pres">
      <dgm:prSet presAssocID="{CE931386-4C21-48AB-8019-52FA46B11357}" presName="connTx" presStyleLbl="parChTrans1D2" presStyleIdx="1" presStyleCnt="2"/>
      <dgm:spPr/>
    </dgm:pt>
    <dgm:pt modelId="{E9A2FD84-37A8-45FC-ACA7-71C66074E8A6}" type="pres">
      <dgm:prSet presAssocID="{EF3E060F-3295-4F92-9081-AC22C42C5607}" presName="root2" presStyleCnt="0"/>
      <dgm:spPr/>
    </dgm:pt>
    <dgm:pt modelId="{DEC5BF5C-B8DF-4BF9-A4F9-2B4EC280C501}" type="pres">
      <dgm:prSet presAssocID="{EF3E060F-3295-4F92-9081-AC22C42C5607}" presName="LevelTwoTextNode" presStyleLbl="node2" presStyleIdx="1" presStyleCnt="2" custLinFactNeighborX="-35801" custLinFactNeighborY="6314">
        <dgm:presLayoutVars>
          <dgm:chPref val="3"/>
        </dgm:presLayoutVars>
      </dgm:prSet>
      <dgm:spPr/>
    </dgm:pt>
    <dgm:pt modelId="{BC7F3924-3309-4B1E-9A51-8DB9639997EF}" type="pres">
      <dgm:prSet presAssocID="{EF3E060F-3295-4F92-9081-AC22C42C5607}" presName="level3hierChild" presStyleCnt="0"/>
      <dgm:spPr/>
    </dgm:pt>
    <dgm:pt modelId="{4251ECBE-4B8C-478F-814F-9A0E0D2D930E}" type="pres">
      <dgm:prSet presAssocID="{DADDBDD2-3638-4A98-B4BD-66AC0DF4A703}" presName="conn2-1" presStyleLbl="parChTrans1D3" presStyleIdx="3" presStyleCnt="5"/>
      <dgm:spPr/>
    </dgm:pt>
    <dgm:pt modelId="{DD6F14B9-CF1D-4CB3-A6D1-76E35F39CB71}" type="pres">
      <dgm:prSet presAssocID="{DADDBDD2-3638-4A98-B4BD-66AC0DF4A703}" presName="connTx" presStyleLbl="parChTrans1D3" presStyleIdx="3" presStyleCnt="5"/>
      <dgm:spPr/>
    </dgm:pt>
    <dgm:pt modelId="{A30AD4B3-399F-4E5A-9815-2EDE5567883B}" type="pres">
      <dgm:prSet presAssocID="{D78F30DF-A3FA-4CAA-9E9F-2B236364622C}" presName="root2" presStyleCnt="0"/>
      <dgm:spPr/>
    </dgm:pt>
    <dgm:pt modelId="{A0E169F6-7C51-42AF-97F4-9B9642D9771D}" type="pres">
      <dgm:prSet presAssocID="{D78F30DF-A3FA-4CAA-9E9F-2B236364622C}" presName="LevelTwoTextNode" presStyleLbl="node3" presStyleIdx="3" presStyleCnt="5">
        <dgm:presLayoutVars>
          <dgm:chPref val="3"/>
        </dgm:presLayoutVars>
      </dgm:prSet>
      <dgm:spPr/>
    </dgm:pt>
    <dgm:pt modelId="{546048E6-4C27-4656-87D1-C160638F2991}" type="pres">
      <dgm:prSet presAssocID="{D78F30DF-A3FA-4CAA-9E9F-2B236364622C}" presName="level3hierChild" presStyleCnt="0"/>
      <dgm:spPr/>
    </dgm:pt>
    <dgm:pt modelId="{1EFEA97C-FEE0-4B57-A8F2-5F62F89E4C0B}" type="pres">
      <dgm:prSet presAssocID="{A08A4255-4B9A-4155-93C8-57D0ECB83241}" presName="conn2-1" presStyleLbl="parChTrans1D3" presStyleIdx="4" presStyleCnt="5"/>
      <dgm:spPr/>
    </dgm:pt>
    <dgm:pt modelId="{4BA14412-7B32-498B-902B-515BABBD4973}" type="pres">
      <dgm:prSet presAssocID="{A08A4255-4B9A-4155-93C8-57D0ECB83241}" presName="connTx" presStyleLbl="parChTrans1D3" presStyleIdx="4" presStyleCnt="5"/>
      <dgm:spPr/>
    </dgm:pt>
    <dgm:pt modelId="{0B110832-4DDE-44F8-8B11-F929567D2BEB}" type="pres">
      <dgm:prSet presAssocID="{4103985E-93A1-4BBA-B3FC-FC3145C9512C}" presName="root2" presStyleCnt="0"/>
      <dgm:spPr/>
    </dgm:pt>
    <dgm:pt modelId="{410A68FA-D411-4CAE-BBF8-F5A9A7AB6541}" type="pres">
      <dgm:prSet presAssocID="{4103985E-93A1-4BBA-B3FC-FC3145C9512C}" presName="LevelTwoTextNode" presStyleLbl="node3" presStyleIdx="4" presStyleCnt="5">
        <dgm:presLayoutVars>
          <dgm:chPref val="3"/>
        </dgm:presLayoutVars>
      </dgm:prSet>
      <dgm:spPr/>
    </dgm:pt>
    <dgm:pt modelId="{7003531D-9B6F-4711-A4BC-E2CF3945BDE6}" type="pres">
      <dgm:prSet presAssocID="{4103985E-93A1-4BBA-B3FC-FC3145C9512C}" presName="level3hierChild" presStyleCnt="0"/>
      <dgm:spPr/>
    </dgm:pt>
  </dgm:ptLst>
  <dgm:cxnLst>
    <dgm:cxn modelId="{38F9D506-1FEB-4637-B971-B8094EE6FD9B}" type="presOf" srcId="{D78F30DF-A3FA-4CAA-9E9F-2B236364622C}" destId="{A0E169F6-7C51-42AF-97F4-9B9642D9771D}" srcOrd="0" destOrd="0" presId="urn:microsoft.com/office/officeart/2005/8/layout/hierarchy2"/>
    <dgm:cxn modelId="{049FE415-3514-44DC-A664-919738E65109}" type="presOf" srcId="{A08A4255-4B9A-4155-93C8-57D0ECB83241}" destId="{1EFEA97C-FEE0-4B57-A8F2-5F62F89E4C0B}" srcOrd="0" destOrd="0" presId="urn:microsoft.com/office/officeart/2005/8/layout/hierarchy2"/>
    <dgm:cxn modelId="{73CBFC23-499B-4E94-A0AF-32FBF4E4B040}" type="presOf" srcId="{E1C683F7-7F94-4169-AA34-BCF458AE8EA8}" destId="{8603653B-39AF-4D88-B897-873E5F1389DE}" srcOrd="1" destOrd="0" presId="urn:microsoft.com/office/officeart/2005/8/layout/hierarchy2"/>
    <dgm:cxn modelId="{B413F027-B051-4E29-922A-57F56A5CC209}" srcId="{33B5BE07-C01D-45E4-AB34-E84B2F079A23}" destId="{93462C81-3C09-44A6-8712-4BF67C114858}" srcOrd="0" destOrd="0" parTransId="{DDB84AC0-B975-4162-B3B7-6334B7238EC5}" sibTransId="{560C6552-3A42-4E89-AAB7-C235F8707337}"/>
    <dgm:cxn modelId="{CB938130-3C75-432E-AA4D-E1F5D5251490}" type="presOf" srcId="{4103985E-93A1-4BBA-B3FC-FC3145C9512C}" destId="{410A68FA-D411-4CAE-BBF8-F5A9A7AB6541}" srcOrd="0" destOrd="0" presId="urn:microsoft.com/office/officeart/2005/8/layout/hierarchy2"/>
    <dgm:cxn modelId="{9273B730-6AA9-489C-94D8-7510E69453FA}" type="presOf" srcId="{E1C683F7-7F94-4169-AA34-BCF458AE8EA8}" destId="{C246074C-B947-4CCB-A871-3C6FE30988C2}" srcOrd="0" destOrd="0" presId="urn:microsoft.com/office/officeart/2005/8/layout/hierarchy2"/>
    <dgm:cxn modelId="{ABB61C3B-B6DD-46E6-AB18-68A72C8086D6}" srcId="{93462C81-3C09-44A6-8712-4BF67C114858}" destId="{FAB64BC0-3881-49A7-AFC2-252E6D7218C5}" srcOrd="2" destOrd="0" parTransId="{53128CCB-FF48-4EE8-976B-039CBA91093B}" sibTransId="{4374F76C-760B-4497-8E12-F92290744B17}"/>
    <dgm:cxn modelId="{FF1E523C-3C70-40C4-9AE0-92B0CB19596C}" type="presOf" srcId="{CE931386-4C21-48AB-8019-52FA46B11357}" destId="{DEEC04C7-C0E3-45C7-AD2A-C18795DFE7C2}" srcOrd="0" destOrd="0" presId="urn:microsoft.com/office/officeart/2005/8/layout/hierarchy2"/>
    <dgm:cxn modelId="{FF37093E-E8BA-447C-B329-E74D046FF6EB}" type="presOf" srcId="{DDB84AC0-B975-4162-B3B7-6334B7238EC5}" destId="{39402456-D246-476E-9878-7A77D375C184}" srcOrd="0" destOrd="0" presId="urn:microsoft.com/office/officeart/2005/8/layout/hierarchy2"/>
    <dgm:cxn modelId="{259A473F-9332-4671-ACAC-E202F08199D9}" type="presOf" srcId="{CE931386-4C21-48AB-8019-52FA46B11357}" destId="{0E4A733B-3016-4674-B2B0-580DF3D9E334}" srcOrd="1" destOrd="0" presId="urn:microsoft.com/office/officeart/2005/8/layout/hierarchy2"/>
    <dgm:cxn modelId="{2DBA3A50-FBDC-4933-B3A9-0177FD8439B3}" type="presOf" srcId="{2C86595B-E3E0-4B98-823A-580BFCFD81FC}" destId="{C13F1C83-9B4D-48DB-A446-CFD53A5B9CBC}" srcOrd="0" destOrd="0" presId="urn:microsoft.com/office/officeart/2005/8/layout/hierarchy2"/>
    <dgm:cxn modelId="{8303E971-1D19-4B29-BA82-3C3452398C2B}" type="presOf" srcId="{53128CCB-FF48-4EE8-976B-039CBA91093B}" destId="{8CB1F1F3-F939-402B-8BF9-6048CDA2D5BD}" srcOrd="1" destOrd="0" presId="urn:microsoft.com/office/officeart/2005/8/layout/hierarchy2"/>
    <dgm:cxn modelId="{46B0A97D-09C3-4B8B-8C33-89EF81F614BE}" srcId="{EF3E060F-3295-4F92-9081-AC22C42C5607}" destId="{4103985E-93A1-4BBA-B3FC-FC3145C9512C}" srcOrd="1" destOrd="0" parTransId="{A08A4255-4B9A-4155-93C8-57D0ECB83241}" sibTransId="{F8EB78C1-3635-44AD-AA3B-0561B52EBFF3}"/>
    <dgm:cxn modelId="{2E6B3D81-A7F2-43F3-9140-843292CBAD55}" type="presOf" srcId="{DDB84AC0-B975-4162-B3B7-6334B7238EC5}" destId="{CE57E945-7804-4602-91CD-B95FC9B6ACB6}" srcOrd="1" destOrd="0" presId="urn:microsoft.com/office/officeart/2005/8/layout/hierarchy2"/>
    <dgm:cxn modelId="{099F2E86-94FD-43FC-9C4F-2B65D07B2FB7}" type="presOf" srcId="{0595925F-34BF-49DD-9634-01752FB2C364}" destId="{7A8E2202-4B7C-411A-9590-CA1810E04DC1}" srcOrd="0" destOrd="0" presId="urn:microsoft.com/office/officeart/2005/8/layout/hierarchy2"/>
    <dgm:cxn modelId="{F930EB8C-6D77-49B9-8830-10A806EA4D15}" type="presOf" srcId="{FAB64BC0-3881-49A7-AFC2-252E6D7218C5}" destId="{2EB89367-0EF5-47F1-B62B-AB5596624154}" srcOrd="0" destOrd="0" presId="urn:microsoft.com/office/officeart/2005/8/layout/hierarchy2"/>
    <dgm:cxn modelId="{8D8B988F-4315-4BEE-8845-F9B1680899D0}" type="presOf" srcId="{51F51412-29C5-4445-B57B-2F61D9B10C00}" destId="{F9DC2149-4784-409C-887C-935F2F8D6D25}" srcOrd="0" destOrd="0" presId="urn:microsoft.com/office/officeart/2005/8/layout/hierarchy2"/>
    <dgm:cxn modelId="{609DBA98-A428-4AB4-A7A9-B10445194C73}" type="presOf" srcId="{FCA83029-B154-44CE-8852-1E474252EC45}" destId="{66CDB8D3-3C70-422D-9E15-F331B78A46CA}" srcOrd="0" destOrd="0" presId="urn:microsoft.com/office/officeart/2005/8/layout/hierarchy2"/>
    <dgm:cxn modelId="{0BBB419B-0B8B-412C-B35A-360CABD5405A}" srcId="{93462C81-3C09-44A6-8712-4BF67C114858}" destId="{2C86595B-E3E0-4B98-823A-580BFCFD81FC}" srcOrd="1" destOrd="0" parTransId="{E1C683F7-7F94-4169-AA34-BCF458AE8EA8}" sibTransId="{AE9A7D1D-EF04-4F51-8508-FA6A5354D9A4}"/>
    <dgm:cxn modelId="{0434C59B-1AE5-4CB1-9033-F272F3BAB64D}" srcId="{EF3E060F-3295-4F92-9081-AC22C42C5607}" destId="{D78F30DF-A3FA-4CAA-9E9F-2B236364622C}" srcOrd="0" destOrd="0" parTransId="{DADDBDD2-3638-4A98-B4BD-66AC0DF4A703}" sibTransId="{C8FE4448-DF18-4DA4-9657-F0626621BD5E}"/>
    <dgm:cxn modelId="{9C6C04A5-EF7D-440E-A38D-84276F380BC6}" srcId="{33B5BE07-C01D-45E4-AB34-E84B2F079A23}" destId="{EF3E060F-3295-4F92-9081-AC22C42C5607}" srcOrd="1" destOrd="0" parTransId="{CE931386-4C21-48AB-8019-52FA46B11357}" sibTransId="{4D112BD1-035B-4555-9223-1E19851AF140}"/>
    <dgm:cxn modelId="{90C3ACB0-2D91-4C5A-A17A-9444EC1B6968}" type="presOf" srcId="{FCA83029-B154-44CE-8852-1E474252EC45}" destId="{FD4DC57A-09CD-45C3-BCC7-955675A7565E}" srcOrd="1" destOrd="0" presId="urn:microsoft.com/office/officeart/2005/8/layout/hierarchy2"/>
    <dgm:cxn modelId="{AB6ED3B4-8B69-4C14-B32C-651A4D1A6676}" srcId="{0595925F-34BF-49DD-9634-01752FB2C364}" destId="{33B5BE07-C01D-45E4-AB34-E84B2F079A23}" srcOrd="0" destOrd="0" parTransId="{83269BB7-79C7-4E59-8A09-CFE59DD51F37}" sibTransId="{E50F3B2C-63FD-44AB-B89D-9DE71ED7D6AC}"/>
    <dgm:cxn modelId="{172E7EBA-4FDC-46B7-85CF-C373AEB8265B}" type="presOf" srcId="{93462C81-3C09-44A6-8712-4BF67C114858}" destId="{E6B7327E-54FC-4F1D-93E3-D40D6B4B1A9A}" srcOrd="0" destOrd="0" presId="urn:microsoft.com/office/officeart/2005/8/layout/hierarchy2"/>
    <dgm:cxn modelId="{54F311BB-8AC4-43EA-9877-F7DB800B4665}" type="presOf" srcId="{A08A4255-4B9A-4155-93C8-57D0ECB83241}" destId="{4BA14412-7B32-498B-902B-515BABBD4973}" srcOrd="1" destOrd="0" presId="urn:microsoft.com/office/officeart/2005/8/layout/hierarchy2"/>
    <dgm:cxn modelId="{696079BE-F738-4BDB-A572-1511B9694F32}" type="presOf" srcId="{DADDBDD2-3638-4A98-B4BD-66AC0DF4A703}" destId="{DD6F14B9-CF1D-4CB3-A6D1-76E35F39CB71}" srcOrd="1" destOrd="0" presId="urn:microsoft.com/office/officeart/2005/8/layout/hierarchy2"/>
    <dgm:cxn modelId="{38F53AC0-A730-45FA-9E3D-B549FBDB3316}" srcId="{93462C81-3C09-44A6-8712-4BF67C114858}" destId="{51F51412-29C5-4445-B57B-2F61D9B10C00}" srcOrd="0" destOrd="0" parTransId="{FCA83029-B154-44CE-8852-1E474252EC45}" sibTransId="{E6C73734-1E9B-4DC5-B2CE-DA60E6DC3C12}"/>
    <dgm:cxn modelId="{1EA297CD-D82E-433C-BAD5-0A740FCFDFF9}" type="presOf" srcId="{33B5BE07-C01D-45E4-AB34-E84B2F079A23}" destId="{C13BE795-E1B0-4C80-8E24-AFE4DABD5071}" srcOrd="0" destOrd="0" presId="urn:microsoft.com/office/officeart/2005/8/layout/hierarchy2"/>
    <dgm:cxn modelId="{FFED83ED-1E23-4DA5-AEE0-C64E5611892D}" type="presOf" srcId="{DADDBDD2-3638-4A98-B4BD-66AC0DF4A703}" destId="{4251ECBE-4B8C-478F-814F-9A0E0D2D930E}" srcOrd="0" destOrd="0" presId="urn:microsoft.com/office/officeart/2005/8/layout/hierarchy2"/>
    <dgm:cxn modelId="{AAAF3EF3-1413-4B90-842A-09C27ADAABAA}" type="presOf" srcId="{EF3E060F-3295-4F92-9081-AC22C42C5607}" destId="{DEC5BF5C-B8DF-4BF9-A4F9-2B4EC280C501}" srcOrd="0" destOrd="0" presId="urn:microsoft.com/office/officeart/2005/8/layout/hierarchy2"/>
    <dgm:cxn modelId="{63A600F5-5EA9-4734-ADB6-694A4D4E2F6C}" type="presOf" srcId="{53128CCB-FF48-4EE8-976B-039CBA91093B}" destId="{751215D0-F3AC-4802-B6F2-853D0A3133DB}" srcOrd="0" destOrd="0" presId="urn:microsoft.com/office/officeart/2005/8/layout/hierarchy2"/>
    <dgm:cxn modelId="{98BBB2E8-3CCB-497F-993C-EF44BCF99CFA}" type="presParOf" srcId="{7A8E2202-4B7C-411A-9590-CA1810E04DC1}" destId="{783662E4-4FAB-4FE8-87C0-42C0FC9D57C7}" srcOrd="0" destOrd="0" presId="urn:microsoft.com/office/officeart/2005/8/layout/hierarchy2"/>
    <dgm:cxn modelId="{7509140E-46DD-430A-9DB8-CD4E365A9D60}" type="presParOf" srcId="{783662E4-4FAB-4FE8-87C0-42C0FC9D57C7}" destId="{C13BE795-E1B0-4C80-8E24-AFE4DABD5071}" srcOrd="0" destOrd="0" presId="urn:microsoft.com/office/officeart/2005/8/layout/hierarchy2"/>
    <dgm:cxn modelId="{238665E0-AA61-45F4-91D0-801CE3EE9284}" type="presParOf" srcId="{783662E4-4FAB-4FE8-87C0-42C0FC9D57C7}" destId="{322C7E89-EAFC-4A99-930F-2595518F8910}" srcOrd="1" destOrd="0" presId="urn:microsoft.com/office/officeart/2005/8/layout/hierarchy2"/>
    <dgm:cxn modelId="{55608B34-C6CA-4755-935E-3002DC5C25B4}" type="presParOf" srcId="{322C7E89-EAFC-4A99-930F-2595518F8910}" destId="{39402456-D246-476E-9878-7A77D375C184}" srcOrd="0" destOrd="0" presId="urn:microsoft.com/office/officeart/2005/8/layout/hierarchy2"/>
    <dgm:cxn modelId="{726B8367-097D-4F9E-9EC2-8BEF3B2AD841}" type="presParOf" srcId="{39402456-D246-476E-9878-7A77D375C184}" destId="{CE57E945-7804-4602-91CD-B95FC9B6ACB6}" srcOrd="0" destOrd="0" presId="urn:microsoft.com/office/officeart/2005/8/layout/hierarchy2"/>
    <dgm:cxn modelId="{2E9F4DAA-1BE0-4315-88DA-7E5C8E4151C2}" type="presParOf" srcId="{322C7E89-EAFC-4A99-930F-2595518F8910}" destId="{4236FFDA-3054-499D-B339-9FA82F8AB622}" srcOrd="1" destOrd="0" presId="urn:microsoft.com/office/officeart/2005/8/layout/hierarchy2"/>
    <dgm:cxn modelId="{198E4A44-19DA-4BA1-BECE-FEE0D1BE1FEE}" type="presParOf" srcId="{4236FFDA-3054-499D-B339-9FA82F8AB622}" destId="{E6B7327E-54FC-4F1D-93E3-D40D6B4B1A9A}" srcOrd="0" destOrd="0" presId="urn:microsoft.com/office/officeart/2005/8/layout/hierarchy2"/>
    <dgm:cxn modelId="{63C231F7-A5D9-4C9D-B2C1-F7AAF8051C70}" type="presParOf" srcId="{4236FFDA-3054-499D-B339-9FA82F8AB622}" destId="{0AA4EF81-2503-4138-A622-939328734D9D}" srcOrd="1" destOrd="0" presId="urn:microsoft.com/office/officeart/2005/8/layout/hierarchy2"/>
    <dgm:cxn modelId="{A4621CE1-B688-4EE9-834B-013557E08013}" type="presParOf" srcId="{0AA4EF81-2503-4138-A622-939328734D9D}" destId="{66CDB8D3-3C70-422D-9E15-F331B78A46CA}" srcOrd="0" destOrd="0" presId="urn:microsoft.com/office/officeart/2005/8/layout/hierarchy2"/>
    <dgm:cxn modelId="{2D8FD4F7-A417-42DA-9698-59FEA092680C}" type="presParOf" srcId="{66CDB8D3-3C70-422D-9E15-F331B78A46CA}" destId="{FD4DC57A-09CD-45C3-BCC7-955675A7565E}" srcOrd="0" destOrd="0" presId="urn:microsoft.com/office/officeart/2005/8/layout/hierarchy2"/>
    <dgm:cxn modelId="{F4A27F8B-DA78-4ADF-96B6-F5FAAA9CE0AC}" type="presParOf" srcId="{0AA4EF81-2503-4138-A622-939328734D9D}" destId="{CC8CE99A-241F-4753-BBF8-349BE9754E93}" srcOrd="1" destOrd="0" presId="urn:microsoft.com/office/officeart/2005/8/layout/hierarchy2"/>
    <dgm:cxn modelId="{D0E8F303-A33B-4415-8BF2-64E9E442C013}" type="presParOf" srcId="{CC8CE99A-241F-4753-BBF8-349BE9754E93}" destId="{F9DC2149-4784-409C-887C-935F2F8D6D25}" srcOrd="0" destOrd="0" presId="urn:microsoft.com/office/officeart/2005/8/layout/hierarchy2"/>
    <dgm:cxn modelId="{10927C0C-9BF9-473C-A468-C1FE59D81776}" type="presParOf" srcId="{CC8CE99A-241F-4753-BBF8-349BE9754E93}" destId="{85E29670-85F9-435B-917E-5224F69F1514}" srcOrd="1" destOrd="0" presId="urn:microsoft.com/office/officeart/2005/8/layout/hierarchy2"/>
    <dgm:cxn modelId="{42AFBFB9-3449-4F5F-A45D-D191FB0BABC8}" type="presParOf" srcId="{0AA4EF81-2503-4138-A622-939328734D9D}" destId="{C246074C-B947-4CCB-A871-3C6FE30988C2}" srcOrd="2" destOrd="0" presId="urn:microsoft.com/office/officeart/2005/8/layout/hierarchy2"/>
    <dgm:cxn modelId="{D3106C80-CBDC-4A76-97EF-3D83DC2DA0F2}" type="presParOf" srcId="{C246074C-B947-4CCB-A871-3C6FE30988C2}" destId="{8603653B-39AF-4D88-B897-873E5F1389DE}" srcOrd="0" destOrd="0" presId="urn:microsoft.com/office/officeart/2005/8/layout/hierarchy2"/>
    <dgm:cxn modelId="{D39C89B1-3557-4278-AB25-601892E43EE3}" type="presParOf" srcId="{0AA4EF81-2503-4138-A622-939328734D9D}" destId="{C75E76EC-9BE2-434B-B4A6-EA027CCE5FCE}" srcOrd="3" destOrd="0" presId="urn:microsoft.com/office/officeart/2005/8/layout/hierarchy2"/>
    <dgm:cxn modelId="{DC9A779C-E047-4454-8BB5-6E104F1FD61A}" type="presParOf" srcId="{C75E76EC-9BE2-434B-B4A6-EA027CCE5FCE}" destId="{C13F1C83-9B4D-48DB-A446-CFD53A5B9CBC}" srcOrd="0" destOrd="0" presId="urn:microsoft.com/office/officeart/2005/8/layout/hierarchy2"/>
    <dgm:cxn modelId="{BE58202A-BC65-4807-B248-909D7F2810D7}" type="presParOf" srcId="{C75E76EC-9BE2-434B-B4A6-EA027CCE5FCE}" destId="{C1E1E456-1F21-4585-AE8E-15C5345EC5E2}" srcOrd="1" destOrd="0" presId="urn:microsoft.com/office/officeart/2005/8/layout/hierarchy2"/>
    <dgm:cxn modelId="{2FEFE758-2094-4D75-9721-98904A86EAED}" type="presParOf" srcId="{0AA4EF81-2503-4138-A622-939328734D9D}" destId="{751215D0-F3AC-4802-B6F2-853D0A3133DB}" srcOrd="4" destOrd="0" presId="urn:microsoft.com/office/officeart/2005/8/layout/hierarchy2"/>
    <dgm:cxn modelId="{B921C5FD-24B2-442A-A4A0-F2CDEB7E7A57}" type="presParOf" srcId="{751215D0-F3AC-4802-B6F2-853D0A3133DB}" destId="{8CB1F1F3-F939-402B-8BF9-6048CDA2D5BD}" srcOrd="0" destOrd="0" presId="urn:microsoft.com/office/officeart/2005/8/layout/hierarchy2"/>
    <dgm:cxn modelId="{6B250ABB-401B-4E9C-A23A-66932489BA26}" type="presParOf" srcId="{0AA4EF81-2503-4138-A622-939328734D9D}" destId="{3BADA30F-D0F8-496C-841C-7A539BF5ADD2}" srcOrd="5" destOrd="0" presId="urn:microsoft.com/office/officeart/2005/8/layout/hierarchy2"/>
    <dgm:cxn modelId="{48A95E33-6057-4DC0-86A7-4322D5C68F95}" type="presParOf" srcId="{3BADA30F-D0F8-496C-841C-7A539BF5ADD2}" destId="{2EB89367-0EF5-47F1-B62B-AB5596624154}" srcOrd="0" destOrd="0" presId="urn:microsoft.com/office/officeart/2005/8/layout/hierarchy2"/>
    <dgm:cxn modelId="{03950466-3B73-4958-BEAF-DB49F92CA058}" type="presParOf" srcId="{3BADA30F-D0F8-496C-841C-7A539BF5ADD2}" destId="{7113745D-F9D3-44D9-BDBD-7DACDD793782}" srcOrd="1" destOrd="0" presId="urn:microsoft.com/office/officeart/2005/8/layout/hierarchy2"/>
    <dgm:cxn modelId="{4C77F7E8-3794-4F2F-9A29-954D86D9B9AB}" type="presParOf" srcId="{322C7E89-EAFC-4A99-930F-2595518F8910}" destId="{DEEC04C7-C0E3-45C7-AD2A-C18795DFE7C2}" srcOrd="2" destOrd="0" presId="urn:microsoft.com/office/officeart/2005/8/layout/hierarchy2"/>
    <dgm:cxn modelId="{FE9CC338-43BD-4878-8A80-205197456A79}" type="presParOf" srcId="{DEEC04C7-C0E3-45C7-AD2A-C18795DFE7C2}" destId="{0E4A733B-3016-4674-B2B0-580DF3D9E334}" srcOrd="0" destOrd="0" presId="urn:microsoft.com/office/officeart/2005/8/layout/hierarchy2"/>
    <dgm:cxn modelId="{21456C1A-6262-4BC7-9352-475088773D88}" type="presParOf" srcId="{322C7E89-EAFC-4A99-930F-2595518F8910}" destId="{E9A2FD84-37A8-45FC-ACA7-71C66074E8A6}" srcOrd="3" destOrd="0" presId="urn:microsoft.com/office/officeart/2005/8/layout/hierarchy2"/>
    <dgm:cxn modelId="{EE987D59-0A42-4861-AAA6-27AB81F4B41D}" type="presParOf" srcId="{E9A2FD84-37A8-45FC-ACA7-71C66074E8A6}" destId="{DEC5BF5C-B8DF-4BF9-A4F9-2B4EC280C501}" srcOrd="0" destOrd="0" presId="urn:microsoft.com/office/officeart/2005/8/layout/hierarchy2"/>
    <dgm:cxn modelId="{D732AA6A-8015-4C21-AB3D-5CE3439DDACA}" type="presParOf" srcId="{E9A2FD84-37A8-45FC-ACA7-71C66074E8A6}" destId="{BC7F3924-3309-4B1E-9A51-8DB9639997EF}" srcOrd="1" destOrd="0" presId="urn:microsoft.com/office/officeart/2005/8/layout/hierarchy2"/>
    <dgm:cxn modelId="{60B33BE3-B666-4335-89C1-EA4CEC089FED}" type="presParOf" srcId="{BC7F3924-3309-4B1E-9A51-8DB9639997EF}" destId="{4251ECBE-4B8C-478F-814F-9A0E0D2D930E}" srcOrd="0" destOrd="0" presId="urn:microsoft.com/office/officeart/2005/8/layout/hierarchy2"/>
    <dgm:cxn modelId="{555359B4-46BE-48DA-BC5B-5598C551AF14}" type="presParOf" srcId="{4251ECBE-4B8C-478F-814F-9A0E0D2D930E}" destId="{DD6F14B9-CF1D-4CB3-A6D1-76E35F39CB71}" srcOrd="0" destOrd="0" presId="urn:microsoft.com/office/officeart/2005/8/layout/hierarchy2"/>
    <dgm:cxn modelId="{17FE4BA0-EFDD-44D2-A939-E172EF7B658F}" type="presParOf" srcId="{BC7F3924-3309-4B1E-9A51-8DB9639997EF}" destId="{A30AD4B3-399F-4E5A-9815-2EDE5567883B}" srcOrd="1" destOrd="0" presId="urn:microsoft.com/office/officeart/2005/8/layout/hierarchy2"/>
    <dgm:cxn modelId="{541C4EAE-3294-486A-935E-26D96E51A648}" type="presParOf" srcId="{A30AD4B3-399F-4E5A-9815-2EDE5567883B}" destId="{A0E169F6-7C51-42AF-97F4-9B9642D9771D}" srcOrd="0" destOrd="0" presId="urn:microsoft.com/office/officeart/2005/8/layout/hierarchy2"/>
    <dgm:cxn modelId="{FE7DC3E0-EE5D-4CF4-A10D-EECBE07C1ADC}" type="presParOf" srcId="{A30AD4B3-399F-4E5A-9815-2EDE5567883B}" destId="{546048E6-4C27-4656-87D1-C160638F2991}" srcOrd="1" destOrd="0" presId="urn:microsoft.com/office/officeart/2005/8/layout/hierarchy2"/>
    <dgm:cxn modelId="{ADA8E117-B122-412A-BBFD-D3E63605E434}" type="presParOf" srcId="{BC7F3924-3309-4B1E-9A51-8DB9639997EF}" destId="{1EFEA97C-FEE0-4B57-A8F2-5F62F89E4C0B}" srcOrd="2" destOrd="0" presId="urn:microsoft.com/office/officeart/2005/8/layout/hierarchy2"/>
    <dgm:cxn modelId="{9E7364E9-DE2B-41EC-BC81-7CB91DC0A009}" type="presParOf" srcId="{1EFEA97C-FEE0-4B57-A8F2-5F62F89E4C0B}" destId="{4BA14412-7B32-498B-902B-515BABBD4973}" srcOrd="0" destOrd="0" presId="urn:microsoft.com/office/officeart/2005/8/layout/hierarchy2"/>
    <dgm:cxn modelId="{59FBB74C-2243-4623-BB8B-FCDC02783EB6}" type="presParOf" srcId="{BC7F3924-3309-4B1E-9A51-8DB9639997EF}" destId="{0B110832-4DDE-44F8-8B11-F929567D2BEB}" srcOrd="3" destOrd="0" presId="urn:microsoft.com/office/officeart/2005/8/layout/hierarchy2"/>
    <dgm:cxn modelId="{109BCF8F-EE96-4767-9096-822803A9D35F}" type="presParOf" srcId="{0B110832-4DDE-44F8-8B11-F929567D2BEB}" destId="{410A68FA-D411-4CAE-BBF8-F5A9A7AB6541}" srcOrd="0" destOrd="0" presId="urn:microsoft.com/office/officeart/2005/8/layout/hierarchy2"/>
    <dgm:cxn modelId="{F075FA24-B0D6-44B0-9D79-30BB6090F1F1}" type="presParOf" srcId="{0B110832-4DDE-44F8-8B11-F929567D2BEB}" destId="{7003531D-9B6F-4711-A4BC-E2CF3945BDE6}" srcOrd="1" destOrd="0" presId="urn:microsoft.com/office/officeart/2005/8/layout/hierarchy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E5A7D46-4C7E-48DE-9C06-C26F507E77FD}" type="doc">
      <dgm:prSet loTypeId="urn:microsoft.com/office/officeart/2005/8/layout/orgChart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CN" altLang="en-US"/>
        </a:p>
      </dgm:t>
    </dgm:pt>
    <dgm:pt modelId="{96A113AC-068D-471F-BBBD-54D95A3A828D}">
      <dgm:prSet phldrT="[文本]" custT="1"/>
      <dgm:spPr>
        <a:solidFill>
          <a:schemeClr val="accent2">
            <a:lumMod val="20000"/>
            <a:lumOff val="80000"/>
          </a:schemeClr>
        </a:solidFill>
      </dgm:spPr>
      <dgm:t>
        <a:bodyPr/>
        <a:lstStyle/>
        <a:p>
          <a:r>
            <a:rPr lang="zh-CN" altLang="en-US" sz="2400">
              <a:solidFill>
                <a:schemeClr val="tx1"/>
              </a:solidFill>
            </a:rPr>
            <a:t>变量</a:t>
          </a:r>
        </a:p>
      </dgm:t>
    </dgm:pt>
    <dgm:pt modelId="{AEC4492C-AAFC-43A5-9EB8-D6DC69DB7226}" type="parTrans" cxnId="{4CC92EF0-19D5-4064-BFFC-96822564A4EF}">
      <dgm:prSet/>
      <dgm:spPr/>
      <dgm:t>
        <a:bodyPr/>
        <a:lstStyle/>
        <a:p>
          <a:endParaRPr lang="zh-CN" altLang="en-US"/>
        </a:p>
      </dgm:t>
    </dgm:pt>
    <dgm:pt modelId="{A781B452-4ACC-4F40-8BBF-35E778025D8C}" type="sibTrans" cxnId="{4CC92EF0-19D5-4064-BFFC-96822564A4EF}">
      <dgm:prSet/>
      <dgm:spPr/>
      <dgm:t>
        <a:bodyPr/>
        <a:lstStyle/>
        <a:p>
          <a:endParaRPr lang="zh-CN" altLang="en-US"/>
        </a:p>
      </dgm:t>
    </dgm:pt>
    <dgm:pt modelId="{CD773846-E64C-46DD-A320-A68F3F2BE510}">
      <dgm:prSet phldrT="[文本]" custT="1"/>
      <dgm:spPr>
        <a:solidFill>
          <a:schemeClr val="accent4">
            <a:lumMod val="20000"/>
            <a:lumOff val="80000"/>
          </a:schemeClr>
        </a:solidFill>
      </dgm:spPr>
      <dgm:t>
        <a:bodyPr/>
        <a:lstStyle/>
        <a:p>
          <a:r>
            <a:rPr lang="zh-CN" altLang="en-US" sz="2000">
              <a:solidFill>
                <a:schemeClr val="tx1"/>
              </a:solidFill>
            </a:rPr>
            <a:t>变量名</a:t>
          </a:r>
        </a:p>
      </dgm:t>
    </dgm:pt>
    <dgm:pt modelId="{CC889BF4-57D0-4662-8417-C1C6D4FD72C9}" type="parTrans" cxnId="{D5544A70-9982-4DAE-9614-12DBE9C78B98}">
      <dgm:prSet/>
      <dgm:spPr/>
      <dgm:t>
        <a:bodyPr/>
        <a:lstStyle/>
        <a:p>
          <a:endParaRPr lang="zh-CN" altLang="en-US"/>
        </a:p>
      </dgm:t>
    </dgm:pt>
    <dgm:pt modelId="{C8B9AD3D-73D3-4C30-B151-066F0156E9D5}" type="sibTrans" cxnId="{D5544A70-9982-4DAE-9614-12DBE9C78B98}">
      <dgm:prSet/>
      <dgm:spPr/>
      <dgm:t>
        <a:bodyPr/>
        <a:lstStyle/>
        <a:p>
          <a:endParaRPr lang="zh-CN" altLang="en-US"/>
        </a:p>
      </dgm:t>
    </dgm:pt>
    <dgm:pt modelId="{36BBD7D1-F9BB-4721-B51E-0B3F29910BA7}">
      <dgm:prSet phldrT="[文本]" custT="1"/>
      <dgm:spPr>
        <a:solidFill>
          <a:schemeClr val="accent1">
            <a:lumMod val="60000"/>
            <a:lumOff val="40000"/>
          </a:schemeClr>
        </a:solidFill>
      </dgm:spPr>
      <dgm:t>
        <a:bodyPr/>
        <a:lstStyle/>
        <a:p>
          <a:r>
            <a:rPr lang="zh-CN" altLang="en-US" sz="2000">
              <a:solidFill>
                <a:schemeClr val="tx1"/>
              </a:solidFill>
            </a:rPr>
            <a:t>变量值</a:t>
          </a:r>
        </a:p>
      </dgm:t>
    </dgm:pt>
    <dgm:pt modelId="{6D7BBF5D-B680-4524-B79F-943B0B9F8B3E}" type="parTrans" cxnId="{CE2E1AFD-F574-42B2-AF2B-8E0E6A445F1C}">
      <dgm:prSet/>
      <dgm:spPr/>
      <dgm:t>
        <a:bodyPr/>
        <a:lstStyle/>
        <a:p>
          <a:endParaRPr lang="zh-CN" altLang="en-US"/>
        </a:p>
      </dgm:t>
    </dgm:pt>
    <dgm:pt modelId="{CEEE38C1-6BF9-4A8F-A722-35F59A5BD51C}" type="sibTrans" cxnId="{CE2E1AFD-F574-42B2-AF2B-8E0E6A445F1C}">
      <dgm:prSet/>
      <dgm:spPr/>
      <dgm:t>
        <a:bodyPr/>
        <a:lstStyle/>
        <a:p>
          <a:endParaRPr lang="zh-CN" altLang="en-US"/>
        </a:p>
      </dgm:t>
    </dgm:pt>
    <dgm:pt modelId="{00175AC5-7003-44D3-BEAF-1DBB56322023}">
      <dgm:prSet phldrT="[文本]" custT="1"/>
      <dgm:spPr>
        <a:solidFill>
          <a:schemeClr val="accent6">
            <a:lumMod val="20000"/>
            <a:lumOff val="80000"/>
          </a:schemeClr>
        </a:solidFill>
      </dgm:spPr>
      <dgm:t>
        <a:bodyPr/>
        <a:lstStyle/>
        <a:p>
          <a:r>
            <a:rPr lang="zh-CN" altLang="en-US" sz="2000">
              <a:solidFill>
                <a:schemeClr val="tx1"/>
              </a:solidFill>
            </a:rPr>
            <a:t>变量地址</a:t>
          </a:r>
        </a:p>
      </dgm:t>
    </dgm:pt>
    <dgm:pt modelId="{F8224B6F-7DB9-421C-AB6B-BD64979E9465}" type="parTrans" cxnId="{5DA36D2C-C236-43C8-915A-2291D13F8A7F}">
      <dgm:prSet/>
      <dgm:spPr/>
      <dgm:t>
        <a:bodyPr/>
        <a:lstStyle/>
        <a:p>
          <a:endParaRPr lang="zh-CN" altLang="en-US"/>
        </a:p>
      </dgm:t>
    </dgm:pt>
    <dgm:pt modelId="{6B16A6BE-4EE5-4D59-9FE4-BB8D91C2507F}" type="sibTrans" cxnId="{5DA36D2C-C236-43C8-915A-2291D13F8A7F}">
      <dgm:prSet/>
      <dgm:spPr/>
      <dgm:t>
        <a:bodyPr/>
        <a:lstStyle/>
        <a:p>
          <a:endParaRPr lang="zh-CN" altLang="en-US"/>
        </a:p>
      </dgm:t>
    </dgm:pt>
    <dgm:pt modelId="{448856C7-62A5-47F1-9336-4EA723FFE050}" type="pres">
      <dgm:prSet presAssocID="{8E5A7D46-4C7E-48DE-9C06-C26F507E77FD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4C6A5EE4-3EFA-4139-AB33-9A58EB79BF77}" type="pres">
      <dgm:prSet presAssocID="{96A113AC-068D-471F-BBBD-54D95A3A828D}" presName="hierRoot1" presStyleCnt="0">
        <dgm:presLayoutVars>
          <dgm:hierBranch val="init"/>
        </dgm:presLayoutVars>
      </dgm:prSet>
      <dgm:spPr/>
    </dgm:pt>
    <dgm:pt modelId="{99C462B2-4883-4FBD-91EA-E24CADADB594}" type="pres">
      <dgm:prSet presAssocID="{96A113AC-068D-471F-BBBD-54D95A3A828D}" presName="rootComposite1" presStyleCnt="0"/>
      <dgm:spPr/>
    </dgm:pt>
    <dgm:pt modelId="{801EAA02-3F63-4593-9BF2-D181E911890A}" type="pres">
      <dgm:prSet presAssocID="{96A113AC-068D-471F-BBBD-54D95A3A828D}" presName="rootText1" presStyleLbl="node0" presStyleIdx="0" presStyleCnt="1" custScaleX="54958" custScaleY="43024" custLinFactNeighborX="-2689" custLinFactNeighborY="-1239">
        <dgm:presLayoutVars>
          <dgm:chPref val="3"/>
        </dgm:presLayoutVars>
      </dgm:prSet>
      <dgm:spPr/>
    </dgm:pt>
    <dgm:pt modelId="{48255C59-DBC1-42AE-9089-7218236DFB48}" type="pres">
      <dgm:prSet presAssocID="{96A113AC-068D-471F-BBBD-54D95A3A828D}" presName="rootConnector1" presStyleLbl="node1" presStyleIdx="0" presStyleCnt="0"/>
      <dgm:spPr/>
    </dgm:pt>
    <dgm:pt modelId="{A73560FF-19BE-4837-A99E-584064FBA2F0}" type="pres">
      <dgm:prSet presAssocID="{96A113AC-068D-471F-BBBD-54D95A3A828D}" presName="hierChild2" presStyleCnt="0"/>
      <dgm:spPr/>
    </dgm:pt>
    <dgm:pt modelId="{A257E10B-A746-4D20-B462-BFBC1E9154B7}" type="pres">
      <dgm:prSet presAssocID="{CC889BF4-57D0-4662-8417-C1C6D4FD72C9}" presName="Name37" presStyleLbl="parChTrans1D2" presStyleIdx="0" presStyleCnt="3"/>
      <dgm:spPr/>
    </dgm:pt>
    <dgm:pt modelId="{2192406C-00E8-4B37-BD89-EFE39884E945}" type="pres">
      <dgm:prSet presAssocID="{CD773846-E64C-46DD-A320-A68F3F2BE510}" presName="hierRoot2" presStyleCnt="0">
        <dgm:presLayoutVars>
          <dgm:hierBranch val="init"/>
        </dgm:presLayoutVars>
      </dgm:prSet>
      <dgm:spPr/>
    </dgm:pt>
    <dgm:pt modelId="{C784B177-161F-4F74-A76B-10E65821E156}" type="pres">
      <dgm:prSet presAssocID="{CD773846-E64C-46DD-A320-A68F3F2BE510}" presName="rootComposite" presStyleCnt="0"/>
      <dgm:spPr/>
    </dgm:pt>
    <dgm:pt modelId="{CA909FF1-B843-4680-AE73-64512D32F7BA}" type="pres">
      <dgm:prSet presAssocID="{CD773846-E64C-46DD-A320-A68F3F2BE510}" presName="rootText" presStyleLbl="node2" presStyleIdx="0" presStyleCnt="3" custScaleX="56147" custScaleY="40479">
        <dgm:presLayoutVars>
          <dgm:chPref val="3"/>
        </dgm:presLayoutVars>
      </dgm:prSet>
      <dgm:spPr/>
    </dgm:pt>
    <dgm:pt modelId="{53E1CB75-220E-4AB1-8498-69FD4DBE0FED}" type="pres">
      <dgm:prSet presAssocID="{CD773846-E64C-46DD-A320-A68F3F2BE510}" presName="rootConnector" presStyleLbl="node2" presStyleIdx="0" presStyleCnt="3"/>
      <dgm:spPr/>
    </dgm:pt>
    <dgm:pt modelId="{6D638512-C36F-45B5-A664-79A07C37E32F}" type="pres">
      <dgm:prSet presAssocID="{CD773846-E64C-46DD-A320-A68F3F2BE510}" presName="hierChild4" presStyleCnt="0"/>
      <dgm:spPr/>
    </dgm:pt>
    <dgm:pt modelId="{6582E8E0-DA3D-4A31-9651-6B842D4FEF05}" type="pres">
      <dgm:prSet presAssocID="{CD773846-E64C-46DD-A320-A68F3F2BE510}" presName="hierChild5" presStyleCnt="0"/>
      <dgm:spPr/>
    </dgm:pt>
    <dgm:pt modelId="{96134D97-0582-44E8-B09F-11BD22D18183}" type="pres">
      <dgm:prSet presAssocID="{6D7BBF5D-B680-4524-B79F-943B0B9F8B3E}" presName="Name37" presStyleLbl="parChTrans1D2" presStyleIdx="1" presStyleCnt="3"/>
      <dgm:spPr/>
    </dgm:pt>
    <dgm:pt modelId="{DB85A23B-4E9B-4BB1-8B73-7DCA822CE493}" type="pres">
      <dgm:prSet presAssocID="{36BBD7D1-F9BB-4721-B51E-0B3F29910BA7}" presName="hierRoot2" presStyleCnt="0">
        <dgm:presLayoutVars>
          <dgm:hierBranch val="init"/>
        </dgm:presLayoutVars>
      </dgm:prSet>
      <dgm:spPr/>
    </dgm:pt>
    <dgm:pt modelId="{08F57704-AAC1-4B67-8CCC-6C693B26E708}" type="pres">
      <dgm:prSet presAssocID="{36BBD7D1-F9BB-4721-B51E-0B3F29910BA7}" presName="rootComposite" presStyleCnt="0"/>
      <dgm:spPr/>
    </dgm:pt>
    <dgm:pt modelId="{660EF62F-0D68-46E3-B610-921E9A1864ED}" type="pres">
      <dgm:prSet presAssocID="{36BBD7D1-F9BB-4721-B51E-0B3F29910BA7}" presName="rootText" presStyleLbl="node2" presStyleIdx="1" presStyleCnt="3" custScaleX="67726" custScaleY="41312">
        <dgm:presLayoutVars>
          <dgm:chPref val="3"/>
        </dgm:presLayoutVars>
      </dgm:prSet>
      <dgm:spPr/>
    </dgm:pt>
    <dgm:pt modelId="{4D135E7E-46BB-4296-97C4-346D598FC607}" type="pres">
      <dgm:prSet presAssocID="{36BBD7D1-F9BB-4721-B51E-0B3F29910BA7}" presName="rootConnector" presStyleLbl="node2" presStyleIdx="1" presStyleCnt="3"/>
      <dgm:spPr/>
    </dgm:pt>
    <dgm:pt modelId="{0C53049C-E2DD-4347-B226-D7EB1C300997}" type="pres">
      <dgm:prSet presAssocID="{36BBD7D1-F9BB-4721-B51E-0B3F29910BA7}" presName="hierChild4" presStyleCnt="0"/>
      <dgm:spPr/>
    </dgm:pt>
    <dgm:pt modelId="{09CE6D63-E369-4129-9F15-56A44E140E72}" type="pres">
      <dgm:prSet presAssocID="{36BBD7D1-F9BB-4721-B51E-0B3F29910BA7}" presName="hierChild5" presStyleCnt="0"/>
      <dgm:spPr/>
    </dgm:pt>
    <dgm:pt modelId="{27D96609-7D67-4179-B37D-B490C0E9D1EF}" type="pres">
      <dgm:prSet presAssocID="{F8224B6F-7DB9-421C-AB6B-BD64979E9465}" presName="Name37" presStyleLbl="parChTrans1D2" presStyleIdx="2" presStyleCnt="3"/>
      <dgm:spPr/>
    </dgm:pt>
    <dgm:pt modelId="{80E4226B-9C13-4672-BF0B-7D388A98538F}" type="pres">
      <dgm:prSet presAssocID="{00175AC5-7003-44D3-BEAF-1DBB56322023}" presName="hierRoot2" presStyleCnt="0">
        <dgm:presLayoutVars>
          <dgm:hierBranch val="init"/>
        </dgm:presLayoutVars>
      </dgm:prSet>
      <dgm:spPr/>
    </dgm:pt>
    <dgm:pt modelId="{5468186C-5C09-4CFA-844A-BA1049C20254}" type="pres">
      <dgm:prSet presAssocID="{00175AC5-7003-44D3-BEAF-1DBB56322023}" presName="rootComposite" presStyleCnt="0"/>
      <dgm:spPr/>
    </dgm:pt>
    <dgm:pt modelId="{447F06E8-4D1F-4BAF-855B-2F52F3505C9C}" type="pres">
      <dgm:prSet presAssocID="{00175AC5-7003-44D3-BEAF-1DBB56322023}" presName="rootText" presStyleLbl="node2" presStyleIdx="2" presStyleCnt="3" custScaleX="62510" custScaleY="37755">
        <dgm:presLayoutVars>
          <dgm:chPref val="3"/>
        </dgm:presLayoutVars>
      </dgm:prSet>
      <dgm:spPr/>
    </dgm:pt>
    <dgm:pt modelId="{E962014E-99AD-409B-8077-D7EB39AD30DA}" type="pres">
      <dgm:prSet presAssocID="{00175AC5-7003-44D3-BEAF-1DBB56322023}" presName="rootConnector" presStyleLbl="node2" presStyleIdx="2" presStyleCnt="3"/>
      <dgm:spPr/>
    </dgm:pt>
    <dgm:pt modelId="{08AFEAAE-E288-496A-9C17-ED6E9A3E0020}" type="pres">
      <dgm:prSet presAssocID="{00175AC5-7003-44D3-BEAF-1DBB56322023}" presName="hierChild4" presStyleCnt="0"/>
      <dgm:spPr/>
    </dgm:pt>
    <dgm:pt modelId="{D50A85FD-13F3-4D01-8B27-C8580F50AAC8}" type="pres">
      <dgm:prSet presAssocID="{00175AC5-7003-44D3-BEAF-1DBB56322023}" presName="hierChild5" presStyleCnt="0"/>
      <dgm:spPr/>
    </dgm:pt>
    <dgm:pt modelId="{9A9EBC59-0B25-4EDF-A37D-CD4BD0C2AA4F}" type="pres">
      <dgm:prSet presAssocID="{96A113AC-068D-471F-BBBD-54D95A3A828D}" presName="hierChild3" presStyleCnt="0"/>
      <dgm:spPr/>
    </dgm:pt>
  </dgm:ptLst>
  <dgm:cxnLst>
    <dgm:cxn modelId="{6F917A07-6051-4033-94AE-06D0F6EFB83E}" type="presOf" srcId="{CD773846-E64C-46DD-A320-A68F3F2BE510}" destId="{53E1CB75-220E-4AB1-8498-69FD4DBE0FED}" srcOrd="1" destOrd="0" presId="urn:microsoft.com/office/officeart/2005/8/layout/orgChart1"/>
    <dgm:cxn modelId="{5DA36D2C-C236-43C8-915A-2291D13F8A7F}" srcId="{96A113AC-068D-471F-BBBD-54D95A3A828D}" destId="{00175AC5-7003-44D3-BEAF-1DBB56322023}" srcOrd="2" destOrd="0" parTransId="{F8224B6F-7DB9-421C-AB6B-BD64979E9465}" sibTransId="{6B16A6BE-4EE5-4D59-9FE4-BB8D91C2507F}"/>
    <dgm:cxn modelId="{B0FF252D-7BD5-4049-9E7B-C4082277B639}" type="presOf" srcId="{96A113AC-068D-471F-BBBD-54D95A3A828D}" destId="{48255C59-DBC1-42AE-9089-7218236DFB48}" srcOrd="1" destOrd="0" presId="urn:microsoft.com/office/officeart/2005/8/layout/orgChart1"/>
    <dgm:cxn modelId="{2EA17740-4CEF-48D9-9A3F-62D1F678B23E}" type="presOf" srcId="{CC889BF4-57D0-4662-8417-C1C6D4FD72C9}" destId="{A257E10B-A746-4D20-B462-BFBC1E9154B7}" srcOrd="0" destOrd="0" presId="urn:microsoft.com/office/officeart/2005/8/layout/orgChart1"/>
    <dgm:cxn modelId="{112F086E-09FA-41CF-8889-EF066FB4620B}" type="presOf" srcId="{8E5A7D46-4C7E-48DE-9C06-C26F507E77FD}" destId="{448856C7-62A5-47F1-9336-4EA723FFE050}" srcOrd="0" destOrd="0" presId="urn:microsoft.com/office/officeart/2005/8/layout/orgChart1"/>
    <dgm:cxn modelId="{D5544A70-9982-4DAE-9614-12DBE9C78B98}" srcId="{96A113AC-068D-471F-BBBD-54D95A3A828D}" destId="{CD773846-E64C-46DD-A320-A68F3F2BE510}" srcOrd="0" destOrd="0" parTransId="{CC889BF4-57D0-4662-8417-C1C6D4FD72C9}" sibTransId="{C8B9AD3D-73D3-4C30-B151-066F0156E9D5}"/>
    <dgm:cxn modelId="{88752C7A-E809-4CC9-8C2D-3558A289F217}" type="presOf" srcId="{36BBD7D1-F9BB-4721-B51E-0B3F29910BA7}" destId="{4D135E7E-46BB-4296-97C4-346D598FC607}" srcOrd="1" destOrd="0" presId="urn:microsoft.com/office/officeart/2005/8/layout/orgChart1"/>
    <dgm:cxn modelId="{6473E68F-7CE8-4B41-9B2F-F84EE3E4E0BF}" type="presOf" srcId="{F8224B6F-7DB9-421C-AB6B-BD64979E9465}" destId="{27D96609-7D67-4179-B37D-B490C0E9D1EF}" srcOrd="0" destOrd="0" presId="urn:microsoft.com/office/officeart/2005/8/layout/orgChart1"/>
    <dgm:cxn modelId="{DBA20292-A804-44B7-8328-229D9A045B68}" type="presOf" srcId="{00175AC5-7003-44D3-BEAF-1DBB56322023}" destId="{E962014E-99AD-409B-8077-D7EB39AD30DA}" srcOrd="1" destOrd="0" presId="urn:microsoft.com/office/officeart/2005/8/layout/orgChart1"/>
    <dgm:cxn modelId="{76EE0DC7-F493-47CC-9B92-05944C6C9E98}" type="presOf" srcId="{36BBD7D1-F9BB-4721-B51E-0B3F29910BA7}" destId="{660EF62F-0D68-46E3-B610-921E9A1864ED}" srcOrd="0" destOrd="0" presId="urn:microsoft.com/office/officeart/2005/8/layout/orgChart1"/>
    <dgm:cxn modelId="{269EDFCA-E887-4ED2-90E9-2CCC2F1C05EB}" type="presOf" srcId="{96A113AC-068D-471F-BBBD-54D95A3A828D}" destId="{801EAA02-3F63-4593-9BF2-D181E911890A}" srcOrd="0" destOrd="0" presId="urn:microsoft.com/office/officeart/2005/8/layout/orgChart1"/>
    <dgm:cxn modelId="{055D44E0-25CE-492D-8D6E-C2B5ED36A9F8}" type="presOf" srcId="{00175AC5-7003-44D3-BEAF-1DBB56322023}" destId="{447F06E8-4D1F-4BAF-855B-2F52F3505C9C}" srcOrd="0" destOrd="0" presId="urn:microsoft.com/office/officeart/2005/8/layout/orgChart1"/>
    <dgm:cxn modelId="{4CC92EF0-19D5-4064-BFFC-96822564A4EF}" srcId="{8E5A7D46-4C7E-48DE-9C06-C26F507E77FD}" destId="{96A113AC-068D-471F-BBBD-54D95A3A828D}" srcOrd="0" destOrd="0" parTransId="{AEC4492C-AAFC-43A5-9EB8-D6DC69DB7226}" sibTransId="{A781B452-4ACC-4F40-8BBF-35E778025D8C}"/>
    <dgm:cxn modelId="{71E8BAF0-C62B-4B27-953F-B47068DDA13B}" type="presOf" srcId="{6D7BBF5D-B680-4524-B79F-943B0B9F8B3E}" destId="{96134D97-0582-44E8-B09F-11BD22D18183}" srcOrd="0" destOrd="0" presId="urn:microsoft.com/office/officeart/2005/8/layout/orgChart1"/>
    <dgm:cxn modelId="{F85ADBF4-8C7B-416E-BA99-D0F5E413BBC6}" type="presOf" srcId="{CD773846-E64C-46DD-A320-A68F3F2BE510}" destId="{CA909FF1-B843-4680-AE73-64512D32F7BA}" srcOrd="0" destOrd="0" presId="urn:microsoft.com/office/officeart/2005/8/layout/orgChart1"/>
    <dgm:cxn modelId="{CE2E1AFD-F574-42B2-AF2B-8E0E6A445F1C}" srcId="{96A113AC-068D-471F-BBBD-54D95A3A828D}" destId="{36BBD7D1-F9BB-4721-B51E-0B3F29910BA7}" srcOrd="1" destOrd="0" parTransId="{6D7BBF5D-B680-4524-B79F-943B0B9F8B3E}" sibTransId="{CEEE38C1-6BF9-4A8F-A722-35F59A5BD51C}"/>
    <dgm:cxn modelId="{A4E9D113-8DAF-4730-80E8-32F21428E50E}" type="presParOf" srcId="{448856C7-62A5-47F1-9336-4EA723FFE050}" destId="{4C6A5EE4-3EFA-4139-AB33-9A58EB79BF77}" srcOrd="0" destOrd="0" presId="urn:microsoft.com/office/officeart/2005/8/layout/orgChart1"/>
    <dgm:cxn modelId="{2FFB6AB4-84E8-448C-A0BF-50C4BDC97AC3}" type="presParOf" srcId="{4C6A5EE4-3EFA-4139-AB33-9A58EB79BF77}" destId="{99C462B2-4883-4FBD-91EA-E24CADADB594}" srcOrd="0" destOrd="0" presId="urn:microsoft.com/office/officeart/2005/8/layout/orgChart1"/>
    <dgm:cxn modelId="{0CBE0AC9-419F-4F08-B043-13136CF93814}" type="presParOf" srcId="{99C462B2-4883-4FBD-91EA-E24CADADB594}" destId="{801EAA02-3F63-4593-9BF2-D181E911890A}" srcOrd="0" destOrd="0" presId="urn:microsoft.com/office/officeart/2005/8/layout/orgChart1"/>
    <dgm:cxn modelId="{D274688D-AC05-4FC5-BAF4-6A6A7C97BAC9}" type="presParOf" srcId="{99C462B2-4883-4FBD-91EA-E24CADADB594}" destId="{48255C59-DBC1-42AE-9089-7218236DFB48}" srcOrd="1" destOrd="0" presId="urn:microsoft.com/office/officeart/2005/8/layout/orgChart1"/>
    <dgm:cxn modelId="{C04DA066-A2EF-4D06-8DA3-F60C59EC793E}" type="presParOf" srcId="{4C6A5EE4-3EFA-4139-AB33-9A58EB79BF77}" destId="{A73560FF-19BE-4837-A99E-584064FBA2F0}" srcOrd="1" destOrd="0" presId="urn:microsoft.com/office/officeart/2005/8/layout/orgChart1"/>
    <dgm:cxn modelId="{269F875A-57FB-4FA1-B7A1-0F78377E291B}" type="presParOf" srcId="{A73560FF-19BE-4837-A99E-584064FBA2F0}" destId="{A257E10B-A746-4D20-B462-BFBC1E9154B7}" srcOrd="0" destOrd="0" presId="urn:microsoft.com/office/officeart/2005/8/layout/orgChart1"/>
    <dgm:cxn modelId="{9C36A876-B46F-4A51-8410-B7BCBD7DE01C}" type="presParOf" srcId="{A73560FF-19BE-4837-A99E-584064FBA2F0}" destId="{2192406C-00E8-4B37-BD89-EFE39884E945}" srcOrd="1" destOrd="0" presId="urn:microsoft.com/office/officeart/2005/8/layout/orgChart1"/>
    <dgm:cxn modelId="{DDC4D819-DD25-4132-B25E-8C82471E253D}" type="presParOf" srcId="{2192406C-00E8-4B37-BD89-EFE39884E945}" destId="{C784B177-161F-4F74-A76B-10E65821E156}" srcOrd="0" destOrd="0" presId="urn:microsoft.com/office/officeart/2005/8/layout/orgChart1"/>
    <dgm:cxn modelId="{B1C7B8F7-BC57-488E-A049-46290EFEB95F}" type="presParOf" srcId="{C784B177-161F-4F74-A76B-10E65821E156}" destId="{CA909FF1-B843-4680-AE73-64512D32F7BA}" srcOrd="0" destOrd="0" presId="urn:microsoft.com/office/officeart/2005/8/layout/orgChart1"/>
    <dgm:cxn modelId="{A4766512-175E-4019-A20C-62571732BFCE}" type="presParOf" srcId="{C784B177-161F-4F74-A76B-10E65821E156}" destId="{53E1CB75-220E-4AB1-8498-69FD4DBE0FED}" srcOrd="1" destOrd="0" presId="urn:microsoft.com/office/officeart/2005/8/layout/orgChart1"/>
    <dgm:cxn modelId="{BC8611ED-8888-4755-93BA-67DEFEA92665}" type="presParOf" srcId="{2192406C-00E8-4B37-BD89-EFE39884E945}" destId="{6D638512-C36F-45B5-A664-79A07C37E32F}" srcOrd="1" destOrd="0" presId="urn:microsoft.com/office/officeart/2005/8/layout/orgChart1"/>
    <dgm:cxn modelId="{58C668A9-22AC-46FF-A954-4068E7BCC74A}" type="presParOf" srcId="{2192406C-00E8-4B37-BD89-EFE39884E945}" destId="{6582E8E0-DA3D-4A31-9651-6B842D4FEF05}" srcOrd="2" destOrd="0" presId="urn:microsoft.com/office/officeart/2005/8/layout/orgChart1"/>
    <dgm:cxn modelId="{96EAE872-36FD-4863-8E3E-90B814FF4509}" type="presParOf" srcId="{A73560FF-19BE-4837-A99E-584064FBA2F0}" destId="{96134D97-0582-44E8-B09F-11BD22D18183}" srcOrd="2" destOrd="0" presId="urn:microsoft.com/office/officeart/2005/8/layout/orgChart1"/>
    <dgm:cxn modelId="{EA12637E-1A40-4EFA-9120-04C9713DE663}" type="presParOf" srcId="{A73560FF-19BE-4837-A99E-584064FBA2F0}" destId="{DB85A23B-4E9B-4BB1-8B73-7DCA822CE493}" srcOrd="3" destOrd="0" presId="urn:microsoft.com/office/officeart/2005/8/layout/orgChart1"/>
    <dgm:cxn modelId="{782B5EF3-93D2-4C29-AA25-8B90DE077677}" type="presParOf" srcId="{DB85A23B-4E9B-4BB1-8B73-7DCA822CE493}" destId="{08F57704-AAC1-4B67-8CCC-6C693B26E708}" srcOrd="0" destOrd="0" presId="urn:microsoft.com/office/officeart/2005/8/layout/orgChart1"/>
    <dgm:cxn modelId="{18B90DC8-BA48-4BE0-BCB1-D2005DFE7671}" type="presParOf" srcId="{08F57704-AAC1-4B67-8CCC-6C693B26E708}" destId="{660EF62F-0D68-46E3-B610-921E9A1864ED}" srcOrd="0" destOrd="0" presId="urn:microsoft.com/office/officeart/2005/8/layout/orgChart1"/>
    <dgm:cxn modelId="{24D01020-6C8E-4798-8264-50709372557D}" type="presParOf" srcId="{08F57704-AAC1-4B67-8CCC-6C693B26E708}" destId="{4D135E7E-46BB-4296-97C4-346D598FC607}" srcOrd="1" destOrd="0" presId="urn:microsoft.com/office/officeart/2005/8/layout/orgChart1"/>
    <dgm:cxn modelId="{11991541-BDD0-4238-B7F0-28451CDC3902}" type="presParOf" srcId="{DB85A23B-4E9B-4BB1-8B73-7DCA822CE493}" destId="{0C53049C-E2DD-4347-B226-D7EB1C300997}" srcOrd="1" destOrd="0" presId="urn:microsoft.com/office/officeart/2005/8/layout/orgChart1"/>
    <dgm:cxn modelId="{40E86220-D726-47EA-8FF0-4E965A390DBF}" type="presParOf" srcId="{DB85A23B-4E9B-4BB1-8B73-7DCA822CE493}" destId="{09CE6D63-E369-4129-9F15-56A44E140E72}" srcOrd="2" destOrd="0" presId="urn:microsoft.com/office/officeart/2005/8/layout/orgChart1"/>
    <dgm:cxn modelId="{888BC53E-1D07-412F-A7D4-7162DBEA3FDB}" type="presParOf" srcId="{A73560FF-19BE-4837-A99E-584064FBA2F0}" destId="{27D96609-7D67-4179-B37D-B490C0E9D1EF}" srcOrd="4" destOrd="0" presId="urn:microsoft.com/office/officeart/2005/8/layout/orgChart1"/>
    <dgm:cxn modelId="{3250725B-B754-4F72-B99E-95CDD9BECDAF}" type="presParOf" srcId="{A73560FF-19BE-4837-A99E-584064FBA2F0}" destId="{80E4226B-9C13-4672-BF0B-7D388A98538F}" srcOrd="5" destOrd="0" presId="urn:microsoft.com/office/officeart/2005/8/layout/orgChart1"/>
    <dgm:cxn modelId="{1B0ABFF1-221F-441D-A171-B69DD0B8BEC2}" type="presParOf" srcId="{80E4226B-9C13-4672-BF0B-7D388A98538F}" destId="{5468186C-5C09-4CFA-844A-BA1049C20254}" srcOrd="0" destOrd="0" presId="urn:microsoft.com/office/officeart/2005/8/layout/orgChart1"/>
    <dgm:cxn modelId="{ABBA1DB0-32D3-4261-872E-F2A9C1E7773A}" type="presParOf" srcId="{5468186C-5C09-4CFA-844A-BA1049C20254}" destId="{447F06E8-4D1F-4BAF-855B-2F52F3505C9C}" srcOrd="0" destOrd="0" presId="urn:microsoft.com/office/officeart/2005/8/layout/orgChart1"/>
    <dgm:cxn modelId="{B590D9B9-0E8C-438B-B8C7-B719519CFB41}" type="presParOf" srcId="{5468186C-5C09-4CFA-844A-BA1049C20254}" destId="{E962014E-99AD-409B-8077-D7EB39AD30DA}" srcOrd="1" destOrd="0" presId="urn:microsoft.com/office/officeart/2005/8/layout/orgChart1"/>
    <dgm:cxn modelId="{EE0E71E2-3B76-4A12-BD5F-8773E1241BF9}" type="presParOf" srcId="{80E4226B-9C13-4672-BF0B-7D388A98538F}" destId="{08AFEAAE-E288-496A-9C17-ED6E9A3E0020}" srcOrd="1" destOrd="0" presId="urn:microsoft.com/office/officeart/2005/8/layout/orgChart1"/>
    <dgm:cxn modelId="{3FC6BB88-8064-43D5-9EE3-BD98051F4A2A}" type="presParOf" srcId="{80E4226B-9C13-4672-BF0B-7D388A98538F}" destId="{D50A85FD-13F3-4D01-8B27-C8580F50AAC8}" srcOrd="2" destOrd="0" presId="urn:microsoft.com/office/officeart/2005/8/layout/orgChart1"/>
    <dgm:cxn modelId="{EE304A87-8A26-4CAF-A81A-CBC9430473C6}" type="presParOf" srcId="{4C6A5EE4-3EFA-4139-AB33-9A58EB79BF77}" destId="{9A9EBC59-0B25-4EDF-A37D-CD4BD0C2AA4F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13BE795-E1B0-4C80-8E24-AFE4DABD5071}">
      <dsp:nvSpPr>
        <dsp:cNvPr id="0" name=""/>
        <dsp:cNvSpPr/>
      </dsp:nvSpPr>
      <dsp:spPr>
        <a:xfrm>
          <a:off x="648077" y="1944218"/>
          <a:ext cx="1584613" cy="79230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200" b="0" kern="1200">
              <a:solidFill>
                <a:schemeClr val="bg1"/>
              </a:solidFill>
            </a:rPr>
            <a:t>复合数据类型</a:t>
          </a:r>
        </a:p>
      </dsp:txBody>
      <dsp:txXfrm>
        <a:off x="671283" y="1967424"/>
        <a:ext cx="1538201" cy="745894"/>
      </dsp:txXfrm>
    </dsp:sp>
    <dsp:sp modelId="{39402456-D246-476E-9878-7A77D375C184}">
      <dsp:nvSpPr>
        <dsp:cNvPr id="0" name=""/>
        <dsp:cNvSpPr/>
      </dsp:nvSpPr>
      <dsp:spPr>
        <a:xfrm rot="18635187">
          <a:off x="2000777" y="1820252"/>
          <a:ext cx="1327471" cy="32124"/>
        </a:xfrm>
        <a:custGeom>
          <a:avLst/>
          <a:gdLst/>
          <a:ahLst/>
          <a:cxnLst/>
          <a:rect l="0" t="0" r="0" b="0"/>
          <a:pathLst>
            <a:path>
              <a:moveTo>
                <a:pt x="0" y="16062"/>
              </a:moveTo>
              <a:lnTo>
                <a:pt x="1327471" y="16062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500" kern="1200"/>
        </a:p>
      </dsp:txBody>
      <dsp:txXfrm>
        <a:off x="2631326" y="1803127"/>
        <a:ext cx="66373" cy="66373"/>
      </dsp:txXfrm>
    </dsp:sp>
    <dsp:sp modelId="{E6B7327E-54FC-4F1D-93E3-D40D6B4B1A9A}">
      <dsp:nvSpPr>
        <dsp:cNvPr id="0" name=""/>
        <dsp:cNvSpPr/>
      </dsp:nvSpPr>
      <dsp:spPr>
        <a:xfrm>
          <a:off x="3096336" y="936103"/>
          <a:ext cx="1584613" cy="79230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200" kern="1200"/>
            <a:t>序列</a:t>
          </a:r>
        </a:p>
      </dsp:txBody>
      <dsp:txXfrm>
        <a:off x="3119542" y="959309"/>
        <a:ext cx="1538201" cy="745894"/>
      </dsp:txXfrm>
    </dsp:sp>
    <dsp:sp modelId="{66CDB8D3-3C70-422D-9E15-F331B78A46CA}">
      <dsp:nvSpPr>
        <dsp:cNvPr id="0" name=""/>
        <dsp:cNvSpPr/>
      </dsp:nvSpPr>
      <dsp:spPr>
        <a:xfrm rot="19326479">
          <a:off x="4520503" y="848793"/>
          <a:ext cx="1522046" cy="32124"/>
        </a:xfrm>
        <a:custGeom>
          <a:avLst/>
          <a:gdLst/>
          <a:ahLst/>
          <a:cxnLst/>
          <a:rect l="0" t="0" r="0" b="0"/>
          <a:pathLst>
            <a:path>
              <a:moveTo>
                <a:pt x="0" y="16062"/>
              </a:moveTo>
              <a:lnTo>
                <a:pt x="1522046" y="16062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500" kern="1200"/>
        </a:p>
      </dsp:txBody>
      <dsp:txXfrm>
        <a:off x="5243475" y="826804"/>
        <a:ext cx="76102" cy="76102"/>
      </dsp:txXfrm>
    </dsp:sp>
    <dsp:sp modelId="{F9DC2149-4784-409C-887C-935F2F8D6D25}">
      <dsp:nvSpPr>
        <dsp:cNvPr id="0" name=""/>
        <dsp:cNvSpPr/>
      </dsp:nvSpPr>
      <dsp:spPr>
        <a:xfrm>
          <a:off x="5882103" y="1300"/>
          <a:ext cx="1584613" cy="79230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200" kern="1200"/>
            <a:t>列表</a:t>
          </a:r>
        </a:p>
      </dsp:txBody>
      <dsp:txXfrm>
        <a:off x="5905309" y="24506"/>
        <a:ext cx="1538201" cy="745894"/>
      </dsp:txXfrm>
    </dsp:sp>
    <dsp:sp modelId="{C246074C-B947-4CCB-A871-3C6FE30988C2}">
      <dsp:nvSpPr>
        <dsp:cNvPr id="0" name=""/>
        <dsp:cNvSpPr/>
      </dsp:nvSpPr>
      <dsp:spPr>
        <a:xfrm rot="21532320">
          <a:off x="4680833" y="1304369"/>
          <a:ext cx="1201385" cy="32124"/>
        </a:xfrm>
        <a:custGeom>
          <a:avLst/>
          <a:gdLst/>
          <a:ahLst/>
          <a:cxnLst/>
          <a:rect l="0" t="0" r="0" b="0"/>
          <a:pathLst>
            <a:path>
              <a:moveTo>
                <a:pt x="0" y="16062"/>
              </a:moveTo>
              <a:lnTo>
                <a:pt x="1201385" y="16062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500" kern="1200"/>
        </a:p>
      </dsp:txBody>
      <dsp:txXfrm>
        <a:off x="5251492" y="1290397"/>
        <a:ext cx="60069" cy="60069"/>
      </dsp:txXfrm>
    </dsp:sp>
    <dsp:sp modelId="{C13F1C83-9B4D-48DB-A446-CFD53A5B9CBC}">
      <dsp:nvSpPr>
        <dsp:cNvPr id="0" name=""/>
        <dsp:cNvSpPr/>
      </dsp:nvSpPr>
      <dsp:spPr>
        <a:xfrm>
          <a:off x="5882103" y="912453"/>
          <a:ext cx="1584613" cy="79230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200" kern="1200"/>
            <a:t>元组</a:t>
          </a:r>
        </a:p>
      </dsp:txBody>
      <dsp:txXfrm>
        <a:off x="5905309" y="935659"/>
        <a:ext cx="1538201" cy="745894"/>
      </dsp:txXfrm>
    </dsp:sp>
    <dsp:sp modelId="{751215D0-F3AC-4802-B6F2-853D0A3133DB}">
      <dsp:nvSpPr>
        <dsp:cNvPr id="0" name=""/>
        <dsp:cNvSpPr/>
      </dsp:nvSpPr>
      <dsp:spPr>
        <a:xfrm rot="2187587">
          <a:off x="4534795" y="1759946"/>
          <a:ext cx="1493461" cy="32124"/>
        </a:xfrm>
        <a:custGeom>
          <a:avLst/>
          <a:gdLst/>
          <a:ahLst/>
          <a:cxnLst/>
          <a:rect l="0" t="0" r="0" b="0"/>
          <a:pathLst>
            <a:path>
              <a:moveTo>
                <a:pt x="0" y="16062"/>
              </a:moveTo>
              <a:lnTo>
                <a:pt x="1493461" y="16062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500" kern="1200"/>
        </a:p>
      </dsp:txBody>
      <dsp:txXfrm>
        <a:off x="5244190" y="1738671"/>
        <a:ext cx="74673" cy="74673"/>
      </dsp:txXfrm>
    </dsp:sp>
    <dsp:sp modelId="{2EB89367-0EF5-47F1-B62B-AB5596624154}">
      <dsp:nvSpPr>
        <dsp:cNvPr id="0" name=""/>
        <dsp:cNvSpPr/>
      </dsp:nvSpPr>
      <dsp:spPr>
        <a:xfrm>
          <a:off x="5882103" y="1823606"/>
          <a:ext cx="1584613" cy="79230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200" kern="1200"/>
            <a:t>字符串</a:t>
          </a:r>
        </a:p>
      </dsp:txBody>
      <dsp:txXfrm>
        <a:off x="5905309" y="1846812"/>
        <a:ext cx="1538201" cy="745894"/>
      </dsp:txXfrm>
    </dsp:sp>
    <dsp:sp modelId="{DEEC04C7-C0E3-45C7-AD2A-C18795DFE7C2}">
      <dsp:nvSpPr>
        <dsp:cNvPr id="0" name=""/>
        <dsp:cNvSpPr/>
      </dsp:nvSpPr>
      <dsp:spPr>
        <a:xfrm rot="3379420">
          <a:off x="1885753" y="2972381"/>
          <a:ext cx="1557520" cy="32124"/>
        </a:xfrm>
        <a:custGeom>
          <a:avLst/>
          <a:gdLst/>
          <a:ahLst/>
          <a:cxnLst/>
          <a:rect l="0" t="0" r="0" b="0"/>
          <a:pathLst>
            <a:path>
              <a:moveTo>
                <a:pt x="0" y="16062"/>
              </a:moveTo>
              <a:lnTo>
                <a:pt x="1557520" y="16062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500" kern="1200"/>
        </a:p>
      </dsp:txBody>
      <dsp:txXfrm>
        <a:off x="2625575" y="2949505"/>
        <a:ext cx="77876" cy="77876"/>
      </dsp:txXfrm>
    </dsp:sp>
    <dsp:sp modelId="{DEC5BF5C-B8DF-4BF9-A4F9-2B4EC280C501}">
      <dsp:nvSpPr>
        <dsp:cNvPr id="0" name=""/>
        <dsp:cNvSpPr/>
      </dsp:nvSpPr>
      <dsp:spPr>
        <a:xfrm>
          <a:off x="3096336" y="3240361"/>
          <a:ext cx="1584613" cy="79230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200" b="1" kern="1200">
              <a:solidFill>
                <a:srgbClr val="FFFF00"/>
              </a:solidFill>
            </a:rPr>
            <a:t>无</a:t>
          </a:r>
          <a:r>
            <a:rPr lang="zh-CN" altLang="en-US" sz="2200" kern="1200"/>
            <a:t>顺序的数据集合</a:t>
          </a:r>
        </a:p>
      </dsp:txBody>
      <dsp:txXfrm>
        <a:off x="3119542" y="3263567"/>
        <a:ext cx="1538201" cy="745894"/>
      </dsp:txXfrm>
    </dsp:sp>
    <dsp:sp modelId="{4251ECBE-4B8C-478F-814F-9A0E0D2D930E}">
      <dsp:nvSpPr>
        <dsp:cNvPr id="0" name=""/>
        <dsp:cNvSpPr/>
      </dsp:nvSpPr>
      <dsp:spPr>
        <a:xfrm rot="20230336">
          <a:off x="4629912" y="3367651"/>
          <a:ext cx="1303227" cy="32124"/>
        </a:xfrm>
        <a:custGeom>
          <a:avLst/>
          <a:gdLst/>
          <a:ahLst/>
          <a:cxnLst/>
          <a:rect l="0" t="0" r="0" b="0"/>
          <a:pathLst>
            <a:path>
              <a:moveTo>
                <a:pt x="0" y="16062"/>
              </a:moveTo>
              <a:lnTo>
                <a:pt x="1303227" y="16062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500" kern="1200"/>
        </a:p>
      </dsp:txBody>
      <dsp:txXfrm>
        <a:off x="5248946" y="3351132"/>
        <a:ext cx="65161" cy="65161"/>
      </dsp:txXfrm>
    </dsp:sp>
    <dsp:sp modelId="{A0E169F6-7C51-42AF-97F4-9B9642D9771D}">
      <dsp:nvSpPr>
        <dsp:cNvPr id="0" name=""/>
        <dsp:cNvSpPr/>
      </dsp:nvSpPr>
      <dsp:spPr>
        <a:xfrm>
          <a:off x="5882103" y="2734758"/>
          <a:ext cx="1584613" cy="79230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zh-CN" sz="2200" kern="1200"/>
            <a:t>字典</a:t>
          </a:r>
          <a:endParaRPr lang="zh-CN" altLang="en-US" sz="2200" kern="1200"/>
        </a:p>
      </dsp:txBody>
      <dsp:txXfrm>
        <a:off x="5905309" y="2757964"/>
        <a:ext cx="1538201" cy="745894"/>
      </dsp:txXfrm>
    </dsp:sp>
    <dsp:sp modelId="{1EFEA97C-FEE0-4B57-A8F2-5F62F89E4C0B}">
      <dsp:nvSpPr>
        <dsp:cNvPr id="0" name=""/>
        <dsp:cNvSpPr/>
      </dsp:nvSpPr>
      <dsp:spPr>
        <a:xfrm rot="1119386">
          <a:off x="4647642" y="3823227"/>
          <a:ext cx="1267769" cy="32124"/>
        </a:xfrm>
        <a:custGeom>
          <a:avLst/>
          <a:gdLst/>
          <a:ahLst/>
          <a:cxnLst/>
          <a:rect l="0" t="0" r="0" b="0"/>
          <a:pathLst>
            <a:path>
              <a:moveTo>
                <a:pt x="0" y="16062"/>
              </a:moveTo>
              <a:lnTo>
                <a:pt x="1267769" y="16062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500" kern="1200"/>
        </a:p>
      </dsp:txBody>
      <dsp:txXfrm>
        <a:off x="5249832" y="3807595"/>
        <a:ext cx="63388" cy="63388"/>
      </dsp:txXfrm>
    </dsp:sp>
    <dsp:sp modelId="{410A68FA-D411-4CAE-BBF8-F5A9A7AB6541}">
      <dsp:nvSpPr>
        <dsp:cNvPr id="0" name=""/>
        <dsp:cNvSpPr/>
      </dsp:nvSpPr>
      <dsp:spPr>
        <a:xfrm>
          <a:off x="5882103" y="3645911"/>
          <a:ext cx="1584613" cy="79230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200" kern="1200"/>
            <a:t>集合</a:t>
          </a:r>
        </a:p>
      </dsp:txBody>
      <dsp:txXfrm>
        <a:off x="5905309" y="3669117"/>
        <a:ext cx="1538201" cy="74589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7D96609-7D67-4179-B37D-B490C0E9D1EF}">
      <dsp:nvSpPr>
        <dsp:cNvPr id="0" name=""/>
        <dsp:cNvSpPr/>
      </dsp:nvSpPr>
      <dsp:spPr>
        <a:xfrm>
          <a:off x="2639235" y="760160"/>
          <a:ext cx="2025601" cy="51144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63048"/>
              </a:lnTo>
              <a:lnTo>
                <a:pt x="2025601" y="263048"/>
              </a:lnTo>
              <a:lnTo>
                <a:pt x="2025601" y="511442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6134D97-0582-44E8-B09F-11BD22D18183}">
      <dsp:nvSpPr>
        <dsp:cNvPr id="0" name=""/>
        <dsp:cNvSpPr/>
      </dsp:nvSpPr>
      <dsp:spPr>
        <a:xfrm>
          <a:off x="2581864" y="760160"/>
          <a:ext cx="91440" cy="511442"/>
        </a:xfrm>
        <a:custGeom>
          <a:avLst/>
          <a:gdLst/>
          <a:ahLst/>
          <a:cxnLst/>
          <a:rect l="0" t="0" r="0" b="0"/>
          <a:pathLst>
            <a:path>
              <a:moveTo>
                <a:pt x="57370" y="0"/>
              </a:moveTo>
              <a:lnTo>
                <a:pt x="57370" y="263048"/>
              </a:lnTo>
              <a:lnTo>
                <a:pt x="45720" y="263048"/>
              </a:lnTo>
              <a:lnTo>
                <a:pt x="45720" y="511442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257E10B-A746-4D20-B462-BFBC1E9154B7}">
      <dsp:nvSpPr>
        <dsp:cNvPr id="0" name=""/>
        <dsp:cNvSpPr/>
      </dsp:nvSpPr>
      <dsp:spPr>
        <a:xfrm>
          <a:off x="665595" y="760160"/>
          <a:ext cx="1973639" cy="511442"/>
        </a:xfrm>
        <a:custGeom>
          <a:avLst/>
          <a:gdLst/>
          <a:ahLst/>
          <a:cxnLst/>
          <a:rect l="0" t="0" r="0" b="0"/>
          <a:pathLst>
            <a:path>
              <a:moveTo>
                <a:pt x="1973639" y="0"/>
              </a:moveTo>
              <a:lnTo>
                <a:pt x="1973639" y="263048"/>
              </a:lnTo>
              <a:lnTo>
                <a:pt x="0" y="263048"/>
              </a:lnTo>
              <a:lnTo>
                <a:pt x="0" y="511442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01EAA02-3F63-4593-9BF2-D181E911890A}">
      <dsp:nvSpPr>
        <dsp:cNvPr id="0" name=""/>
        <dsp:cNvSpPr/>
      </dsp:nvSpPr>
      <dsp:spPr>
        <a:xfrm>
          <a:off x="1989178" y="251261"/>
          <a:ext cx="1300114" cy="508899"/>
        </a:xfrm>
        <a:prstGeom prst="rect">
          <a:avLst/>
        </a:prstGeom>
        <a:solidFill>
          <a:schemeClr val="accent2">
            <a:lumMod val="20000"/>
            <a:lumOff val="8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400" kern="1200">
              <a:solidFill>
                <a:schemeClr val="tx1"/>
              </a:solidFill>
            </a:rPr>
            <a:t>变量</a:t>
          </a:r>
        </a:p>
      </dsp:txBody>
      <dsp:txXfrm>
        <a:off x="1989178" y="251261"/>
        <a:ext cx="1300114" cy="508899"/>
      </dsp:txXfrm>
    </dsp:sp>
    <dsp:sp modelId="{CA909FF1-B843-4680-AE73-64512D32F7BA}">
      <dsp:nvSpPr>
        <dsp:cNvPr id="0" name=""/>
        <dsp:cNvSpPr/>
      </dsp:nvSpPr>
      <dsp:spPr>
        <a:xfrm>
          <a:off x="1474" y="1271602"/>
          <a:ext cx="1328242" cy="478796"/>
        </a:xfrm>
        <a:prstGeom prst="rect">
          <a:avLst/>
        </a:prstGeom>
        <a:solidFill>
          <a:schemeClr val="accent4">
            <a:lumMod val="20000"/>
            <a:lumOff val="8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000" kern="1200">
              <a:solidFill>
                <a:schemeClr val="tx1"/>
              </a:solidFill>
            </a:rPr>
            <a:t>变量名</a:t>
          </a:r>
        </a:p>
      </dsp:txBody>
      <dsp:txXfrm>
        <a:off x="1474" y="1271602"/>
        <a:ext cx="1328242" cy="478796"/>
      </dsp:txXfrm>
    </dsp:sp>
    <dsp:sp modelId="{660EF62F-0D68-46E3-B610-921E9A1864ED}">
      <dsp:nvSpPr>
        <dsp:cNvPr id="0" name=""/>
        <dsp:cNvSpPr/>
      </dsp:nvSpPr>
      <dsp:spPr>
        <a:xfrm>
          <a:off x="1826504" y="1271602"/>
          <a:ext cx="1602161" cy="488649"/>
        </a:xfrm>
        <a:prstGeom prst="rect">
          <a:avLst/>
        </a:prstGeom>
        <a:solidFill>
          <a:schemeClr val="accent1">
            <a:lumMod val="60000"/>
            <a:lumOff val="4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000" kern="1200">
              <a:solidFill>
                <a:schemeClr val="tx1"/>
              </a:solidFill>
            </a:rPr>
            <a:t>变量值</a:t>
          </a:r>
        </a:p>
      </dsp:txBody>
      <dsp:txXfrm>
        <a:off x="1826504" y="1271602"/>
        <a:ext cx="1602161" cy="488649"/>
      </dsp:txXfrm>
    </dsp:sp>
    <dsp:sp modelId="{447F06E8-4D1F-4BAF-855B-2F52F3505C9C}">
      <dsp:nvSpPr>
        <dsp:cNvPr id="0" name=""/>
        <dsp:cNvSpPr/>
      </dsp:nvSpPr>
      <dsp:spPr>
        <a:xfrm>
          <a:off x="3925452" y="1271602"/>
          <a:ext cx="1478768" cy="446575"/>
        </a:xfrm>
        <a:prstGeom prst="rect">
          <a:avLst/>
        </a:prstGeom>
        <a:solidFill>
          <a:schemeClr val="accent6">
            <a:lumMod val="20000"/>
            <a:lumOff val="8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000" kern="1200">
              <a:solidFill>
                <a:schemeClr val="tx1"/>
              </a:solidFill>
            </a:rPr>
            <a:t>变量地址</a:t>
          </a:r>
        </a:p>
      </dsp:txBody>
      <dsp:txXfrm>
        <a:off x="3925452" y="1271602"/>
        <a:ext cx="1478768" cy="44657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2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</dgm:alg>
                    </dgm:if>
                    <dgm:else name="Name14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587E34C-A787-48CA-84F7-BFE5D221AB46}" type="datetimeFigureOut">
              <a:rPr lang="zh-CN" altLang="en-US" smtClean="0"/>
              <a:t>2024/9/10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AB1D08E-0BC7-4D68-9E2D-B226E57CB29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117212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2024/9/10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矩形 9"/>
          <p:cNvSpPr>
            <a:spLocks noChangeArrowheads="1"/>
          </p:cNvSpPr>
          <p:nvPr userDrawn="1"/>
        </p:nvSpPr>
        <p:spPr bwMode="auto">
          <a:xfrm>
            <a:off x="305594" y="3325813"/>
            <a:ext cx="8532812" cy="230187"/>
          </a:xfrm>
          <a:prstGeom prst="rect">
            <a:avLst/>
          </a:prstGeom>
          <a:gradFill rotWithShape="1">
            <a:gsLst>
              <a:gs pos="0">
                <a:srgbClr val="B6DDE7"/>
              </a:gs>
              <a:gs pos="39998">
                <a:srgbClr val="DAEEF3"/>
              </a:gs>
              <a:gs pos="70000">
                <a:srgbClr val="FFFFFF"/>
              </a:gs>
              <a:gs pos="100000">
                <a:srgbClr val="FFFFFF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 eaLnBrk="1" hangingPunct="1"/>
            <a:endParaRPr lang="zh-CN" altLang="zh-CN">
              <a:solidFill>
                <a:srgbClr val="FFFFFF"/>
              </a:solidFill>
              <a:latin typeface="宋体" pitchFamily="2" charset="-122"/>
              <a:sym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388140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2024/9/10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矩形 9"/>
          <p:cNvSpPr>
            <a:spLocks noChangeArrowheads="1"/>
          </p:cNvSpPr>
          <p:nvPr userDrawn="1"/>
        </p:nvSpPr>
        <p:spPr bwMode="auto">
          <a:xfrm>
            <a:off x="159510" y="1505744"/>
            <a:ext cx="8532812" cy="230187"/>
          </a:xfrm>
          <a:prstGeom prst="rect">
            <a:avLst/>
          </a:prstGeom>
          <a:gradFill rotWithShape="1">
            <a:gsLst>
              <a:gs pos="0">
                <a:srgbClr val="B6DDE7"/>
              </a:gs>
              <a:gs pos="39998">
                <a:srgbClr val="DAEEF3"/>
              </a:gs>
              <a:gs pos="70000">
                <a:srgbClr val="FFFFFF"/>
              </a:gs>
              <a:gs pos="100000">
                <a:srgbClr val="FFFFFF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 eaLnBrk="1" hangingPunct="1"/>
            <a:endParaRPr lang="zh-CN" altLang="zh-CN">
              <a:solidFill>
                <a:srgbClr val="FFFFFF"/>
              </a:solidFill>
              <a:latin typeface="宋体" pitchFamily="2" charset="-122"/>
              <a:sym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356903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2024/9/10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440266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2024/9/10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135732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2024/9/10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126486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2024/9/10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353714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2024/9/10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305621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2024/9/10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41855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2024/9/10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237017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2024/9/10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404003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2024/9/10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207301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  <a:t>2024/9/10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244594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tags" Target="../tags/tag13.xml"/><Relationship Id="rId18" Type="http://schemas.openxmlformats.org/officeDocument/2006/relationships/tags" Target="../tags/tag18.xml"/><Relationship Id="rId26" Type="http://schemas.openxmlformats.org/officeDocument/2006/relationships/tags" Target="../tags/tag26.xml"/><Relationship Id="rId3" Type="http://schemas.openxmlformats.org/officeDocument/2006/relationships/tags" Target="../tags/tag3.xml"/><Relationship Id="rId21" Type="http://schemas.openxmlformats.org/officeDocument/2006/relationships/tags" Target="../tags/tag21.xml"/><Relationship Id="rId7" Type="http://schemas.openxmlformats.org/officeDocument/2006/relationships/tags" Target="../tags/tag7.xml"/><Relationship Id="rId12" Type="http://schemas.openxmlformats.org/officeDocument/2006/relationships/tags" Target="../tags/tag12.xml"/><Relationship Id="rId17" Type="http://schemas.openxmlformats.org/officeDocument/2006/relationships/tags" Target="../tags/tag17.xml"/><Relationship Id="rId25" Type="http://schemas.openxmlformats.org/officeDocument/2006/relationships/tags" Target="../tags/tag25.xml"/><Relationship Id="rId2" Type="http://schemas.openxmlformats.org/officeDocument/2006/relationships/tags" Target="../tags/tag2.xml"/><Relationship Id="rId16" Type="http://schemas.openxmlformats.org/officeDocument/2006/relationships/tags" Target="../tags/tag16.xml"/><Relationship Id="rId20" Type="http://schemas.openxmlformats.org/officeDocument/2006/relationships/tags" Target="../tags/tag20.xml"/><Relationship Id="rId29" Type="http://schemas.openxmlformats.org/officeDocument/2006/relationships/image" Target="../media/image1.tmp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24" Type="http://schemas.openxmlformats.org/officeDocument/2006/relationships/tags" Target="../tags/tag24.xml"/><Relationship Id="rId5" Type="http://schemas.openxmlformats.org/officeDocument/2006/relationships/tags" Target="../tags/tag5.xml"/><Relationship Id="rId15" Type="http://schemas.openxmlformats.org/officeDocument/2006/relationships/tags" Target="../tags/tag15.xml"/><Relationship Id="rId23" Type="http://schemas.openxmlformats.org/officeDocument/2006/relationships/tags" Target="../tags/tag23.xml"/><Relationship Id="rId28" Type="http://schemas.openxmlformats.org/officeDocument/2006/relationships/slideLayout" Target="../slideLayouts/slideLayout7.xml"/><Relationship Id="rId10" Type="http://schemas.openxmlformats.org/officeDocument/2006/relationships/tags" Target="../tags/tag10.xml"/><Relationship Id="rId19" Type="http://schemas.openxmlformats.org/officeDocument/2006/relationships/tags" Target="../tags/tag19.xml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tags" Target="../tags/tag14.xml"/><Relationship Id="rId22" Type="http://schemas.openxmlformats.org/officeDocument/2006/relationships/tags" Target="../tags/tag22.xml"/><Relationship Id="rId27" Type="http://schemas.openxmlformats.org/officeDocument/2006/relationships/tags" Target="../tags/tag2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3" Type="http://schemas.openxmlformats.org/officeDocument/2006/relationships/tags" Target="../tags/tag40.xml"/><Relationship Id="rId18" Type="http://schemas.openxmlformats.org/officeDocument/2006/relationships/tags" Target="../tags/tag45.xml"/><Relationship Id="rId26" Type="http://schemas.openxmlformats.org/officeDocument/2006/relationships/tags" Target="../tags/tag53.xml"/><Relationship Id="rId3" Type="http://schemas.openxmlformats.org/officeDocument/2006/relationships/tags" Target="../tags/tag30.xml"/><Relationship Id="rId21" Type="http://schemas.openxmlformats.org/officeDocument/2006/relationships/tags" Target="../tags/tag48.xml"/><Relationship Id="rId34" Type="http://schemas.openxmlformats.org/officeDocument/2006/relationships/slideLayout" Target="../slideLayouts/slideLayout7.xml"/><Relationship Id="rId7" Type="http://schemas.openxmlformats.org/officeDocument/2006/relationships/tags" Target="../tags/tag34.xml"/><Relationship Id="rId12" Type="http://schemas.openxmlformats.org/officeDocument/2006/relationships/tags" Target="../tags/tag39.xml"/><Relationship Id="rId17" Type="http://schemas.openxmlformats.org/officeDocument/2006/relationships/tags" Target="../tags/tag44.xml"/><Relationship Id="rId25" Type="http://schemas.openxmlformats.org/officeDocument/2006/relationships/tags" Target="../tags/tag52.xml"/><Relationship Id="rId33" Type="http://schemas.openxmlformats.org/officeDocument/2006/relationships/tags" Target="../tags/tag60.xml"/><Relationship Id="rId2" Type="http://schemas.openxmlformats.org/officeDocument/2006/relationships/tags" Target="../tags/tag29.xml"/><Relationship Id="rId16" Type="http://schemas.openxmlformats.org/officeDocument/2006/relationships/tags" Target="../tags/tag43.xml"/><Relationship Id="rId20" Type="http://schemas.openxmlformats.org/officeDocument/2006/relationships/tags" Target="../tags/tag47.xml"/><Relationship Id="rId29" Type="http://schemas.openxmlformats.org/officeDocument/2006/relationships/tags" Target="../tags/tag56.xml"/><Relationship Id="rId1" Type="http://schemas.openxmlformats.org/officeDocument/2006/relationships/tags" Target="../tags/tag28.xml"/><Relationship Id="rId6" Type="http://schemas.openxmlformats.org/officeDocument/2006/relationships/tags" Target="../tags/tag33.xml"/><Relationship Id="rId11" Type="http://schemas.openxmlformats.org/officeDocument/2006/relationships/tags" Target="../tags/tag38.xml"/><Relationship Id="rId24" Type="http://schemas.openxmlformats.org/officeDocument/2006/relationships/tags" Target="../tags/tag51.xml"/><Relationship Id="rId32" Type="http://schemas.openxmlformats.org/officeDocument/2006/relationships/tags" Target="../tags/tag59.xml"/><Relationship Id="rId5" Type="http://schemas.openxmlformats.org/officeDocument/2006/relationships/tags" Target="../tags/tag32.xml"/><Relationship Id="rId15" Type="http://schemas.openxmlformats.org/officeDocument/2006/relationships/tags" Target="../tags/tag42.xml"/><Relationship Id="rId23" Type="http://schemas.openxmlformats.org/officeDocument/2006/relationships/tags" Target="../tags/tag50.xml"/><Relationship Id="rId28" Type="http://schemas.openxmlformats.org/officeDocument/2006/relationships/tags" Target="../tags/tag55.xml"/><Relationship Id="rId10" Type="http://schemas.openxmlformats.org/officeDocument/2006/relationships/tags" Target="../tags/tag37.xml"/><Relationship Id="rId19" Type="http://schemas.openxmlformats.org/officeDocument/2006/relationships/tags" Target="../tags/tag46.xml"/><Relationship Id="rId31" Type="http://schemas.openxmlformats.org/officeDocument/2006/relationships/tags" Target="../tags/tag58.xml"/><Relationship Id="rId4" Type="http://schemas.openxmlformats.org/officeDocument/2006/relationships/tags" Target="../tags/tag31.xml"/><Relationship Id="rId9" Type="http://schemas.openxmlformats.org/officeDocument/2006/relationships/tags" Target="../tags/tag36.xml"/><Relationship Id="rId14" Type="http://schemas.openxmlformats.org/officeDocument/2006/relationships/tags" Target="../tags/tag41.xml"/><Relationship Id="rId22" Type="http://schemas.openxmlformats.org/officeDocument/2006/relationships/tags" Target="../tags/tag49.xml"/><Relationship Id="rId27" Type="http://schemas.openxmlformats.org/officeDocument/2006/relationships/tags" Target="../tags/tag54.xml"/><Relationship Id="rId30" Type="http://schemas.openxmlformats.org/officeDocument/2006/relationships/tags" Target="../tags/tag57.xml"/><Relationship Id="rId35" Type="http://schemas.openxmlformats.org/officeDocument/2006/relationships/image" Target="../media/image1.tmp"/><Relationship Id="rId8" Type="http://schemas.openxmlformats.org/officeDocument/2006/relationships/tags" Target="../tags/tag3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tags" Target="../tags/tag68.xml"/><Relationship Id="rId13" Type="http://schemas.openxmlformats.org/officeDocument/2006/relationships/tags" Target="../tags/tag73.xml"/><Relationship Id="rId18" Type="http://schemas.openxmlformats.org/officeDocument/2006/relationships/slideLayout" Target="../slideLayouts/slideLayout7.xml"/><Relationship Id="rId3" Type="http://schemas.openxmlformats.org/officeDocument/2006/relationships/tags" Target="../tags/tag63.xml"/><Relationship Id="rId7" Type="http://schemas.openxmlformats.org/officeDocument/2006/relationships/tags" Target="../tags/tag67.xml"/><Relationship Id="rId12" Type="http://schemas.openxmlformats.org/officeDocument/2006/relationships/tags" Target="../tags/tag72.xml"/><Relationship Id="rId17" Type="http://schemas.openxmlformats.org/officeDocument/2006/relationships/tags" Target="../tags/tag77.xml"/><Relationship Id="rId2" Type="http://schemas.openxmlformats.org/officeDocument/2006/relationships/tags" Target="../tags/tag62.xml"/><Relationship Id="rId16" Type="http://schemas.openxmlformats.org/officeDocument/2006/relationships/tags" Target="../tags/tag76.xml"/><Relationship Id="rId1" Type="http://schemas.openxmlformats.org/officeDocument/2006/relationships/tags" Target="../tags/tag61.xml"/><Relationship Id="rId6" Type="http://schemas.openxmlformats.org/officeDocument/2006/relationships/tags" Target="../tags/tag66.xml"/><Relationship Id="rId11" Type="http://schemas.openxmlformats.org/officeDocument/2006/relationships/tags" Target="../tags/tag71.xml"/><Relationship Id="rId5" Type="http://schemas.openxmlformats.org/officeDocument/2006/relationships/tags" Target="../tags/tag65.xml"/><Relationship Id="rId15" Type="http://schemas.openxmlformats.org/officeDocument/2006/relationships/tags" Target="../tags/tag75.xml"/><Relationship Id="rId10" Type="http://schemas.openxmlformats.org/officeDocument/2006/relationships/tags" Target="../tags/tag70.xml"/><Relationship Id="rId19" Type="http://schemas.openxmlformats.org/officeDocument/2006/relationships/image" Target="../media/image1.tmp"/><Relationship Id="rId4" Type="http://schemas.openxmlformats.org/officeDocument/2006/relationships/tags" Target="../tags/tag64.xml"/><Relationship Id="rId9" Type="http://schemas.openxmlformats.org/officeDocument/2006/relationships/tags" Target="../tags/tag69.xml"/><Relationship Id="rId14" Type="http://schemas.openxmlformats.org/officeDocument/2006/relationships/tags" Target="../tags/tag7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2.emf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tags" Target="../tags/tag85.xml"/><Relationship Id="rId13" Type="http://schemas.openxmlformats.org/officeDocument/2006/relationships/tags" Target="../tags/tag90.xml"/><Relationship Id="rId3" Type="http://schemas.openxmlformats.org/officeDocument/2006/relationships/tags" Target="../tags/tag80.xml"/><Relationship Id="rId7" Type="http://schemas.openxmlformats.org/officeDocument/2006/relationships/tags" Target="../tags/tag84.xml"/><Relationship Id="rId12" Type="http://schemas.openxmlformats.org/officeDocument/2006/relationships/tags" Target="../tags/tag89.xml"/><Relationship Id="rId2" Type="http://schemas.openxmlformats.org/officeDocument/2006/relationships/tags" Target="../tags/tag79.xml"/><Relationship Id="rId1" Type="http://schemas.openxmlformats.org/officeDocument/2006/relationships/tags" Target="../tags/tag78.xml"/><Relationship Id="rId6" Type="http://schemas.openxmlformats.org/officeDocument/2006/relationships/tags" Target="../tags/tag83.xml"/><Relationship Id="rId11" Type="http://schemas.openxmlformats.org/officeDocument/2006/relationships/tags" Target="../tags/tag88.xml"/><Relationship Id="rId5" Type="http://schemas.openxmlformats.org/officeDocument/2006/relationships/tags" Target="../tags/tag82.xml"/><Relationship Id="rId15" Type="http://schemas.openxmlformats.org/officeDocument/2006/relationships/image" Target="../media/image1.tmp"/><Relationship Id="rId10" Type="http://schemas.openxmlformats.org/officeDocument/2006/relationships/tags" Target="../tags/tag87.xml"/><Relationship Id="rId4" Type="http://schemas.openxmlformats.org/officeDocument/2006/relationships/tags" Target="../tags/tag81.xml"/><Relationship Id="rId9" Type="http://schemas.openxmlformats.org/officeDocument/2006/relationships/tags" Target="../tags/tag86.xml"/><Relationship Id="rId14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tags" Target="../tags/tag98.xml"/><Relationship Id="rId13" Type="http://schemas.openxmlformats.org/officeDocument/2006/relationships/tags" Target="../tags/tag103.xml"/><Relationship Id="rId3" Type="http://schemas.openxmlformats.org/officeDocument/2006/relationships/tags" Target="../tags/tag93.xml"/><Relationship Id="rId7" Type="http://schemas.openxmlformats.org/officeDocument/2006/relationships/tags" Target="../tags/tag97.xml"/><Relationship Id="rId12" Type="http://schemas.openxmlformats.org/officeDocument/2006/relationships/tags" Target="../tags/tag102.xml"/><Relationship Id="rId2" Type="http://schemas.openxmlformats.org/officeDocument/2006/relationships/tags" Target="../tags/tag92.xml"/><Relationship Id="rId1" Type="http://schemas.openxmlformats.org/officeDocument/2006/relationships/tags" Target="../tags/tag91.xml"/><Relationship Id="rId6" Type="http://schemas.openxmlformats.org/officeDocument/2006/relationships/tags" Target="../tags/tag96.xml"/><Relationship Id="rId11" Type="http://schemas.openxmlformats.org/officeDocument/2006/relationships/tags" Target="../tags/tag101.xml"/><Relationship Id="rId5" Type="http://schemas.openxmlformats.org/officeDocument/2006/relationships/tags" Target="../tags/tag95.xml"/><Relationship Id="rId15" Type="http://schemas.openxmlformats.org/officeDocument/2006/relationships/image" Target="../media/image1.tmp"/><Relationship Id="rId10" Type="http://schemas.openxmlformats.org/officeDocument/2006/relationships/tags" Target="../tags/tag100.xml"/><Relationship Id="rId4" Type="http://schemas.openxmlformats.org/officeDocument/2006/relationships/tags" Target="../tags/tag94.xml"/><Relationship Id="rId9" Type="http://schemas.openxmlformats.org/officeDocument/2006/relationships/tags" Target="../tags/tag99.xml"/><Relationship Id="rId14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b="1">
                <a:solidFill>
                  <a:srgbClr val="245794"/>
                </a:solidFill>
              </a:rPr>
              <a:t>1.4.4  </a:t>
            </a:r>
            <a:r>
              <a:rPr lang="zh-CN" altLang="zh-CN" b="1">
                <a:solidFill>
                  <a:srgbClr val="245794"/>
                </a:solidFill>
              </a:rPr>
              <a:t>复合数据类型</a:t>
            </a:r>
            <a:endParaRPr lang="zh-CN" altLang="en-US"/>
          </a:p>
        </p:txBody>
      </p:sp>
      <p:sp>
        <p:nvSpPr>
          <p:cNvPr id="6" name="副标题 5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448332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b="1">
                <a:solidFill>
                  <a:srgbClr val="245794"/>
                </a:solidFill>
              </a:rPr>
              <a:t>复合数据类型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2</a:t>
            </a:fld>
            <a:endParaRPr lang="zh-CN" altLang="en-US"/>
          </a:p>
        </p:txBody>
      </p:sp>
      <p:graphicFrame>
        <p:nvGraphicFramePr>
          <p:cNvPr id="5" name="图示 4"/>
          <p:cNvGraphicFramePr/>
          <p:nvPr>
            <p:extLst>
              <p:ext uri="{D42A27DB-BD31-4B8C-83A1-F6EECF244321}">
                <p14:modId xmlns:p14="http://schemas.microsoft.com/office/powerpoint/2010/main" val="280512357"/>
              </p:ext>
            </p:extLst>
          </p:nvPr>
        </p:nvGraphicFramePr>
        <p:xfrm>
          <a:off x="-108520" y="1772816"/>
          <a:ext cx="8911902" cy="443951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矩形 5"/>
          <p:cNvSpPr/>
          <p:nvPr/>
        </p:nvSpPr>
        <p:spPr>
          <a:xfrm>
            <a:off x="2627784" y="3501008"/>
            <a:ext cx="252028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zh-CN" sz="1600">
                <a:latin typeface="微软雅黑" panose="020B0503020204020204" pitchFamily="34" charset="-122"/>
                <a:ea typeface="微软雅黑" panose="020B0503020204020204" pitchFamily="34" charset="-122"/>
              </a:rPr>
              <a:t>通过各数据元素在序列中的</a:t>
            </a:r>
            <a:r>
              <a:rPr lang="zh-CN" altLang="zh-CN" sz="16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位置编号（索引）</a:t>
            </a:r>
            <a:r>
              <a:rPr lang="zh-CN" altLang="zh-CN" sz="1600">
                <a:latin typeface="微软雅黑" panose="020B0503020204020204" pitchFamily="34" charset="-122"/>
                <a:ea typeface="微软雅黑" panose="020B0503020204020204" pitchFamily="34" charset="-122"/>
              </a:rPr>
              <a:t>来访问数据元素</a:t>
            </a:r>
            <a:endParaRPr lang="zh-CN" altLang="en-US" sz="16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1872885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>
                <a:solidFill>
                  <a:srgbClr val="245794"/>
                </a:solidFill>
              </a:rPr>
              <a:t>1</a:t>
            </a:r>
            <a:r>
              <a:rPr lang="zh-CN" altLang="zh-CN" b="1">
                <a:solidFill>
                  <a:srgbClr val="245794"/>
                </a:solidFill>
              </a:rPr>
              <a:t>．列表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>
          <a:xfrm>
            <a:off x="467544" y="1772816"/>
            <a:ext cx="8047806" cy="4752528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Aft>
                <a:spcPts val="600"/>
              </a:spcAft>
              <a:buClr>
                <a:srgbClr val="7030A0"/>
              </a:buClr>
              <a:buSzPct val="60000"/>
            </a:pPr>
            <a:r>
              <a:rPr lang="zh-CN" altLang="zh-CN" sz="2000">
                <a:latin typeface="+mn-ea"/>
              </a:rPr>
              <a:t>列表（</a:t>
            </a:r>
            <a:r>
              <a:rPr lang="en-US" altLang="zh-CN" sz="2000">
                <a:latin typeface="+mn-ea"/>
              </a:rPr>
              <a:t>list</a:t>
            </a:r>
            <a:r>
              <a:rPr lang="zh-CN" altLang="zh-CN" sz="2000">
                <a:latin typeface="+mn-ea"/>
              </a:rPr>
              <a:t>）</a:t>
            </a:r>
            <a:r>
              <a:rPr lang="zh-CN" altLang="en-US" sz="2000">
                <a:latin typeface="+mn-ea"/>
              </a:rPr>
              <a:t>：</a:t>
            </a:r>
            <a:r>
              <a:rPr lang="zh-CN" altLang="en-US" sz="2000">
                <a:solidFill>
                  <a:srgbClr val="0070C0"/>
                </a:solidFill>
                <a:latin typeface="+mn-ea"/>
              </a:rPr>
              <a:t>用于保存一组数据</a:t>
            </a:r>
            <a:endParaRPr lang="en-US" altLang="zh-CN" sz="2000">
              <a:solidFill>
                <a:srgbClr val="0070C0"/>
              </a:solidFill>
              <a:latin typeface="+mn-ea"/>
            </a:endParaRPr>
          </a:p>
          <a:p>
            <a:pPr>
              <a:lnSpc>
                <a:spcPct val="100000"/>
              </a:lnSpc>
              <a:spcAft>
                <a:spcPts val="600"/>
              </a:spcAft>
              <a:buClr>
                <a:srgbClr val="7030A0"/>
              </a:buClr>
              <a:buSzPct val="60000"/>
              <a:buFont typeface="Wingdings" panose="05000000000000000000" pitchFamily="2" charset="2"/>
              <a:buChar char="Ø"/>
            </a:pPr>
            <a:r>
              <a:rPr lang="zh-CN" altLang="zh-CN" sz="2000">
                <a:latin typeface="+mn-ea"/>
              </a:rPr>
              <a:t>写在</a:t>
            </a:r>
            <a:r>
              <a:rPr lang="zh-CN" altLang="zh-CN" sz="2000">
                <a:solidFill>
                  <a:srgbClr val="FF0000"/>
                </a:solidFill>
                <a:latin typeface="+mn-ea"/>
              </a:rPr>
              <a:t>中括号</a:t>
            </a:r>
            <a:r>
              <a:rPr lang="zh-CN" altLang="zh-CN" sz="2000">
                <a:latin typeface="+mn-ea"/>
              </a:rPr>
              <a:t>之间、用</a:t>
            </a:r>
            <a:r>
              <a:rPr lang="zh-CN" altLang="zh-CN" sz="2000">
                <a:solidFill>
                  <a:srgbClr val="FF0000"/>
                </a:solidFill>
                <a:latin typeface="+mn-ea"/>
              </a:rPr>
              <a:t>逗号分隔</a:t>
            </a:r>
            <a:r>
              <a:rPr lang="zh-CN" altLang="zh-CN" sz="2000">
                <a:latin typeface="+mn-ea"/>
              </a:rPr>
              <a:t>的元素序列。</a:t>
            </a:r>
          </a:p>
          <a:p>
            <a:pPr marL="571500" indent="-342900">
              <a:lnSpc>
                <a:spcPct val="100000"/>
              </a:lnSpc>
              <a:spcAft>
                <a:spcPts val="600"/>
              </a:spcAft>
              <a:buClr>
                <a:srgbClr val="7030A0"/>
              </a:buClr>
              <a:buSzPct val="60000"/>
              <a:buFont typeface="Wingdings" panose="05000000000000000000" pitchFamily="2" charset="2"/>
              <a:buChar char="ü"/>
            </a:pPr>
            <a:r>
              <a:rPr lang="zh-CN" altLang="en-US" sz="2000">
                <a:solidFill>
                  <a:srgbClr val="0070C0"/>
                </a:solidFill>
                <a:latin typeface="+mn-ea"/>
              </a:rPr>
              <a:t>例如，</a:t>
            </a:r>
            <a:endParaRPr lang="en-US" altLang="zh-CN" sz="2000">
              <a:solidFill>
                <a:srgbClr val="0070C0"/>
              </a:solidFill>
              <a:latin typeface="+mn-ea"/>
            </a:endParaRPr>
          </a:p>
          <a:p>
            <a:pPr marL="571500" indent="-342900">
              <a:lnSpc>
                <a:spcPct val="100000"/>
              </a:lnSpc>
              <a:spcAft>
                <a:spcPts val="600"/>
              </a:spcAft>
              <a:buClr>
                <a:srgbClr val="7030A0"/>
              </a:buClr>
              <a:buSzPct val="60000"/>
              <a:buFont typeface="Wingdings" panose="05000000000000000000" pitchFamily="2" charset="2"/>
              <a:buChar char="ü"/>
            </a:pPr>
            <a:r>
              <a:rPr lang="zh-CN" altLang="en-US" sz="2000">
                <a:solidFill>
                  <a:srgbClr val="0070C0"/>
                </a:solidFill>
                <a:latin typeface="+mn-ea"/>
              </a:rPr>
              <a:t>班级的成绩：</a:t>
            </a:r>
            <a:r>
              <a:rPr lang="en-US" altLang="zh-CN" sz="2000">
                <a:solidFill>
                  <a:srgbClr val="0070C0"/>
                </a:solidFill>
                <a:latin typeface="+mn-ea"/>
              </a:rPr>
              <a:t>[79,82,83,94,95,86]</a:t>
            </a:r>
          </a:p>
          <a:p>
            <a:pPr marL="571500" indent="-342900">
              <a:lnSpc>
                <a:spcPct val="100000"/>
              </a:lnSpc>
              <a:spcAft>
                <a:spcPts val="600"/>
              </a:spcAft>
              <a:buClr>
                <a:srgbClr val="7030A0"/>
              </a:buClr>
              <a:buSzPct val="60000"/>
              <a:buFont typeface="Wingdings" panose="05000000000000000000" pitchFamily="2" charset="2"/>
              <a:buChar char="ü"/>
            </a:pPr>
            <a:r>
              <a:rPr lang="zh-CN" altLang="en-US" sz="2000">
                <a:solidFill>
                  <a:srgbClr val="0070C0"/>
                </a:solidFill>
                <a:latin typeface="+mn-ea"/>
              </a:rPr>
              <a:t>对象的特征：</a:t>
            </a:r>
            <a:r>
              <a:rPr lang="en-US" altLang="zh-CN" sz="2000">
                <a:solidFill>
                  <a:srgbClr val="0070C0"/>
                </a:solidFill>
                <a:latin typeface="+mn-ea"/>
              </a:rPr>
              <a:t>[</a:t>
            </a:r>
            <a:r>
              <a:rPr lang="zh-CN" altLang="en-US" sz="2000">
                <a:solidFill>
                  <a:srgbClr val="0070C0"/>
                </a:solidFill>
                <a:latin typeface="+mn-ea"/>
              </a:rPr>
              <a:t>“冰箱”</a:t>
            </a:r>
            <a:r>
              <a:rPr lang="en-US" altLang="zh-CN" sz="2000">
                <a:solidFill>
                  <a:srgbClr val="0070C0"/>
                </a:solidFill>
                <a:latin typeface="+mn-ea"/>
              </a:rPr>
              <a:t>,4000,</a:t>
            </a:r>
            <a:r>
              <a:rPr lang="zh-CN" altLang="en-US" sz="2000">
                <a:solidFill>
                  <a:srgbClr val="0070C0"/>
                </a:solidFill>
                <a:latin typeface="+mn-ea"/>
              </a:rPr>
              <a:t>“海尔”</a:t>
            </a:r>
            <a:r>
              <a:rPr lang="en-US" altLang="zh-CN" sz="2000">
                <a:solidFill>
                  <a:srgbClr val="0070C0"/>
                </a:solidFill>
                <a:latin typeface="+mn-ea"/>
              </a:rPr>
              <a:t>]</a:t>
            </a:r>
            <a:r>
              <a:rPr lang="zh-CN" altLang="en-US" sz="2000">
                <a:solidFill>
                  <a:srgbClr val="0070C0"/>
                </a:solidFill>
                <a:latin typeface="+mn-ea"/>
              </a:rPr>
              <a:t>、</a:t>
            </a:r>
            <a:r>
              <a:rPr lang="en-US" altLang="zh-CN" sz="2000">
                <a:solidFill>
                  <a:srgbClr val="0070C0"/>
                </a:solidFill>
                <a:latin typeface="+mn-ea"/>
              </a:rPr>
              <a:t>[</a:t>
            </a:r>
            <a:r>
              <a:rPr lang="zh-CN" altLang="en-US" sz="2000">
                <a:solidFill>
                  <a:srgbClr val="0070C0"/>
                </a:solidFill>
                <a:latin typeface="+mn-ea"/>
              </a:rPr>
              <a:t>“洗衣机”</a:t>
            </a:r>
            <a:r>
              <a:rPr lang="en-US" altLang="zh-CN" sz="2000">
                <a:solidFill>
                  <a:srgbClr val="0070C0"/>
                </a:solidFill>
                <a:latin typeface="+mn-ea"/>
              </a:rPr>
              <a:t>,3300,</a:t>
            </a:r>
            <a:r>
              <a:rPr lang="zh-CN" altLang="en-US" sz="2000">
                <a:solidFill>
                  <a:srgbClr val="0070C0"/>
                </a:solidFill>
                <a:latin typeface="+mn-ea"/>
              </a:rPr>
              <a:t>“海尔”</a:t>
            </a:r>
            <a:r>
              <a:rPr lang="en-US" altLang="zh-CN" sz="2000">
                <a:solidFill>
                  <a:srgbClr val="0070C0"/>
                </a:solidFill>
                <a:latin typeface="+mn-ea"/>
              </a:rPr>
              <a:t>]</a:t>
            </a:r>
          </a:p>
          <a:p>
            <a:pPr marL="571500" indent="-342900">
              <a:lnSpc>
                <a:spcPct val="100000"/>
              </a:lnSpc>
              <a:spcAft>
                <a:spcPts val="600"/>
              </a:spcAft>
              <a:buClr>
                <a:srgbClr val="7030A0"/>
              </a:buClr>
              <a:buSzPct val="60000"/>
              <a:buFont typeface="Wingdings" panose="05000000000000000000" pitchFamily="2" charset="2"/>
              <a:buChar char="ü"/>
            </a:pPr>
            <a:r>
              <a:rPr lang="zh-CN" altLang="en-US" sz="2000">
                <a:solidFill>
                  <a:srgbClr val="0070C0"/>
                </a:solidFill>
                <a:latin typeface="+mn-ea"/>
              </a:rPr>
              <a:t>空列表：</a:t>
            </a:r>
            <a:r>
              <a:rPr lang="en-US" altLang="zh-CN" sz="2000">
                <a:solidFill>
                  <a:srgbClr val="0070C0"/>
                </a:solidFill>
                <a:latin typeface="+mn-ea"/>
              </a:rPr>
              <a:t>[ ]</a:t>
            </a:r>
          </a:p>
        </p:txBody>
      </p:sp>
    </p:spTree>
    <p:extLst>
      <p:ext uri="{BB962C8B-B14F-4D97-AF65-F5344CB8AC3E}">
        <p14:creationId xmlns:p14="http://schemas.microsoft.com/office/powerpoint/2010/main" val="36583399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>
                <a:solidFill>
                  <a:srgbClr val="245794"/>
                </a:solidFill>
              </a:rPr>
              <a:t>1</a:t>
            </a:r>
            <a:r>
              <a:rPr lang="zh-CN" altLang="zh-CN" b="1">
                <a:solidFill>
                  <a:srgbClr val="245794"/>
                </a:solidFill>
              </a:rPr>
              <a:t>．列表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>
          <a:xfrm>
            <a:off x="467544" y="1772816"/>
            <a:ext cx="7886700" cy="4752528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Aft>
                <a:spcPts val="600"/>
              </a:spcAft>
              <a:buClr>
                <a:srgbClr val="7030A0"/>
              </a:buClr>
              <a:buSzPct val="60000"/>
            </a:pPr>
            <a:r>
              <a:rPr lang="zh-CN" altLang="en-US" sz="2000">
                <a:latin typeface="+mn-ea"/>
              </a:rPr>
              <a:t>访问列表内数据的方法：</a:t>
            </a:r>
            <a:endParaRPr lang="en-US" altLang="zh-CN" sz="2000">
              <a:latin typeface="+mn-ea"/>
            </a:endParaRPr>
          </a:p>
          <a:p>
            <a:pPr>
              <a:lnSpc>
                <a:spcPct val="100000"/>
              </a:lnSpc>
              <a:spcAft>
                <a:spcPts val="600"/>
              </a:spcAft>
              <a:buClr>
                <a:srgbClr val="7030A0"/>
              </a:buClr>
              <a:buSzPct val="60000"/>
              <a:buFont typeface="Wingdings" panose="05000000000000000000" pitchFamily="2" charset="2"/>
              <a:buChar char="Ø"/>
            </a:pPr>
            <a:r>
              <a:rPr lang="zh-CN" altLang="zh-CN" sz="2000">
                <a:latin typeface="+mn-ea"/>
              </a:rPr>
              <a:t>通过各数据元素在序列中的</a:t>
            </a:r>
            <a:r>
              <a:rPr lang="zh-CN" altLang="zh-CN" sz="2000">
                <a:solidFill>
                  <a:srgbClr val="FF0000"/>
                </a:solidFill>
                <a:latin typeface="+mn-ea"/>
              </a:rPr>
              <a:t>位置编号（索引）</a:t>
            </a:r>
            <a:r>
              <a:rPr lang="zh-CN" altLang="zh-CN" sz="2000">
                <a:latin typeface="+mn-ea"/>
              </a:rPr>
              <a:t>来访问数据元素</a:t>
            </a:r>
            <a:r>
              <a:rPr lang="zh-CN" altLang="en-US" sz="2000">
                <a:latin typeface="+mn-ea"/>
              </a:rPr>
              <a:t>。</a:t>
            </a:r>
          </a:p>
          <a:p>
            <a:pPr marL="0" indent="0">
              <a:lnSpc>
                <a:spcPct val="100000"/>
              </a:lnSpc>
              <a:spcAft>
                <a:spcPts val="600"/>
              </a:spcAft>
              <a:buClr>
                <a:srgbClr val="7030A0"/>
              </a:buClr>
              <a:buSzPct val="60000"/>
              <a:buNone/>
            </a:pPr>
            <a:r>
              <a:rPr lang="en-US" altLang="zh-CN" sz="2000">
                <a:latin typeface="+mn-ea"/>
              </a:rPr>
              <a:t>   </a:t>
            </a:r>
            <a:r>
              <a:rPr lang="zh-CN" altLang="zh-CN" sz="2000">
                <a:latin typeface="+mn-ea"/>
              </a:rPr>
              <a:t>例如：</a:t>
            </a:r>
          </a:p>
          <a:p>
            <a:pPr indent="0">
              <a:lnSpc>
                <a:spcPct val="100000"/>
              </a:lnSpc>
              <a:spcAft>
                <a:spcPts val="600"/>
              </a:spcAft>
              <a:buClr>
                <a:srgbClr val="7030A0"/>
              </a:buClr>
              <a:buSzPct val="60000"/>
              <a:buNone/>
            </a:pPr>
            <a:r>
              <a:rPr lang="en-US" altLang="zh-CN" sz="2000">
                <a:solidFill>
                  <a:srgbClr val="0070C0"/>
                </a:solidFill>
                <a:latin typeface="+mn-ea"/>
              </a:rPr>
              <a:t>&gt;&gt;&gt; a=[79,82,83,94,95,86]</a:t>
            </a:r>
            <a:endParaRPr lang="zh-CN" altLang="zh-CN" sz="2000">
              <a:solidFill>
                <a:srgbClr val="0070C0"/>
              </a:solidFill>
              <a:latin typeface="+mn-ea"/>
            </a:endParaRPr>
          </a:p>
          <a:p>
            <a:pPr indent="0">
              <a:lnSpc>
                <a:spcPct val="100000"/>
              </a:lnSpc>
              <a:spcAft>
                <a:spcPts val="600"/>
              </a:spcAft>
              <a:buClr>
                <a:srgbClr val="7030A0"/>
              </a:buClr>
              <a:buSzPct val="60000"/>
              <a:buNone/>
            </a:pPr>
            <a:r>
              <a:rPr lang="en-US" altLang="zh-CN" sz="2000">
                <a:solidFill>
                  <a:srgbClr val="0070C0"/>
                </a:solidFill>
                <a:latin typeface="+mn-ea"/>
              </a:rPr>
              <a:t>&gt;&gt;&gt; a[0]=100</a:t>
            </a:r>
            <a:endParaRPr lang="zh-CN" altLang="zh-CN" sz="2000">
              <a:solidFill>
                <a:srgbClr val="0070C0"/>
              </a:solidFill>
              <a:latin typeface="+mn-ea"/>
            </a:endParaRPr>
          </a:p>
          <a:p>
            <a:pPr indent="0">
              <a:lnSpc>
                <a:spcPct val="100000"/>
              </a:lnSpc>
              <a:spcAft>
                <a:spcPts val="600"/>
              </a:spcAft>
              <a:buClr>
                <a:srgbClr val="7030A0"/>
              </a:buClr>
              <a:buSzPct val="60000"/>
              <a:buNone/>
            </a:pPr>
            <a:r>
              <a:rPr lang="en-US" altLang="zh-CN" sz="2000">
                <a:solidFill>
                  <a:srgbClr val="0070C0"/>
                </a:solidFill>
                <a:latin typeface="+mn-ea"/>
              </a:rPr>
              <a:t>&gt;&gt;&gt; a</a:t>
            </a:r>
            <a:endParaRPr lang="zh-CN" altLang="zh-CN" sz="2000">
              <a:solidFill>
                <a:srgbClr val="0070C0"/>
              </a:solidFill>
              <a:latin typeface="+mn-ea"/>
            </a:endParaRPr>
          </a:p>
          <a:p>
            <a:pPr indent="0">
              <a:lnSpc>
                <a:spcPct val="100000"/>
              </a:lnSpc>
              <a:spcAft>
                <a:spcPts val="600"/>
              </a:spcAft>
              <a:buClr>
                <a:srgbClr val="7030A0"/>
              </a:buClr>
              <a:buSzPct val="60000"/>
              <a:buNone/>
            </a:pPr>
            <a:r>
              <a:rPr lang="en-US" altLang="zh-CN" sz="2000" b="1">
                <a:solidFill>
                  <a:srgbClr val="00B0F0"/>
                </a:solidFill>
                <a:latin typeface="+mn-ea"/>
              </a:rPr>
              <a:t>[100,82,83,94,95,86]</a:t>
            </a:r>
          </a:p>
          <a:p>
            <a:pPr indent="0">
              <a:lnSpc>
                <a:spcPct val="100000"/>
              </a:lnSpc>
              <a:spcAft>
                <a:spcPts val="600"/>
              </a:spcAft>
              <a:buClr>
                <a:srgbClr val="7030A0"/>
              </a:buClr>
              <a:buSzPct val="60000"/>
              <a:buNone/>
            </a:pPr>
            <a:r>
              <a:rPr lang="zh-CN" altLang="en-US" sz="2000">
                <a:solidFill>
                  <a:srgbClr val="FF0000"/>
                </a:solidFill>
                <a:latin typeface="+mn-ea"/>
              </a:rPr>
              <a:t>（详细将在第</a:t>
            </a:r>
            <a:r>
              <a:rPr lang="en-US" altLang="zh-CN" sz="2000">
                <a:solidFill>
                  <a:srgbClr val="FF0000"/>
                </a:solidFill>
                <a:latin typeface="+mn-ea"/>
              </a:rPr>
              <a:t>7</a:t>
            </a:r>
            <a:r>
              <a:rPr lang="zh-CN" altLang="en-US" sz="2000">
                <a:solidFill>
                  <a:srgbClr val="FF0000"/>
                </a:solidFill>
                <a:latin typeface="+mn-ea"/>
              </a:rPr>
              <a:t>章学习）</a:t>
            </a:r>
            <a:endParaRPr lang="zh-CN" altLang="zh-CN" sz="2000">
              <a:solidFill>
                <a:srgbClr val="0070C0"/>
              </a:solidFill>
              <a:latin typeface="+mn-ea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4716016" y="3733581"/>
            <a:ext cx="3096344" cy="83099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zh-CN" altLang="en-US" sz="2400" b="1" cap="none" spc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访问第一人的成绩，</a:t>
            </a:r>
            <a:r>
              <a:rPr lang="zh-CN" altLang="en-US" sz="2400" b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并修改</a:t>
            </a:r>
            <a:endParaRPr lang="zh-CN" altLang="en-US" sz="2400" b="1" cap="none" spc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</a:endParaRPr>
          </a:p>
        </p:txBody>
      </p:sp>
      <p:cxnSp>
        <p:nvCxnSpPr>
          <p:cNvPr id="6" name="直接箭头连接符 5"/>
          <p:cNvCxnSpPr/>
          <p:nvPr/>
        </p:nvCxnSpPr>
        <p:spPr>
          <a:xfrm flipH="1" flipV="1">
            <a:off x="2483768" y="4005064"/>
            <a:ext cx="2232248" cy="14401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003583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>
                <a:solidFill>
                  <a:srgbClr val="245794"/>
                </a:solidFill>
              </a:rPr>
              <a:t>2</a:t>
            </a:r>
            <a:r>
              <a:rPr lang="zh-CN" altLang="zh-CN" b="1">
                <a:solidFill>
                  <a:srgbClr val="245794"/>
                </a:solidFill>
              </a:rPr>
              <a:t>．元组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>
          <a:xfrm>
            <a:off x="628650" y="1825624"/>
            <a:ext cx="7886700" cy="4699719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00000"/>
              </a:lnSpc>
              <a:spcAft>
                <a:spcPts val="600"/>
              </a:spcAft>
              <a:buClr>
                <a:srgbClr val="7030A0"/>
              </a:buClr>
              <a:buSzPct val="60000"/>
            </a:pPr>
            <a:r>
              <a:rPr lang="zh-CN" altLang="zh-CN" sz="2000" dirty="0">
                <a:latin typeface="+mn-ea"/>
              </a:rPr>
              <a:t>元组（</a:t>
            </a:r>
            <a:r>
              <a:rPr lang="en-US" altLang="zh-CN" sz="2000" dirty="0">
                <a:latin typeface="+mn-ea"/>
              </a:rPr>
              <a:t>tuple</a:t>
            </a:r>
            <a:r>
              <a:rPr lang="zh-CN" altLang="zh-CN" sz="2000" dirty="0">
                <a:latin typeface="+mn-ea"/>
              </a:rPr>
              <a:t>）</a:t>
            </a:r>
            <a:r>
              <a:rPr lang="zh-CN" altLang="en-US" sz="2000" dirty="0">
                <a:latin typeface="+mn-ea"/>
              </a:rPr>
              <a:t>：</a:t>
            </a:r>
            <a:r>
              <a:rPr lang="zh-CN" altLang="zh-CN" sz="2000" dirty="0">
                <a:latin typeface="+mn-ea"/>
              </a:rPr>
              <a:t>写在</a:t>
            </a:r>
            <a:r>
              <a:rPr lang="zh-CN" altLang="zh-CN" sz="2000" dirty="0">
                <a:solidFill>
                  <a:srgbClr val="FF0000"/>
                </a:solidFill>
                <a:latin typeface="+mn-ea"/>
              </a:rPr>
              <a:t>小括号</a:t>
            </a:r>
            <a:r>
              <a:rPr lang="zh-CN" altLang="zh-CN" sz="2000" dirty="0">
                <a:latin typeface="+mn-ea"/>
              </a:rPr>
              <a:t>之间、用</a:t>
            </a:r>
            <a:r>
              <a:rPr lang="zh-CN" altLang="zh-CN" sz="2000" dirty="0">
                <a:solidFill>
                  <a:srgbClr val="FF0000"/>
                </a:solidFill>
                <a:latin typeface="+mn-ea"/>
              </a:rPr>
              <a:t>逗号隔开</a:t>
            </a:r>
            <a:r>
              <a:rPr lang="zh-CN" altLang="zh-CN" sz="2000" dirty="0">
                <a:latin typeface="+mn-ea"/>
              </a:rPr>
              <a:t>的元素序列。</a:t>
            </a:r>
            <a:endParaRPr lang="en-US" altLang="zh-CN" sz="2000" dirty="0">
              <a:latin typeface="+mn-ea"/>
            </a:endParaRPr>
          </a:p>
          <a:p>
            <a:pPr>
              <a:lnSpc>
                <a:spcPct val="100000"/>
              </a:lnSpc>
              <a:spcAft>
                <a:spcPts val="600"/>
              </a:spcAft>
              <a:buClr>
                <a:srgbClr val="7030A0"/>
              </a:buClr>
              <a:buSzPct val="60000"/>
            </a:pPr>
            <a:r>
              <a:rPr lang="zh-CN" altLang="zh-CN" sz="2000" dirty="0">
                <a:latin typeface="+mn-ea"/>
              </a:rPr>
              <a:t>元组与列表不同之处在于元组的</a:t>
            </a:r>
            <a:r>
              <a:rPr lang="zh-CN" altLang="zh-CN" sz="2000" dirty="0">
                <a:solidFill>
                  <a:srgbClr val="FF0000"/>
                </a:solidFill>
                <a:latin typeface="+mn-ea"/>
              </a:rPr>
              <a:t>元素不能修改</a:t>
            </a:r>
            <a:r>
              <a:rPr lang="zh-CN" altLang="zh-CN" sz="2000" dirty="0">
                <a:latin typeface="+mn-ea"/>
              </a:rPr>
              <a:t>，相当于只读列表。例如：</a:t>
            </a:r>
          </a:p>
          <a:p>
            <a:pPr marL="0" indent="0" algn="ctr">
              <a:lnSpc>
                <a:spcPct val="100000"/>
              </a:lnSpc>
              <a:spcAft>
                <a:spcPts val="600"/>
              </a:spcAft>
              <a:buClr>
                <a:srgbClr val="7030A0"/>
              </a:buClr>
              <a:buSzPct val="60000"/>
              <a:buNone/>
            </a:pPr>
            <a:r>
              <a:rPr lang="en-US" altLang="zh-CN" sz="2000" dirty="0">
                <a:solidFill>
                  <a:srgbClr val="0070C0"/>
                </a:solidFill>
                <a:latin typeface="+mn-ea"/>
              </a:rPr>
              <a:t>&gt;&gt;&gt; </a:t>
            </a:r>
            <a:r>
              <a:rPr lang="en-US" altLang="zh-CN" sz="2000" dirty="0" err="1">
                <a:solidFill>
                  <a:srgbClr val="0070C0"/>
                </a:solidFill>
                <a:latin typeface="+mn-ea"/>
              </a:rPr>
              <a:t>mtuple</a:t>
            </a:r>
            <a:r>
              <a:rPr lang="en-US" altLang="zh-CN" sz="2000" dirty="0">
                <a:solidFill>
                  <a:srgbClr val="0070C0"/>
                </a:solidFill>
                <a:latin typeface="+mn-ea"/>
              </a:rPr>
              <a:t>=('brenden',45,'john',32)</a:t>
            </a:r>
            <a:endParaRPr lang="zh-CN" altLang="zh-CN" sz="2000" dirty="0">
              <a:solidFill>
                <a:srgbClr val="0070C0"/>
              </a:solidFill>
              <a:latin typeface="+mn-ea"/>
            </a:endParaRPr>
          </a:p>
          <a:p>
            <a:pPr>
              <a:lnSpc>
                <a:spcPct val="160000"/>
              </a:lnSpc>
              <a:spcAft>
                <a:spcPts val="600"/>
              </a:spcAft>
              <a:buClr>
                <a:srgbClr val="7030A0"/>
              </a:buClr>
              <a:buSzPct val="60000"/>
            </a:pPr>
            <a:r>
              <a:rPr lang="zh-CN" altLang="zh-CN" sz="2000" dirty="0">
                <a:latin typeface="+mn-ea"/>
              </a:rPr>
              <a:t>注意一些特殊元组的表示方法。空的圆括号表示空元组。当元组只有一个元素时，必须以逗号结尾。</a:t>
            </a:r>
            <a:endParaRPr lang="en-US" altLang="zh-CN" sz="2000" dirty="0">
              <a:latin typeface="+mn-ea"/>
            </a:endParaRPr>
          </a:p>
          <a:p>
            <a:pPr marL="1440000" indent="0">
              <a:lnSpc>
                <a:spcPct val="100000"/>
              </a:lnSpc>
              <a:spcAft>
                <a:spcPts val="600"/>
              </a:spcAft>
              <a:buClr>
                <a:srgbClr val="7030A0"/>
              </a:buClr>
              <a:buSzPct val="60000"/>
              <a:buNone/>
            </a:pPr>
            <a:r>
              <a:rPr lang="en-US" altLang="zh-CN" sz="2000" dirty="0">
                <a:solidFill>
                  <a:srgbClr val="0070C0"/>
                </a:solidFill>
                <a:latin typeface="+mn-ea"/>
              </a:rPr>
              <a:t>&gt;&gt;&gt; (2,)</a:t>
            </a:r>
          </a:p>
          <a:p>
            <a:pPr marL="1440000" indent="0">
              <a:lnSpc>
                <a:spcPct val="100000"/>
              </a:lnSpc>
              <a:spcAft>
                <a:spcPts val="600"/>
              </a:spcAft>
              <a:buClr>
                <a:srgbClr val="7030A0"/>
              </a:buClr>
              <a:buSzPct val="60000"/>
              <a:buNone/>
            </a:pPr>
            <a:r>
              <a:rPr lang="en-US" altLang="zh-CN" sz="2000" dirty="0">
                <a:solidFill>
                  <a:srgbClr val="0070C0"/>
                </a:solidFill>
                <a:latin typeface="+mn-ea"/>
              </a:rPr>
              <a:t>(2,)</a:t>
            </a:r>
          </a:p>
          <a:p>
            <a:pPr marL="0" indent="-342900">
              <a:lnSpc>
                <a:spcPct val="100000"/>
              </a:lnSpc>
              <a:spcAft>
                <a:spcPts val="600"/>
              </a:spcAft>
              <a:buClr>
                <a:srgbClr val="7030A0"/>
              </a:buClr>
              <a:buSzPct val="60000"/>
            </a:pPr>
            <a:r>
              <a:rPr lang="zh-CN" altLang="zh-CN" sz="2000" dirty="0">
                <a:latin typeface="+mn-ea"/>
              </a:rPr>
              <a:t>任何一组以逗号分隔的对象，当省略标识序列的括号时，默认为元组。</a:t>
            </a:r>
            <a:endParaRPr lang="en-US" altLang="zh-CN" sz="2000" dirty="0">
              <a:latin typeface="+mn-ea"/>
            </a:endParaRPr>
          </a:p>
          <a:p>
            <a:pPr marL="1440000" indent="0">
              <a:lnSpc>
                <a:spcPct val="100000"/>
              </a:lnSpc>
              <a:spcAft>
                <a:spcPts val="600"/>
              </a:spcAft>
              <a:buClr>
                <a:srgbClr val="7030A0"/>
              </a:buClr>
              <a:buSzPct val="60000"/>
              <a:buNone/>
            </a:pPr>
            <a:r>
              <a:rPr lang="en-US" altLang="zh-CN" sz="2000" dirty="0">
                <a:solidFill>
                  <a:srgbClr val="0070C0"/>
                </a:solidFill>
                <a:latin typeface="+mn-ea"/>
              </a:rPr>
              <a:t>&gt;&gt;&gt; 2,3,4</a:t>
            </a:r>
            <a:endParaRPr lang="zh-CN" altLang="zh-CN" sz="2000" dirty="0">
              <a:solidFill>
                <a:srgbClr val="0070C0"/>
              </a:solidFill>
              <a:latin typeface="+mn-ea"/>
            </a:endParaRPr>
          </a:p>
          <a:p>
            <a:pPr marL="1440000" indent="0">
              <a:lnSpc>
                <a:spcPct val="100000"/>
              </a:lnSpc>
              <a:spcAft>
                <a:spcPts val="600"/>
              </a:spcAft>
              <a:buClr>
                <a:srgbClr val="7030A0"/>
              </a:buClr>
              <a:buSzPct val="60000"/>
              <a:buNone/>
            </a:pPr>
            <a:r>
              <a:rPr lang="en-US" altLang="zh-CN" sz="2000" dirty="0">
                <a:solidFill>
                  <a:srgbClr val="0070C0"/>
                </a:solidFill>
                <a:latin typeface="+mn-ea"/>
              </a:rPr>
              <a:t>(2, 3, 4)</a:t>
            </a:r>
            <a:endParaRPr lang="zh-CN" altLang="zh-CN" sz="2000" dirty="0">
              <a:solidFill>
                <a:srgbClr val="0070C0"/>
              </a:solidFill>
              <a:latin typeface="+mn-ea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B6A0144D-82A4-4A83-8F99-5450B28FE64F}"/>
              </a:ext>
            </a:extLst>
          </p:cNvPr>
          <p:cNvSpPr txBox="1"/>
          <p:nvPr/>
        </p:nvSpPr>
        <p:spPr>
          <a:xfrm>
            <a:off x="4788024" y="980728"/>
            <a:ext cx="24299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不能 </a:t>
            </a:r>
            <a:r>
              <a:rPr lang="en-US" altLang="zh-CN" dirty="0" err="1">
                <a:solidFill>
                  <a:srgbClr val="FF0000"/>
                </a:solidFill>
              </a:rPr>
              <a:t>mtuple</a:t>
            </a:r>
            <a:r>
              <a:rPr lang="en-US" altLang="zh-CN" dirty="0">
                <a:solidFill>
                  <a:srgbClr val="FF0000"/>
                </a:solidFill>
              </a:rPr>
              <a:t>[0] = ‘hello’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583399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6</a:t>
            </a:fld>
            <a:endParaRPr lang="zh-CN" altLang="en-US"/>
          </a:p>
        </p:txBody>
      </p:sp>
      <p:sp>
        <p:nvSpPr>
          <p:cNvPr id="4" name="文本框 3"/>
          <p:cNvSpPr txBox="1"/>
          <p:nvPr>
            <p:custDataLst>
              <p:tags r:id="rId2"/>
            </p:custDataLst>
          </p:nvPr>
        </p:nvSpPr>
        <p:spPr>
          <a:xfrm>
            <a:off x="914400" y="635000"/>
            <a:ext cx="73152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下面（   ）是列表常量。</a:t>
            </a:r>
          </a:p>
        </p:txBody>
      </p:sp>
      <p:sp>
        <p:nvSpPr>
          <p:cNvPr id="5" name="文本框 4"/>
          <p:cNvSpPr txBox="1"/>
          <p:nvPr>
            <p:custDataLst>
              <p:tags r:id="rId3"/>
            </p:custDataLst>
          </p:nvPr>
        </p:nvSpPr>
        <p:spPr>
          <a:xfrm>
            <a:off x="1828800" y="27860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( )</a:t>
            </a:r>
            <a:endParaRPr lang="zh-CN" altLang="en-US" sz="260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4"/>
            </p:custDataLst>
          </p:nvPr>
        </p:nvSpPr>
        <p:spPr>
          <a:xfrm>
            <a:off x="1828800" y="364331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(3,4,5)</a:t>
            </a:r>
            <a:endParaRPr lang="zh-CN" altLang="en-US" sz="260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5"/>
            </p:custDataLst>
          </p:nvPr>
        </p:nvSpPr>
        <p:spPr>
          <a:xfrm>
            <a:off x="1828800" y="45005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[98,65,1,2,3,4,78]</a:t>
            </a:r>
            <a:endParaRPr lang="zh-CN" altLang="en-US" sz="260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8" name="文本框 7"/>
          <p:cNvSpPr txBox="1"/>
          <p:nvPr>
            <p:custDataLst>
              <p:tags r:id="rId6"/>
            </p:custDataLst>
          </p:nvPr>
        </p:nvSpPr>
        <p:spPr>
          <a:xfrm>
            <a:off x="1828800" y="535781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98</a:t>
            </a:r>
            <a:endParaRPr lang="zh-CN" altLang="en-US" sz="260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9" name="椭圆 8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114425" y="285035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114425" y="370760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114425" y="4564856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1114425" y="542210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3" name="圆角矩形 12"/>
          <p:cNvSpPr/>
          <p:nvPr>
            <p:custDataLst>
              <p:tags r:id="rId11"/>
            </p:custDataLst>
          </p:nvPr>
        </p:nvSpPr>
        <p:spPr>
          <a:xfrm>
            <a:off x="6172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</a:p>
        </p:txBody>
      </p:sp>
      <p:sp>
        <p:nvSpPr>
          <p:cNvPr id="20" name="矩形 19"/>
          <p:cNvSpPr/>
          <p:nvPr>
            <p:custDataLst>
              <p:tags r:id="rId12"/>
            </p:custDataLst>
          </p:nvPr>
        </p:nvSpPr>
        <p:spPr>
          <a:xfrm>
            <a:off x="9525000" y="0"/>
            <a:ext cx="3840480" cy="6858000"/>
          </a:xfrm>
          <a:prstGeom prst="rect">
            <a:avLst/>
          </a:prstGeom>
          <a:solidFill>
            <a:srgbClr val="FFFFFF"/>
          </a:solidFill>
          <a:ln w="12700" cmpd="sng">
            <a:solidFill>
              <a:srgbClr val="9B9B9B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25" name="文本框 24"/>
          <p:cNvSpPr txBox="1"/>
          <p:nvPr>
            <p:custDataLst>
              <p:tags r:id="rId13"/>
            </p:custDataLst>
          </p:nvPr>
        </p:nvSpPr>
        <p:spPr>
          <a:xfrm>
            <a:off x="9613900" y="6326832"/>
            <a:ext cx="3662680" cy="461665"/>
          </a:xfrm>
          <a:prstGeom prst="rect">
            <a:avLst/>
          </a:prstGeom>
          <a:solidFill>
            <a:srgbClr val="FBFAEF"/>
          </a:solidFill>
          <a:ln w="12700"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FFFFFF"/>
                </a:solidFill>
              </a14:hiddenLine>
            </a:ext>
          </a:extLst>
        </p:spPr>
        <p:txBody>
          <a:bodyPr vert="horz" rtlCol="0" anchor="ctr">
            <a:spAutoFit/>
          </a:bodyPr>
          <a:lstStyle/>
          <a:p>
            <a:r>
              <a:rPr lang="zh-CN" altLang="en-US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可为此题添加文本、图片、公式等解析，且需将内容全部放在本区域内。正常使用需</a:t>
            </a:r>
            <a:r>
              <a:rPr lang="en-US" altLang="zh-CN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3.0</a:t>
            </a:r>
            <a:r>
              <a:rPr lang="zh-CN" altLang="en-US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以上版本</a:t>
            </a:r>
          </a:p>
        </p:txBody>
      </p:sp>
      <p:sp>
        <p:nvSpPr>
          <p:cNvPr id="26" name="文本框 25"/>
          <p:cNvSpPr txBox="1"/>
          <p:nvPr>
            <p:custDataLst>
              <p:tags r:id="rId14"/>
            </p:custDataLst>
          </p:nvPr>
        </p:nvSpPr>
        <p:spPr>
          <a:xfrm>
            <a:off x="9779000" y="1270000"/>
            <a:ext cx="3332480" cy="707886"/>
          </a:xfrm>
          <a:prstGeom prst="rect">
            <a:avLst/>
          </a:prstGeom>
          <a:noFill/>
        </p:spPr>
        <p:txBody>
          <a:bodyPr vert="horz" rtlCol="0" anchor="t" anchorCtr="0">
            <a:spAutoFit/>
          </a:bodyPr>
          <a:lstStyle/>
          <a:p>
            <a:pPr lvl="0"/>
            <a:r>
              <a:rPr lang="en-US" altLang="zh-CN" sz="20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r>
              <a:rPr lang="zh-CN" altLang="en-US" sz="20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与</a:t>
            </a:r>
            <a:r>
              <a:rPr lang="en-US" altLang="zh-CN" sz="20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r>
              <a:rPr lang="zh-CN" altLang="en-US" sz="20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是元组</a:t>
            </a:r>
            <a:endParaRPr lang="en-US" altLang="zh-CN" sz="200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  <a:p>
            <a:pPr lvl="0"/>
            <a:r>
              <a:rPr lang="en-US" altLang="zh-CN" sz="20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r>
              <a:rPr lang="zh-CN" altLang="en-US" sz="20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是</a:t>
            </a:r>
            <a:r>
              <a:rPr lang="en-US" altLang="zh-CN" sz="20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int</a:t>
            </a:r>
            <a:r>
              <a:rPr lang="zh-CN" altLang="en-US" sz="20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型常量</a:t>
            </a:r>
          </a:p>
        </p:txBody>
      </p:sp>
      <p:grpSp>
        <p:nvGrpSpPr>
          <p:cNvPr id="24" name="组合 23"/>
          <p:cNvGrpSpPr/>
          <p:nvPr>
            <p:custDataLst>
              <p:tags r:id="rId15"/>
            </p:custDataLst>
          </p:nvPr>
        </p:nvGrpSpPr>
        <p:grpSpPr>
          <a:xfrm>
            <a:off x="9537700" y="0"/>
            <a:ext cx="3815080" cy="647700"/>
            <a:chOff x="9537700" y="0"/>
            <a:chExt cx="3815080" cy="647700"/>
          </a:xfrm>
        </p:grpSpPr>
        <p:sp>
          <p:nvSpPr>
            <p:cNvPr id="21" name="RemarkBack"/>
            <p:cNvSpPr/>
            <p:nvPr>
              <p:custDataLst>
                <p:tags r:id="rId25"/>
              </p:custDataLst>
            </p:nvPr>
          </p:nvSpPr>
          <p:spPr>
            <a:xfrm>
              <a:off x="9537700" y="12700"/>
              <a:ext cx="381508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RemarkBlock"/>
            <p:cNvSpPr/>
            <p:nvPr>
              <p:custDataLst>
                <p:tags r:id="rId26"/>
              </p:custDataLst>
            </p:nvPr>
          </p:nvSpPr>
          <p:spPr>
            <a:xfrm>
              <a:off x="9537700" y="1270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RemarkTitleText"/>
            <p:cNvSpPr txBox="1"/>
            <p:nvPr>
              <p:custDataLst>
                <p:tags r:id="rId27"/>
              </p:custDataLst>
            </p:nvPr>
          </p:nvSpPr>
          <p:spPr>
            <a:xfrm>
              <a:off x="9779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答案解析</a:t>
              </a:r>
            </a:p>
          </p:txBody>
        </p:sp>
      </p:grpSp>
      <p:sp>
        <p:nvSpPr>
          <p:cNvPr id="19" name="RemarkBack"/>
          <p:cNvSpPr/>
          <p:nvPr>
            <p:custDataLst>
              <p:tags r:id="rId16"/>
            </p:custDataLst>
          </p:nvPr>
        </p:nvSpPr>
        <p:spPr>
          <a:xfrm>
            <a:off x="9537700" y="12700"/>
            <a:ext cx="3815080" cy="635000"/>
          </a:xfrm>
          <a:prstGeom prst="rect">
            <a:avLst/>
          </a:prstGeom>
          <a:solidFill>
            <a:srgbClr val="F6F7F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RemarkBlock"/>
          <p:cNvSpPr/>
          <p:nvPr>
            <p:custDataLst>
              <p:tags r:id="rId17"/>
            </p:custDataLst>
          </p:nvPr>
        </p:nvSpPr>
        <p:spPr>
          <a:xfrm>
            <a:off x="9537700" y="12700"/>
            <a:ext cx="190500" cy="635000"/>
          </a:xfrm>
          <a:prstGeom prst="rect">
            <a:avLst/>
          </a:prstGeom>
          <a:solidFill>
            <a:srgbClr val="639EF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RemarkTitleText"/>
          <p:cNvSpPr txBox="1"/>
          <p:nvPr>
            <p:custDataLst>
              <p:tags r:id="rId18"/>
            </p:custDataLst>
          </p:nvPr>
        </p:nvSpPr>
        <p:spPr>
          <a:xfrm>
            <a:off x="9779000" y="0"/>
            <a:ext cx="1905000" cy="635000"/>
          </a:xfrm>
          <a:prstGeom prst="rect">
            <a:avLst/>
          </a:prstGeom>
          <a:noFill/>
        </p:spPr>
        <p:txBody>
          <a:bodyPr vert="horz" wrap="none" rtlCol="0" anchor="ctr" anchorCtr="0">
            <a:noAutofit/>
          </a:bodyPr>
          <a:lstStyle/>
          <a:p>
            <a:r>
              <a:rPr lang="zh-CN" altLang="en-US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答案解析</a:t>
            </a:r>
          </a:p>
        </p:txBody>
      </p:sp>
      <p:grpSp>
        <p:nvGrpSpPr>
          <p:cNvPr id="18" name="组合 17"/>
          <p:cNvGrpSpPr/>
          <p:nvPr>
            <p:custDataLst>
              <p:tags r:id="rId19"/>
            </p:custDataLst>
          </p:nvPr>
        </p:nvGrpSpPr>
        <p:grpSpPr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14" name="TitleBackground"/>
            <p:cNvSpPr/>
            <p:nvPr>
              <p:custDataLst>
                <p:tags r:id="rId21"/>
              </p:custDataLst>
            </p:nvPr>
          </p:nvSpPr>
          <p:spPr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ColorBlock"/>
            <p:cNvSpPr/>
            <p:nvPr>
              <p:custDataLst>
                <p:tags r:id="rId22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TypeText"/>
            <p:cNvSpPr txBox="1"/>
            <p:nvPr>
              <p:custDataLst>
                <p:tags r:id="rId23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</a:p>
          </p:txBody>
        </p:sp>
        <p:sp>
          <p:nvSpPr>
            <p:cNvPr id="17" name="TipText"/>
            <p:cNvSpPr txBox="1"/>
            <p:nvPr>
              <p:custDataLst>
                <p:tags r:id="rId24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3" name="图片 2"/>
          <p:cNvPicPr>
            <a:picLocks/>
          </p:cNvPicPr>
          <p:nvPr>
            <p:custDataLst>
              <p:tags r:id="rId20"/>
            </p:custDataLst>
          </p:nvPr>
        </p:nvPicPr>
        <p:blipFill>
          <a:blip r:embed="rId2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2785412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>
                <a:solidFill>
                  <a:srgbClr val="245794"/>
                </a:solidFill>
              </a:rPr>
              <a:t>4</a:t>
            </a:r>
            <a:r>
              <a:rPr lang="zh-CN" altLang="zh-CN" b="1">
                <a:solidFill>
                  <a:srgbClr val="245794"/>
                </a:solidFill>
              </a:rPr>
              <a:t>．集合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>
          <a:xfrm>
            <a:off x="611560" y="1844824"/>
            <a:ext cx="7886700" cy="4351338"/>
          </a:xfrm>
        </p:spPr>
        <p:txBody>
          <a:bodyPr>
            <a:normAutofit/>
          </a:bodyPr>
          <a:lstStyle/>
          <a:p>
            <a:pPr marL="571500" indent="-342900">
              <a:lnSpc>
                <a:spcPct val="150000"/>
              </a:lnSpc>
              <a:spcAft>
                <a:spcPts val="600"/>
              </a:spcAft>
              <a:buClr>
                <a:srgbClr val="7030A0"/>
              </a:buClr>
              <a:buSzPct val="60000"/>
            </a:pPr>
            <a:r>
              <a:rPr lang="zh-CN" altLang="zh-CN" sz="1900">
                <a:latin typeface="+mn-ea"/>
              </a:rPr>
              <a:t>集合（</a:t>
            </a:r>
            <a:r>
              <a:rPr lang="en-US" altLang="zh-CN" sz="1900">
                <a:latin typeface="+mn-ea"/>
              </a:rPr>
              <a:t>set</a:t>
            </a:r>
            <a:r>
              <a:rPr lang="zh-CN" altLang="zh-CN" sz="1900">
                <a:latin typeface="+mn-ea"/>
              </a:rPr>
              <a:t>）</a:t>
            </a:r>
            <a:r>
              <a:rPr lang="zh-CN" altLang="en-US" sz="1900">
                <a:latin typeface="+mn-ea"/>
              </a:rPr>
              <a:t>：</a:t>
            </a:r>
            <a:r>
              <a:rPr lang="zh-CN" altLang="zh-CN" sz="1900">
                <a:latin typeface="+mn-ea"/>
              </a:rPr>
              <a:t>一个无序且包含不重复元素的数据类型。</a:t>
            </a:r>
            <a:endParaRPr lang="en-US" altLang="zh-CN" sz="1900">
              <a:latin typeface="+mn-ea"/>
            </a:endParaRPr>
          </a:p>
          <a:p>
            <a:pPr marL="1440000" indent="0">
              <a:lnSpc>
                <a:spcPct val="150000"/>
              </a:lnSpc>
              <a:spcAft>
                <a:spcPts val="600"/>
              </a:spcAft>
              <a:buClr>
                <a:srgbClr val="7030A0"/>
              </a:buClr>
              <a:buSzPct val="60000"/>
              <a:buNone/>
            </a:pPr>
            <a:r>
              <a:rPr lang="en-US" altLang="zh-CN" sz="1900">
                <a:solidFill>
                  <a:srgbClr val="0070C0"/>
                </a:solidFill>
                <a:latin typeface="+mn-ea"/>
              </a:rPr>
              <a:t>&gt;&gt;&gt; student={'Tom','Jim','Mary','Tom','Jack','Rose'}</a:t>
            </a:r>
            <a:endParaRPr lang="zh-CN" altLang="zh-CN" sz="1900">
              <a:solidFill>
                <a:srgbClr val="0070C0"/>
              </a:solidFill>
              <a:latin typeface="+mn-ea"/>
            </a:endParaRPr>
          </a:p>
          <a:p>
            <a:pPr marL="571500" indent="-342900">
              <a:lnSpc>
                <a:spcPct val="150000"/>
              </a:lnSpc>
              <a:spcAft>
                <a:spcPts val="600"/>
              </a:spcAft>
              <a:buClr>
                <a:srgbClr val="7030A0"/>
              </a:buClr>
              <a:buSzPct val="60000"/>
            </a:pPr>
            <a:r>
              <a:rPr lang="zh-CN" altLang="zh-CN" sz="1900">
                <a:latin typeface="+mn-ea"/>
              </a:rPr>
              <a:t>基本功能是进行成员关系测试和</a:t>
            </a:r>
            <a:r>
              <a:rPr lang="zh-CN" altLang="zh-CN" sz="1900">
                <a:solidFill>
                  <a:srgbClr val="FF0000"/>
                </a:solidFill>
                <a:latin typeface="+mn-ea"/>
              </a:rPr>
              <a:t>消除重复元素</a:t>
            </a:r>
            <a:r>
              <a:rPr lang="zh-CN" altLang="zh-CN" sz="1900">
                <a:latin typeface="+mn-ea"/>
              </a:rPr>
              <a:t>。</a:t>
            </a:r>
            <a:endParaRPr lang="en-US" altLang="zh-CN" sz="1900">
              <a:latin typeface="+mn-ea"/>
            </a:endParaRPr>
          </a:p>
          <a:p>
            <a:pPr marL="1440000" indent="0">
              <a:lnSpc>
                <a:spcPct val="150000"/>
              </a:lnSpc>
              <a:spcAft>
                <a:spcPts val="600"/>
              </a:spcAft>
              <a:buClr>
                <a:srgbClr val="7030A0"/>
              </a:buClr>
              <a:buSzPct val="60000"/>
              <a:buNone/>
            </a:pPr>
            <a:r>
              <a:rPr lang="en-US" altLang="zh-CN" sz="1900">
                <a:solidFill>
                  <a:srgbClr val="0070C0"/>
                </a:solidFill>
                <a:latin typeface="+mn-ea"/>
              </a:rPr>
              <a:t>&gt;&gt;&gt;student</a:t>
            </a:r>
          </a:p>
          <a:p>
            <a:pPr marL="1440000" indent="0">
              <a:lnSpc>
                <a:spcPct val="150000"/>
              </a:lnSpc>
              <a:spcAft>
                <a:spcPts val="600"/>
              </a:spcAft>
              <a:buClr>
                <a:srgbClr val="7030A0"/>
              </a:buClr>
              <a:buSzPct val="60000"/>
              <a:buNone/>
            </a:pPr>
            <a:r>
              <a:rPr lang="en-US" altLang="zh-CN" sz="1900">
                <a:solidFill>
                  <a:srgbClr val="0070C0"/>
                </a:solidFill>
                <a:latin typeface="+mn-ea"/>
              </a:rPr>
              <a:t>{'Rose', 'Jim', 'Jack', 'Tom', 'Mary'}</a:t>
            </a:r>
          </a:p>
          <a:p>
            <a:pPr marL="571500" indent="-342900">
              <a:lnSpc>
                <a:spcPct val="150000"/>
              </a:lnSpc>
              <a:spcAft>
                <a:spcPts val="600"/>
              </a:spcAft>
              <a:buClr>
                <a:srgbClr val="7030A0"/>
              </a:buClr>
              <a:buSzPct val="60000"/>
            </a:pPr>
            <a:r>
              <a:rPr lang="zh-CN" altLang="zh-CN" sz="1900">
                <a:latin typeface="+mn-ea"/>
              </a:rPr>
              <a:t>可以</a:t>
            </a:r>
            <a:r>
              <a:rPr lang="en-US" altLang="zh-CN" sz="1900">
                <a:latin typeface="+mn-ea"/>
              </a:rPr>
              <a:t>set()</a:t>
            </a:r>
            <a:r>
              <a:rPr lang="zh-CN" altLang="zh-CN" sz="1900">
                <a:latin typeface="+mn-ea"/>
              </a:rPr>
              <a:t>函数创建一个空集合</a:t>
            </a:r>
            <a:endParaRPr lang="en-US" altLang="zh-CN" sz="1900">
              <a:latin typeface="+mn-ea"/>
            </a:endParaRPr>
          </a:p>
          <a:p>
            <a:pPr marL="571500" indent="-342900">
              <a:lnSpc>
                <a:spcPct val="150000"/>
              </a:lnSpc>
              <a:spcAft>
                <a:spcPts val="600"/>
              </a:spcAft>
              <a:buClr>
                <a:srgbClr val="7030A0"/>
              </a:buClr>
              <a:buSzPct val="60000"/>
            </a:pPr>
            <a:r>
              <a:rPr lang="en-US" altLang="zh-CN" sz="1900">
                <a:latin typeface="+mn-ea"/>
              </a:rPr>
              <a:t>{}</a:t>
            </a:r>
            <a:r>
              <a:rPr lang="zh-CN" altLang="zh-CN" sz="1900">
                <a:latin typeface="+mn-ea"/>
              </a:rPr>
              <a:t>是用来创建一个空字典。</a:t>
            </a:r>
            <a:r>
              <a:rPr lang="zh-CN" altLang="en-US" sz="1900">
                <a:solidFill>
                  <a:srgbClr val="FF0000"/>
                </a:solidFill>
                <a:latin typeface="+mn-ea"/>
              </a:rPr>
              <a:t>（详细将在第</a:t>
            </a:r>
            <a:r>
              <a:rPr lang="en-US" altLang="zh-CN" sz="1900">
                <a:solidFill>
                  <a:srgbClr val="FF0000"/>
                </a:solidFill>
                <a:latin typeface="+mn-ea"/>
              </a:rPr>
              <a:t>7</a:t>
            </a:r>
            <a:r>
              <a:rPr lang="zh-CN" altLang="en-US" sz="1900">
                <a:solidFill>
                  <a:srgbClr val="FF0000"/>
                </a:solidFill>
                <a:latin typeface="+mn-ea"/>
              </a:rPr>
              <a:t>章学习）</a:t>
            </a:r>
            <a:endParaRPr lang="en-US" altLang="zh-CN" sz="190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5220072" y="3536340"/>
            <a:ext cx="2716449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CN" altLang="en-US" sz="2400" b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重复的</a:t>
            </a:r>
            <a:r>
              <a:rPr lang="en-US" altLang="zh-CN" sz="2400" b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'Tom'</a:t>
            </a:r>
            <a:r>
              <a:rPr lang="zh-CN" altLang="en-US" sz="2400" b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被删除</a:t>
            </a:r>
            <a:endParaRPr lang="zh-CN" altLang="en-US" sz="2400" b="1" cap="none" spc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</a:endParaRPr>
          </a:p>
        </p:txBody>
      </p:sp>
      <p:cxnSp>
        <p:nvCxnSpPr>
          <p:cNvPr id="6" name="曲线连接符 5"/>
          <p:cNvCxnSpPr/>
          <p:nvPr/>
        </p:nvCxnSpPr>
        <p:spPr>
          <a:xfrm rot="5400000">
            <a:off x="4860032" y="3429000"/>
            <a:ext cx="1728192" cy="432048"/>
          </a:xfrm>
          <a:prstGeom prst="curvedConnector3">
            <a:avLst>
              <a:gd name="adj1" fmla="val 91741"/>
            </a:avLst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583399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>
                <a:solidFill>
                  <a:srgbClr val="245794"/>
                </a:solidFill>
              </a:rPr>
              <a:t>3</a:t>
            </a:r>
            <a:r>
              <a:rPr lang="zh-CN" altLang="zh-CN" b="1">
                <a:solidFill>
                  <a:srgbClr val="245794"/>
                </a:solidFill>
              </a:rPr>
              <a:t>．字典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>
          <a:xfrm>
            <a:off x="628650" y="1825625"/>
            <a:ext cx="8119814" cy="4555703"/>
          </a:xfrm>
        </p:spPr>
        <p:txBody>
          <a:bodyPr>
            <a:normAutofit fontScale="92500"/>
          </a:bodyPr>
          <a:lstStyle/>
          <a:p>
            <a:pPr>
              <a:lnSpc>
                <a:spcPct val="150000"/>
              </a:lnSpc>
            </a:pPr>
            <a:r>
              <a:rPr lang="zh-CN" altLang="zh-CN" sz="1900">
                <a:latin typeface="+mn-ea"/>
              </a:rPr>
              <a:t>字典（</a:t>
            </a:r>
            <a:r>
              <a:rPr lang="en-US" altLang="zh-CN" sz="1900">
                <a:latin typeface="+mn-ea"/>
              </a:rPr>
              <a:t>dictionary</a:t>
            </a:r>
            <a:r>
              <a:rPr lang="zh-CN" altLang="zh-CN" sz="1900">
                <a:latin typeface="+mn-ea"/>
              </a:rPr>
              <a:t>）</a:t>
            </a:r>
            <a:r>
              <a:rPr lang="zh-CN" altLang="en-US" sz="1900">
                <a:latin typeface="+mn-ea"/>
              </a:rPr>
              <a:t>：</a:t>
            </a:r>
            <a:r>
              <a:rPr lang="zh-CN" altLang="zh-CN" sz="1900">
                <a:latin typeface="+mn-ea"/>
              </a:rPr>
              <a:t>写在</a:t>
            </a:r>
            <a:r>
              <a:rPr lang="zh-CN" altLang="zh-CN" sz="1900">
                <a:solidFill>
                  <a:srgbClr val="FF0000"/>
                </a:solidFill>
                <a:latin typeface="+mn-ea"/>
              </a:rPr>
              <a:t>大括号</a:t>
            </a:r>
            <a:r>
              <a:rPr lang="zh-CN" altLang="zh-CN" sz="1900">
                <a:latin typeface="+mn-ea"/>
              </a:rPr>
              <a:t>之间、用</a:t>
            </a:r>
            <a:r>
              <a:rPr lang="zh-CN" altLang="zh-CN" sz="1900">
                <a:solidFill>
                  <a:srgbClr val="FF0000"/>
                </a:solidFill>
                <a:latin typeface="+mn-ea"/>
              </a:rPr>
              <a:t>逗号分隔</a:t>
            </a:r>
            <a:r>
              <a:rPr lang="zh-CN" altLang="zh-CN" sz="1900">
                <a:latin typeface="+mn-ea"/>
              </a:rPr>
              <a:t>的</a:t>
            </a:r>
            <a:r>
              <a:rPr lang="zh-CN" altLang="en-US" sz="1900">
                <a:solidFill>
                  <a:srgbClr val="FF0000"/>
                </a:solidFill>
                <a:latin typeface="+mn-ea"/>
              </a:rPr>
              <a:t>“</a:t>
            </a:r>
            <a:r>
              <a:rPr lang="zh-CN" altLang="zh-CN" sz="1900">
                <a:solidFill>
                  <a:srgbClr val="FF0000"/>
                </a:solidFill>
                <a:latin typeface="+mn-ea"/>
              </a:rPr>
              <a:t>关键字</a:t>
            </a:r>
            <a:r>
              <a:rPr lang="en-US" altLang="zh-CN" sz="1900">
                <a:solidFill>
                  <a:srgbClr val="FF0000"/>
                </a:solidFill>
                <a:latin typeface="+mn-ea"/>
              </a:rPr>
              <a:t>:</a:t>
            </a:r>
            <a:r>
              <a:rPr lang="zh-CN" altLang="en-US" sz="1900">
                <a:solidFill>
                  <a:srgbClr val="FF0000"/>
                </a:solidFill>
                <a:latin typeface="+mn-ea"/>
              </a:rPr>
              <a:t>值</a:t>
            </a:r>
            <a:r>
              <a:rPr lang="zh-CN" altLang="en-US" sz="1900">
                <a:latin typeface="+mn-ea"/>
              </a:rPr>
              <a:t>”对</a:t>
            </a:r>
            <a:r>
              <a:rPr lang="zh-CN" altLang="zh-CN" sz="1900">
                <a:latin typeface="+mn-ea"/>
              </a:rPr>
              <a:t>元素集合</a:t>
            </a:r>
            <a:endParaRPr lang="en-US" altLang="zh-CN" sz="190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zh-CN" altLang="zh-CN" sz="1900">
                <a:latin typeface="+mn-ea"/>
              </a:rPr>
              <a:t>其元素由关键字（</a:t>
            </a:r>
            <a:r>
              <a:rPr lang="en-US" altLang="zh-CN" sz="1900" b="1">
                <a:solidFill>
                  <a:srgbClr val="C00000"/>
                </a:solidFill>
                <a:latin typeface="+mn-ea"/>
              </a:rPr>
              <a:t>key</a:t>
            </a:r>
            <a:r>
              <a:rPr lang="zh-CN" altLang="zh-CN" sz="1900">
                <a:latin typeface="+mn-ea"/>
              </a:rPr>
              <a:t>，也称作键）和关键字对应的值（</a:t>
            </a:r>
            <a:r>
              <a:rPr lang="en-US" altLang="zh-CN" sz="1900" b="1">
                <a:solidFill>
                  <a:srgbClr val="00B0F0"/>
                </a:solidFill>
                <a:latin typeface="+mn-ea"/>
              </a:rPr>
              <a:t>value</a:t>
            </a:r>
            <a:r>
              <a:rPr lang="zh-CN" altLang="zh-CN" sz="1900">
                <a:latin typeface="+mn-ea"/>
              </a:rPr>
              <a:t>）组成</a:t>
            </a:r>
            <a:endParaRPr lang="en-US" altLang="zh-CN" sz="1900">
              <a:latin typeface="+mn-ea"/>
            </a:endParaRPr>
          </a:p>
          <a:p>
            <a:pPr marL="0" indent="0" algn="ctr">
              <a:lnSpc>
                <a:spcPct val="150000"/>
              </a:lnSpc>
              <a:buNone/>
            </a:pPr>
            <a:endParaRPr lang="en-US" altLang="zh-CN" sz="2000">
              <a:solidFill>
                <a:srgbClr val="245794"/>
              </a:solidFill>
            </a:endParaRPr>
          </a:p>
          <a:p>
            <a:pPr marL="0" indent="0" algn="ctr">
              <a:lnSpc>
                <a:spcPct val="150000"/>
              </a:lnSpc>
              <a:buNone/>
            </a:pPr>
            <a:r>
              <a:rPr lang="en-US" altLang="zh-CN" sz="2000">
                <a:solidFill>
                  <a:srgbClr val="245794"/>
                </a:solidFill>
              </a:rPr>
              <a:t>&gt;&gt;&gt; dict=</a:t>
            </a:r>
            <a:r>
              <a:rPr lang="en-US" altLang="zh-CN" sz="2000">
                <a:solidFill>
                  <a:srgbClr val="FF0000"/>
                </a:solidFill>
              </a:rPr>
              <a:t>{</a:t>
            </a:r>
            <a:r>
              <a:rPr lang="en-US" altLang="zh-CN" sz="2000">
                <a:solidFill>
                  <a:srgbClr val="245794"/>
                </a:solidFill>
              </a:rPr>
              <a:t> </a:t>
            </a:r>
            <a:r>
              <a:rPr lang="en-US" altLang="zh-CN" sz="1800" b="1" u="sng">
                <a:solidFill>
                  <a:srgbClr val="C00000"/>
                </a:solidFill>
                <a:latin typeface="+mn-ea"/>
              </a:rPr>
              <a:t>'name'</a:t>
            </a:r>
            <a:r>
              <a:rPr lang="en-US" altLang="zh-CN" sz="2000" u="sng">
                <a:solidFill>
                  <a:srgbClr val="245794"/>
                </a:solidFill>
              </a:rPr>
              <a:t>:</a:t>
            </a:r>
            <a:r>
              <a:rPr lang="en-US" altLang="zh-CN" sz="1800" b="1" u="sng">
                <a:solidFill>
                  <a:srgbClr val="00B0F0"/>
                </a:solidFill>
                <a:latin typeface="+mn-ea"/>
              </a:rPr>
              <a:t>'brenden'</a:t>
            </a:r>
            <a:r>
              <a:rPr lang="en-US" altLang="zh-CN" sz="2000" u="sng">
                <a:solidFill>
                  <a:srgbClr val="245794"/>
                </a:solidFill>
              </a:rPr>
              <a:t> </a:t>
            </a:r>
            <a:r>
              <a:rPr lang="en-US" altLang="zh-CN" sz="2000">
                <a:solidFill>
                  <a:srgbClr val="FF0000"/>
                </a:solidFill>
              </a:rPr>
              <a:t>, </a:t>
            </a:r>
            <a:r>
              <a:rPr lang="en-US" altLang="zh-CN" sz="1800" b="1" u="sng">
                <a:solidFill>
                  <a:srgbClr val="C00000"/>
                </a:solidFill>
                <a:latin typeface="+mn-ea"/>
              </a:rPr>
              <a:t>'code'</a:t>
            </a:r>
            <a:r>
              <a:rPr lang="en-US" altLang="zh-CN" sz="2000" u="sng">
                <a:solidFill>
                  <a:srgbClr val="245794"/>
                </a:solidFill>
              </a:rPr>
              <a:t>:</a:t>
            </a:r>
            <a:r>
              <a:rPr lang="en-US" altLang="zh-CN" sz="1800" b="1" u="sng">
                <a:solidFill>
                  <a:srgbClr val="00B0F0"/>
                </a:solidFill>
                <a:latin typeface="+mn-ea"/>
              </a:rPr>
              <a:t>410012</a:t>
            </a:r>
            <a:r>
              <a:rPr lang="en-US" altLang="zh-CN" sz="2000" u="sng">
                <a:solidFill>
                  <a:srgbClr val="245794"/>
                </a:solidFill>
              </a:rPr>
              <a:t> </a:t>
            </a:r>
            <a:r>
              <a:rPr lang="en-US" altLang="zh-CN" sz="2000">
                <a:solidFill>
                  <a:srgbClr val="FF0000"/>
                </a:solidFill>
              </a:rPr>
              <a:t>, </a:t>
            </a:r>
            <a:r>
              <a:rPr lang="en-US" altLang="zh-CN" sz="1800" b="1" u="sng">
                <a:solidFill>
                  <a:srgbClr val="C00000"/>
                </a:solidFill>
                <a:latin typeface="+mn-ea"/>
              </a:rPr>
              <a:t>'dept'</a:t>
            </a:r>
            <a:r>
              <a:rPr lang="en-US" altLang="zh-CN" sz="2000" u="sng">
                <a:solidFill>
                  <a:srgbClr val="245794"/>
                </a:solidFill>
              </a:rPr>
              <a:t>:</a:t>
            </a:r>
            <a:r>
              <a:rPr lang="en-US" altLang="zh-CN" sz="1800" b="1" u="sng">
                <a:solidFill>
                  <a:srgbClr val="00B0F0"/>
                </a:solidFill>
                <a:latin typeface="+mn-ea"/>
              </a:rPr>
              <a:t>'sales'</a:t>
            </a:r>
            <a:r>
              <a:rPr lang="en-US" altLang="zh-CN" sz="2000" u="sng">
                <a:solidFill>
                  <a:srgbClr val="245794"/>
                </a:solidFill>
              </a:rPr>
              <a:t> </a:t>
            </a:r>
            <a:r>
              <a:rPr lang="en-US" altLang="zh-CN" sz="2000">
                <a:solidFill>
                  <a:srgbClr val="FF0000"/>
                </a:solidFill>
              </a:rPr>
              <a:t>}</a:t>
            </a:r>
          </a:p>
          <a:p>
            <a:pPr marL="0" indent="0" algn="ctr">
              <a:lnSpc>
                <a:spcPct val="150000"/>
              </a:lnSpc>
              <a:buNone/>
            </a:pPr>
            <a:endParaRPr lang="en-US" altLang="zh-CN" sz="190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zh-CN" altLang="zh-CN" sz="1900">
                <a:latin typeface="+mn-ea"/>
              </a:rPr>
              <a:t>通过关键字来存取的字典中的元素。</a:t>
            </a:r>
            <a:r>
              <a:rPr lang="zh-CN" altLang="en-US" sz="1900" b="1">
                <a:solidFill>
                  <a:srgbClr val="FF0000"/>
                </a:solidFill>
                <a:latin typeface="+mn-ea"/>
              </a:rPr>
              <a:t>（详细将在第</a:t>
            </a:r>
            <a:r>
              <a:rPr lang="en-US" altLang="zh-CN" sz="1900" b="1">
                <a:solidFill>
                  <a:srgbClr val="FF0000"/>
                </a:solidFill>
                <a:latin typeface="+mn-ea"/>
              </a:rPr>
              <a:t>7</a:t>
            </a:r>
            <a:r>
              <a:rPr lang="zh-CN" altLang="en-US" sz="1900" b="1">
                <a:solidFill>
                  <a:srgbClr val="FF0000"/>
                </a:solidFill>
                <a:latin typeface="+mn-ea"/>
              </a:rPr>
              <a:t>章学习）</a:t>
            </a:r>
            <a:endParaRPr lang="en-US" altLang="zh-CN" sz="1900" b="1">
              <a:solidFill>
                <a:srgbClr val="FF0000"/>
              </a:solidFill>
              <a:latin typeface="+mn-ea"/>
            </a:endParaRPr>
          </a:p>
          <a:p>
            <a:pPr marL="1440000" indent="0">
              <a:lnSpc>
                <a:spcPct val="150000"/>
              </a:lnSpc>
              <a:buNone/>
            </a:pPr>
            <a:r>
              <a:rPr lang="en-US" altLang="zh-CN" sz="1800">
                <a:solidFill>
                  <a:srgbClr val="0070C0"/>
                </a:solidFill>
                <a:latin typeface="+mn-ea"/>
              </a:rPr>
              <a:t>&gt;&gt;&gt; print(dict['code'])</a:t>
            </a:r>
          </a:p>
          <a:p>
            <a:pPr marL="1440000" indent="0">
              <a:lnSpc>
                <a:spcPct val="150000"/>
              </a:lnSpc>
              <a:buNone/>
            </a:pPr>
            <a:r>
              <a:rPr lang="en-US" altLang="zh-CN" sz="1800">
                <a:solidFill>
                  <a:srgbClr val="0070C0"/>
                </a:solidFill>
                <a:latin typeface="+mn-ea"/>
              </a:rPr>
              <a:t>410012</a:t>
            </a:r>
            <a:endParaRPr lang="zh-CN" altLang="zh-CN" sz="1800">
              <a:solidFill>
                <a:srgbClr val="0070C0"/>
              </a:solidFill>
              <a:latin typeface="+mn-ea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2987824" y="4109709"/>
            <a:ext cx="889987" cy="33669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</a:rPr>
              <a:t>第</a:t>
            </a:r>
            <a:r>
              <a:rPr lang="en-US" altLang="zh-CN" sz="120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</a:rPr>
              <a:t>个</a:t>
            </a:r>
            <a:r>
              <a:rPr lang="zh-CN" altLang="zh-CN" sz="1200">
                <a:latin typeface="微软雅黑" panose="020B0503020204020204" pitchFamily="34" charset="-122"/>
                <a:ea typeface="微软雅黑" panose="020B0503020204020204" pitchFamily="34" charset="-122"/>
              </a:rPr>
              <a:t>元素</a:t>
            </a:r>
          </a:p>
        </p:txBody>
      </p:sp>
      <p:sp>
        <p:nvSpPr>
          <p:cNvPr id="10" name="矩形 9"/>
          <p:cNvSpPr/>
          <p:nvPr/>
        </p:nvSpPr>
        <p:spPr>
          <a:xfrm>
            <a:off x="4198856" y="2996952"/>
            <a:ext cx="54694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>
                <a:solidFill>
                  <a:srgbClr val="C00000"/>
                </a:solidFill>
                <a:latin typeface="+mn-ea"/>
              </a:rPr>
              <a:t>key</a:t>
            </a:r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5364088" y="2979936"/>
            <a:ext cx="74090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>
                <a:solidFill>
                  <a:srgbClr val="00B0F0"/>
                </a:solidFill>
                <a:latin typeface="+mn-ea"/>
              </a:rPr>
              <a:t>value</a:t>
            </a:r>
            <a:endParaRPr lang="zh-CN" altLang="en-US"/>
          </a:p>
        </p:txBody>
      </p:sp>
      <p:cxnSp>
        <p:nvCxnSpPr>
          <p:cNvPr id="13" name="直接箭头连接符 12"/>
          <p:cNvCxnSpPr/>
          <p:nvPr/>
        </p:nvCxnSpPr>
        <p:spPr>
          <a:xfrm flipH="1">
            <a:off x="3059832" y="3284984"/>
            <a:ext cx="1296144" cy="432048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箭头连接符 15"/>
          <p:cNvCxnSpPr>
            <a:stCxn id="10" idx="2"/>
          </p:cNvCxnSpPr>
          <p:nvPr/>
        </p:nvCxnSpPr>
        <p:spPr>
          <a:xfrm>
            <a:off x="4472329" y="3366284"/>
            <a:ext cx="387703" cy="422756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箭头连接符 18"/>
          <p:cNvCxnSpPr/>
          <p:nvPr/>
        </p:nvCxnSpPr>
        <p:spPr>
          <a:xfrm>
            <a:off x="4644008" y="3292939"/>
            <a:ext cx="1728192" cy="424093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箭头连接符 21"/>
          <p:cNvCxnSpPr/>
          <p:nvPr/>
        </p:nvCxnSpPr>
        <p:spPr>
          <a:xfrm flipH="1">
            <a:off x="4139952" y="3312596"/>
            <a:ext cx="1569412" cy="4044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箭头连接符 23"/>
          <p:cNvCxnSpPr/>
          <p:nvPr/>
        </p:nvCxnSpPr>
        <p:spPr>
          <a:xfrm>
            <a:off x="5734542" y="3330932"/>
            <a:ext cx="0" cy="4359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箭头连接符 25"/>
          <p:cNvCxnSpPr/>
          <p:nvPr/>
        </p:nvCxnSpPr>
        <p:spPr>
          <a:xfrm>
            <a:off x="5873832" y="3292939"/>
            <a:ext cx="1218448" cy="49610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矩形 26"/>
          <p:cNvSpPr/>
          <p:nvPr/>
        </p:nvSpPr>
        <p:spPr>
          <a:xfrm>
            <a:off x="4841880" y="4077072"/>
            <a:ext cx="889987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</a:rPr>
              <a:t>第</a:t>
            </a:r>
            <a:r>
              <a:rPr lang="en-US" altLang="zh-CN" sz="120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</a:rPr>
              <a:t>个</a:t>
            </a:r>
            <a:r>
              <a:rPr lang="zh-CN" altLang="zh-CN" sz="1200">
                <a:latin typeface="微软雅黑" panose="020B0503020204020204" pitchFamily="34" charset="-122"/>
                <a:ea typeface="微软雅黑" panose="020B0503020204020204" pitchFamily="34" charset="-122"/>
              </a:rPr>
              <a:t>元素</a:t>
            </a:r>
          </a:p>
        </p:txBody>
      </p:sp>
      <p:sp>
        <p:nvSpPr>
          <p:cNvPr id="28" name="矩形 27"/>
          <p:cNvSpPr/>
          <p:nvPr/>
        </p:nvSpPr>
        <p:spPr>
          <a:xfrm>
            <a:off x="6419617" y="4077072"/>
            <a:ext cx="889987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</a:rPr>
              <a:t>第</a:t>
            </a:r>
            <a:r>
              <a:rPr lang="en-US" altLang="zh-CN" sz="120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</a:rPr>
              <a:t>个</a:t>
            </a:r>
            <a:r>
              <a:rPr lang="zh-CN" altLang="zh-CN" sz="1200">
                <a:latin typeface="微软雅黑" panose="020B0503020204020204" pitchFamily="34" charset="-122"/>
                <a:ea typeface="微软雅黑" panose="020B0503020204020204" pitchFamily="34" charset="-122"/>
              </a:rPr>
              <a:t>元素</a:t>
            </a:r>
          </a:p>
        </p:txBody>
      </p:sp>
    </p:spTree>
    <p:extLst>
      <p:ext uri="{BB962C8B-B14F-4D97-AF65-F5344CB8AC3E}">
        <p14:creationId xmlns:p14="http://schemas.microsoft.com/office/powerpoint/2010/main" val="36583399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500"/>
                            </p:stCondLst>
                            <p:childTnLst>
                              <p:par>
                                <p:cTn id="5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5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500"/>
                            </p:stCondLst>
                            <p:childTnLst>
                              <p:par>
                                <p:cTn id="67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9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1000"/>
                            </p:stCondLst>
                            <p:childTnLst>
                              <p:par>
                                <p:cTn id="71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3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0" grpId="0"/>
      <p:bldP spid="11" grpId="0"/>
      <p:bldP spid="27" grpId="0" animBg="1"/>
      <p:bldP spid="28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9</a:t>
            </a:fld>
            <a:endParaRPr lang="zh-CN" altLang="en-US"/>
          </a:p>
        </p:txBody>
      </p:sp>
      <p:sp>
        <p:nvSpPr>
          <p:cNvPr id="4" name="文本框 3"/>
          <p:cNvSpPr txBox="1"/>
          <p:nvPr>
            <p:custDataLst>
              <p:tags r:id="rId2"/>
            </p:custDataLst>
          </p:nvPr>
        </p:nvSpPr>
        <p:spPr>
          <a:xfrm>
            <a:off x="1650112" y="635000"/>
            <a:ext cx="6579488" cy="160729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vert="horz" wrap="square" rtlCol="0" anchor="ctr" anchorCtr="0">
            <a:noAutofit/>
          </a:bodyPr>
          <a:lstStyle/>
          <a:p>
            <a:r>
              <a: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下面（ ）是字典常量。</a:t>
            </a:r>
          </a:p>
        </p:txBody>
      </p:sp>
      <p:sp>
        <p:nvSpPr>
          <p:cNvPr id="5" name="文本框 4"/>
          <p:cNvSpPr txBox="1"/>
          <p:nvPr>
            <p:custDataLst>
              <p:tags r:id="rId3"/>
            </p:custDataLst>
          </p:nvPr>
        </p:nvSpPr>
        <p:spPr>
          <a:xfrm>
            <a:off x="1828800" y="2519720"/>
            <a:ext cx="2959224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{'a':1,'b':33,'c':12}</a:t>
            </a:r>
            <a:endParaRPr lang="zh-CN" altLang="en-US" sz="260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4"/>
            </p:custDataLst>
          </p:nvPr>
        </p:nvSpPr>
        <p:spPr>
          <a:xfrm>
            <a:off x="1828800" y="3436278"/>
            <a:ext cx="1879104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{ 'a','b','c'}</a:t>
            </a:r>
            <a:endParaRPr lang="zh-CN" altLang="en-US" sz="260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5"/>
            </p:custDataLst>
          </p:nvPr>
        </p:nvSpPr>
        <p:spPr>
          <a:xfrm>
            <a:off x="1850137" y="4410570"/>
            <a:ext cx="1983105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{1,2,3,12}</a:t>
            </a:r>
            <a:endParaRPr lang="zh-CN" altLang="en-US" sz="260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8" name="文本框 7"/>
          <p:cNvSpPr txBox="1"/>
          <p:nvPr>
            <p:custDataLst>
              <p:tags r:id="rId6"/>
            </p:custDataLst>
          </p:nvPr>
        </p:nvSpPr>
        <p:spPr>
          <a:xfrm>
            <a:off x="1850137" y="5451380"/>
            <a:ext cx="1951112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[1,2,33,12]</a:t>
            </a:r>
            <a:endParaRPr lang="zh-CN" altLang="en-US" sz="260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9" name="矩形 8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114425" y="2584013"/>
            <a:ext cx="514350" cy="514350"/>
          </a:xfrm>
          <a:prstGeom prst="rect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矩形 9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114425" y="3500572"/>
            <a:ext cx="514350" cy="514350"/>
          </a:xfrm>
          <a:prstGeom prst="rect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1" name="矩形 10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135762" y="4474864"/>
            <a:ext cx="514350" cy="514350"/>
          </a:xfrm>
          <a:prstGeom prst="rect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矩形 11"/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1146418" y="5532978"/>
            <a:ext cx="514350" cy="514350"/>
          </a:xfrm>
          <a:prstGeom prst="rect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3" name="圆角矩形 12"/>
          <p:cNvSpPr/>
          <p:nvPr>
            <p:custDataLst>
              <p:tags r:id="rId11"/>
            </p:custDataLst>
          </p:nvPr>
        </p:nvSpPr>
        <p:spPr>
          <a:xfrm>
            <a:off x="6172200" y="6215064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</a:p>
        </p:txBody>
      </p:sp>
      <p:sp>
        <p:nvSpPr>
          <p:cNvPr id="20" name="文本框 19"/>
          <p:cNvSpPr txBox="1"/>
          <p:nvPr>
            <p:custDataLst>
              <p:tags r:id="rId12"/>
            </p:custDataLst>
          </p:nvPr>
        </p:nvSpPr>
        <p:spPr>
          <a:xfrm>
            <a:off x="6732240" y="2492896"/>
            <a:ext cx="654968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{}</a:t>
            </a:r>
            <a:endParaRPr lang="zh-CN" altLang="en-US" sz="260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21" name="矩形 20"/>
          <p:cNvSpPr>
            <a:spLocks noChangeAspect="1"/>
          </p:cNvSpPr>
          <p:nvPr>
            <p:custDataLst>
              <p:tags r:id="rId13"/>
            </p:custDataLst>
          </p:nvPr>
        </p:nvSpPr>
        <p:spPr>
          <a:xfrm>
            <a:off x="6017865" y="2557189"/>
            <a:ext cx="514350" cy="514350"/>
          </a:xfrm>
          <a:prstGeom prst="rect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E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22" name="文本框 21"/>
          <p:cNvSpPr txBox="1"/>
          <p:nvPr>
            <p:custDataLst>
              <p:tags r:id="rId14"/>
            </p:custDataLst>
          </p:nvPr>
        </p:nvSpPr>
        <p:spPr>
          <a:xfrm>
            <a:off x="6723697" y="3393526"/>
            <a:ext cx="9430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[]</a:t>
            </a:r>
            <a:endParaRPr lang="zh-CN" altLang="en-US" sz="260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23" name="矩形 22"/>
          <p:cNvSpPr>
            <a:spLocks noChangeAspect="1"/>
          </p:cNvSpPr>
          <p:nvPr>
            <p:custDataLst>
              <p:tags r:id="rId15"/>
            </p:custDataLst>
          </p:nvPr>
        </p:nvSpPr>
        <p:spPr>
          <a:xfrm>
            <a:off x="6009322" y="3457820"/>
            <a:ext cx="514350" cy="514350"/>
          </a:xfrm>
          <a:prstGeom prst="rect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F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24" name="文本框 23"/>
          <p:cNvSpPr txBox="1"/>
          <p:nvPr>
            <p:custDataLst>
              <p:tags r:id="rId16"/>
            </p:custDataLst>
          </p:nvPr>
        </p:nvSpPr>
        <p:spPr>
          <a:xfrm>
            <a:off x="6732240" y="4346276"/>
            <a:ext cx="1983105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('a','b',1,33)</a:t>
            </a:r>
            <a:endParaRPr lang="zh-CN" altLang="en-US" sz="260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25" name="矩形 24"/>
          <p:cNvSpPr>
            <a:spLocks noChangeAspect="1"/>
          </p:cNvSpPr>
          <p:nvPr>
            <p:custDataLst>
              <p:tags r:id="rId17"/>
            </p:custDataLst>
          </p:nvPr>
        </p:nvSpPr>
        <p:spPr>
          <a:xfrm>
            <a:off x="6017865" y="4410570"/>
            <a:ext cx="514350" cy="514350"/>
          </a:xfrm>
          <a:prstGeom prst="rect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G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26" name="矩形 25"/>
          <p:cNvSpPr/>
          <p:nvPr>
            <p:custDataLst>
              <p:tags r:id="rId18"/>
            </p:custDataLst>
          </p:nvPr>
        </p:nvSpPr>
        <p:spPr>
          <a:xfrm>
            <a:off x="9525000" y="0"/>
            <a:ext cx="3840480" cy="6858000"/>
          </a:xfrm>
          <a:prstGeom prst="rect">
            <a:avLst/>
          </a:prstGeom>
          <a:solidFill>
            <a:srgbClr val="FFFFFF"/>
          </a:solidFill>
          <a:ln w="12700" cmpd="sng">
            <a:solidFill>
              <a:srgbClr val="9B9B9B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31" name="文本框 30"/>
          <p:cNvSpPr txBox="1"/>
          <p:nvPr>
            <p:custDataLst>
              <p:tags r:id="rId19"/>
            </p:custDataLst>
          </p:nvPr>
        </p:nvSpPr>
        <p:spPr>
          <a:xfrm>
            <a:off x="9613900" y="6326832"/>
            <a:ext cx="3662680" cy="461665"/>
          </a:xfrm>
          <a:prstGeom prst="rect">
            <a:avLst/>
          </a:prstGeom>
          <a:solidFill>
            <a:srgbClr val="FBFAEF"/>
          </a:solidFill>
          <a:ln w="12700"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FFFFFF"/>
                </a:solidFill>
              </a14:hiddenLine>
            </a:ext>
          </a:extLst>
        </p:spPr>
        <p:txBody>
          <a:bodyPr vert="horz" rtlCol="0" anchor="ctr">
            <a:spAutoFit/>
          </a:bodyPr>
          <a:lstStyle/>
          <a:p>
            <a:r>
              <a:rPr lang="zh-CN" altLang="en-US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可为此题添加文本、图片、公式等解析，且需将内容全部放在本区域内。正常使用需</a:t>
            </a:r>
            <a:r>
              <a:rPr lang="en-US" altLang="zh-CN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3.0</a:t>
            </a:r>
            <a:r>
              <a:rPr lang="zh-CN" altLang="en-US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以上版本</a:t>
            </a:r>
          </a:p>
        </p:txBody>
      </p:sp>
      <p:sp>
        <p:nvSpPr>
          <p:cNvPr id="32" name="文本框 31"/>
          <p:cNvSpPr txBox="1"/>
          <p:nvPr>
            <p:custDataLst>
              <p:tags r:id="rId20"/>
            </p:custDataLst>
          </p:nvPr>
        </p:nvSpPr>
        <p:spPr>
          <a:xfrm>
            <a:off x="9779000" y="1270000"/>
            <a:ext cx="3332480" cy="1631216"/>
          </a:xfrm>
          <a:prstGeom prst="rect">
            <a:avLst/>
          </a:prstGeom>
          <a:noFill/>
        </p:spPr>
        <p:txBody>
          <a:bodyPr vert="horz" rtlCol="0" anchor="t" anchorCtr="0">
            <a:spAutoFit/>
          </a:bodyPr>
          <a:lstStyle/>
          <a:p>
            <a:pPr lvl="0"/>
            <a:r>
              <a:rPr lang="en-US" altLang="zh-CN" sz="20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BC</a:t>
            </a:r>
            <a:r>
              <a:rPr lang="zh-CN" altLang="en-US" sz="20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是集合，没有</a:t>
            </a:r>
            <a:r>
              <a:rPr lang="en-US" altLang="zh-CN" sz="20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key</a:t>
            </a:r>
          </a:p>
          <a:p>
            <a:pPr lvl="0"/>
            <a:r>
              <a:rPr lang="en-US" altLang="zh-CN" sz="20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r>
              <a:rPr lang="zh-CN" altLang="en-US" sz="20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是列表</a:t>
            </a:r>
            <a:endParaRPr lang="en-US" altLang="zh-CN" sz="200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  <a:p>
            <a:pPr lvl="0"/>
            <a:r>
              <a:rPr lang="en-US" altLang="zh-CN" sz="20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E</a:t>
            </a:r>
            <a:r>
              <a:rPr lang="zh-CN" altLang="en-US" sz="20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是空字典</a:t>
            </a:r>
            <a:endParaRPr lang="en-US" altLang="zh-CN" sz="200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  <a:p>
            <a:pPr lvl="0"/>
            <a:r>
              <a:rPr lang="en-US" altLang="zh-CN" sz="20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F</a:t>
            </a:r>
            <a:r>
              <a:rPr lang="zh-CN" altLang="en-US" sz="20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是空列表</a:t>
            </a:r>
            <a:endParaRPr lang="en-US" altLang="zh-CN" sz="200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  <a:p>
            <a:pPr lvl="0"/>
            <a:r>
              <a:rPr lang="en-US" altLang="zh-CN" sz="20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G</a:t>
            </a:r>
            <a:r>
              <a:rPr lang="zh-CN" altLang="en-US" sz="20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是元组</a:t>
            </a:r>
          </a:p>
        </p:txBody>
      </p:sp>
      <p:grpSp>
        <p:nvGrpSpPr>
          <p:cNvPr id="30" name="组合 29"/>
          <p:cNvGrpSpPr/>
          <p:nvPr>
            <p:custDataLst>
              <p:tags r:id="rId21"/>
            </p:custDataLst>
          </p:nvPr>
        </p:nvGrpSpPr>
        <p:grpSpPr>
          <a:xfrm>
            <a:off x="9537700" y="0"/>
            <a:ext cx="3815080" cy="647700"/>
            <a:chOff x="9537700" y="0"/>
            <a:chExt cx="3815080" cy="647700"/>
          </a:xfrm>
        </p:grpSpPr>
        <p:sp>
          <p:nvSpPr>
            <p:cNvPr id="27" name="RemarkBack"/>
            <p:cNvSpPr/>
            <p:nvPr>
              <p:custDataLst>
                <p:tags r:id="rId31"/>
              </p:custDataLst>
            </p:nvPr>
          </p:nvSpPr>
          <p:spPr>
            <a:xfrm>
              <a:off x="9537700" y="12700"/>
              <a:ext cx="381508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" name="RemarkBlock"/>
            <p:cNvSpPr/>
            <p:nvPr>
              <p:custDataLst>
                <p:tags r:id="rId32"/>
              </p:custDataLst>
            </p:nvPr>
          </p:nvSpPr>
          <p:spPr>
            <a:xfrm>
              <a:off x="9537700" y="1270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" name="RemarkTitleText"/>
            <p:cNvSpPr txBox="1"/>
            <p:nvPr>
              <p:custDataLst>
                <p:tags r:id="rId33"/>
              </p:custDataLst>
            </p:nvPr>
          </p:nvSpPr>
          <p:spPr>
            <a:xfrm>
              <a:off x="9779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答案解析</a:t>
              </a:r>
            </a:p>
          </p:txBody>
        </p:sp>
      </p:grpSp>
      <p:sp>
        <p:nvSpPr>
          <p:cNvPr id="19" name="RemarkBack"/>
          <p:cNvSpPr/>
          <p:nvPr>
            <p:custDataLst>
              <p:tags r:id="rId22"/>
            </p:custDataLst>
          </p:nvPr>
        </p:nvSpPr>
        <p:spPr>
          <a:xfrm>
            <a:off x="9537700" y="12700"/>
            <a:ext cx="3815080" cy="635000"/>
          </a:xfrm>
          <a:prstGeom prst="rect">
            <a:avLst/>
          </a:prstGeom>
          <a:solidFill>
            <a:srgbClr val="F6F7F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RemarkBlock"/>
          <p:cNvSpPr/>
          <p:nvPr>
            <p:custDataLst>
              <p:tags r:id="rId23"/>
            </p:custDataLst>
          </p:nvPr>
        </p:nvSpPr>
        <p:spPr>
          <a:xfrm>
            <a:off x="9537700" y="12700"/>
            <a:ext cx="190500" cy="635000"/>
          </a:xfrm>
          <a:prstGeom prst="rect">
            <a:avLst/>
          </a:prstGeom>
          <a:solidFill>
            <a:srgbClr val="639EF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RemarkTitleText"/>
          <p:cNvSpPr txBox="1"/>
          <p:nvPr>
            <p:custDataLst>
              <p:tags r:id="rId24"/>
            </p:custDataLst>
          </p:nvPr>
        </p:nvSpPr>
        <p:spPr>
          <a:xfrm>
            <a:off x="9779000" y="0"/>
            <a:ext cx="1905000" cy="635000"/>
          </a:xfrm>
          <a:prstGeom prst="rect">
            <a:avLst/>
          </a:prstGeom>
          <a:noFill/>
        </p:spPr>
        <p:txBody>
          <a:bodyPr vert="horz" wrap="none" rtlCol="0" anchor="ctr" anchorCtr="0">
            <a:noAutofit/>
          </a:bodyPr>
          <a:lstStyle/>
          <a:p>
            <a:r>
              <a:rPr lang="zh-CN" altLang="en-US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答案解析</a:t>
            </a:r>
          </a:p>
        </p:txBody>
      </p:sp>
      <p:grpSp>
        <p:nvGrpSpPr>
          <p:cNvPr id="18" name="组合 17"/>
          <p:cNvGrpSpPr/>
          <p:nvPr>
            <p:custDataLst>
              <p:tags r:id="rId25"/>
            </p:custDataLst>
          </p:nvPr>
        </p:nvGrpSpPr>
        <p:grpSpPr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14" name="TitleBackground"/>
            <p:cNvSpPr/>
            <p:nvPr>
              <p:custDataLst>
                <p:tags r:id="rId27"/>
              </p:custDataLst>
            </p:nvPr>
          </p:nvSpPr>
          <p:spPr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ColorBlock"/>
            <p:cNvSpPr/>
            <p:nvPr>
              <p:custDataLst>
                <p:tags r:id="rId28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TypeText"/>
            <p:cNvSpPr txBox="1"/>
            <p:nvPr>
              <p:custDataLst>
                <p:tags r:id="rId29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多选题</a:t>
              </a:r>
            </a:p>
          </p:txBody>
        </p:sp>
        <p:sp>
          <p:nvSpPr>
            <p:cNvPr id="17" name="TipText"/>
            <p:cNvSpPr txBox="1"/>
            <p:nvPr>
              <p:custDataLst>
                <p:tags r:id="rId30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3" name="图片 2"/>
          <p:cNvPicPr>
            <a:picLocks/>
          </p:cNvPicPr>
          <p:nvPr>
            <p:custDataLst>
              <p:tags r:id="rId26"/>
            </p:custDataLst>
          </p:nvPr>
        </p:nvPicPr>
        <p:blipFill>
          <a:blip r:embed="rId3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5803645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/>
              <a:t>变量</a:t>
            </a:r>
          </a:p>
        </p:txBody>
      </p:sp>
      <p:sp>
        <p:nvSpPr>
          <p:cNvPr id="5" name="副标题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436858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D8F3E12-238E-4F34-8ADF-3C45D0F0D8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3439294" cy="1325563"/>
          </a:xfrm>
        </p:spPr>
        <p:txBody>
          <a:bodyPr/>
          <a:lstStyle/>
          <a:p>
            <a:r>
              <a:rPr lang="zh-CN" altLang="en-US" dirty="0"/>
              <a:t>内存和变量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A4DB6D3-5D81-4686-A3C0-7B4552658877}"/>
              </a:ext>
            </a:extLst>
          </p:cNvPr>
          <p:cNvSpPr/>
          <p:nvPr/>
        </p:nvSpPr>
        <p:spPr>
          <a:xfrm>
            <a:off x="7072406" y="3082790"/>
            <a:ext cx="1008063" cy="649288"/>
          </a:xfrm>
          <a:prstGeom prst="rect">
            <a:avLst/>
          </a:prstGeom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dirty="0">
                <a:solidFill>
                  <a:srgbClr val="FF0000"/>
                </a:solidFill>
              </a:rPr>
              <a:t>58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228C1A5-4D30-4C02-BCFE-5422AE1D416B}"/>
              </a:ext>
            </a:extLst>
          </p:cNvPr>
          <p:cNvSpPr/>
          <p:nvPr/>
        </p:nvSpPr>
        <p:spPr>
          <a:xfrm>
            <a:off x="7072406" y="3732078"/>
            <a:ext cx="1008063" cy="647700"/>
          </a:xfrm>
          <a:prstGeom prst="rect">
            <a:avLst/>
          </a:prstGeom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dirty="0">
                <a:solidFill>
                  <a:srgbClr val="FF0000"/>
                </a:solidFill>
              </a:rPr>
              <a:t>3000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94C39F4-33FF-4561-85DF-A4085E22A6BB}"/>
              </a:ext>
            </a:extLst>
          </p:cNvPr>
          <p:cNvSpPr/>
          <p:nvPr/>
        </p:nvSpPr>
        <p:spPr>
          <a:xfrm>
            <a:off x="7072406" y="4379778"/>
            <a:ext cx="1008063" cy="647700"/>
          </a:xfrm>
          <a:prstGeom prst="rect">
            <a:avLst/>
          </a:prstGeom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CF9877B-1AA7-4AAC-B46F-81B7E84D688F}"/>
              </a:ext>
            </a:extLst>
          </p:cNvPr>
          <p:cNvSpPr/>
          <p:nvPr/>
        </p:nvSpPr>
        <p:spPr>
          <a:xfrm>
            <a:off x="7072406" y="5027478"/>
            <a:ext cx="1008063" cy="647700"/>
          </a:xfrm>
          <a:prstGeom prst="rect">
            <a:avLst/>
          </a:prstGeom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0801A5A-2138-4E03-910E-058E1F8AB6FC}"/>
              </a:ext>
            </a:extLst>
          </p:cNvPr>
          <p:cNvSpPr/>
          <p:nvPr/>
        </p:nvSpPr>
        <p:spPr>
          <a:xfrm>
            <a:off x="7072406" y="5676765"/>
            <a:ext cx="1008063" cy="647700"/>
          </a:xfrm>
          <a:prstGeom prst="rect">
            <a:avLst/>
          </a:prstGeom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10" name="文本框 2">
            <a:extLst>
              <a:ext uri="{FF2B5EF4-FFF2-40B4-BE49-F238E27FC236}">
                <a16:creationId xmlns:a16="http://schemas.microsoft.com/office/drawing/2014/main" id="{0D4BAD39-0A06-4891-A98C-718A1E7DF8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02481" y="3005003"/>
            <a:ext cx="69691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800" dirty="0"/>
              <a:t>3000</a:t>
            </a:r>
            <a:endParaRPr lang="zh-CN" altLang="en-US" sz="1800" dirty="0"/>
          </a:p>
        </p:txBody>
      </p:sp>
      <p:sp>
        <p:nvSpPr>
          <p:cNvPr id="11" name="文本框 8">
            <a:extLst>
              <a:ext uri="{FF2B5EF4-FFF2-40B4-BE49-F238E27FC236}">
                <a16:creationId xmlns:a16="http://schemas.microsoft.com/office/drawing/2014/main" id="{BF7AA3F4-B02D-4554-8974-0F708B59FF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75494" y="3652703"/>
            <a:ext cx="696912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800"/>
              <a:t>3004</a:t>
            </a:r>
            <a:endParaRPr lang="zh-CN" altLang="en-US" sz="1800"/>
          </a:p>
        </p:txBody>
      </p:sp>
      <p:sp>
        <p:nvSpPr>
          <p:cNvPr id="12" name="文本框 9">
            <a:extLst>
              <a:ext uri="{FF2B5EF4-FFF2-40B4-BE49-F238E27FC236}">
                <a16:creationId xmlns:a16="http://schemas.microsoft.com/office/drawing/2014/main" id="{21FD8CF4-79E7-4F75-871D-CE92771DB0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02481" y="4313103"/>
            <a:ext cx="69691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800"/>
              <a:t>3008</a:t>
            </a:r>
            <a:endParaRPr lang="zh-CN" altLang="en-US" sz="1800"/>
          </a:p>
        </p:txBody>
      </p:sp>
      <p:sp>
        <p:nvSpPr>
          <p:cNvPr id="13" name="文本框 10">
            <a:extLst>
              <a:ext uri="{FF2B5EF4-FFF2-40B4-BE49-F238E27FC236}">
                <a16:creationId xmlns:a16="http://schemas.microsoft.com/office/drawing/2014/main" id="{006168DE-01C8-4979-8608-3816FCC322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02481" y="4975090"/>
            <a:ext cx="69691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800"/>
              <a:t>3012</a:t>
            </a:r>
            <a:endParaRPr lang="zh-CN" altLang="en-US" sz="1800"/>
          </a:p>
        </p:txBody>
      </p:sp>
      <p:sp>
        <p:nvSpPr>
          <p:cNvPr id="14" name="文本框 11">
            <a:extLst>
              <a:ext uri="{FF2B5EF4-FFF2-40B4-BE49-F238E27FC236}">
                <a16:creationId xmlns:a16="http://schemas.microsoft.com/office/drawing/2014/main" id="{880D867D-CCE3-418F-A407-3C2B6E9100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02481" y="5622790"/>
            <a:ext cx="69691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800"/>
              <a:t>3016</a:t>
            </a:r>
            <a:endParaRPr lang="zh-CN" altLang="en-US" sz="1800"/>
          </a:p>
        </p:txBody>
      </p:sp>
      <p:sp>
        <p:nvSpPr>
          <p:cNvPr id="15" name="文本框 7">
            <a:extLst>
              <a:ext uri="{FF2B5EF4-FFF2-40B4-BE49-F238E27FC236}">
                <a16:creationId xmlns:a16="http://schemas.microsoft.com/office/drawing/2014/main" id="{3F60F926-1FCD-4D46-B218-DDA89E2379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13819" y="3222490"/>
            <a:ext cx="236537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800"/>
              <a:t>i</a:t>
            </a:r>
            <a:endParaRPr lang="zh-CN" altLang="en-US" sz="1800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1B4B1B97-BC84-4C14-9D6C-43CD3E17164E}"/>
              </a:ext>
            </a:extLst>
          </p:cNvPr>
          <p:cNvSpPr/>
          <p:nvPr/>
        </p:nvSpPr>
        <p:spPr>
          <a:xfrm>
            <a:off x="7072406" y="5027478"/>
            <a:ext cx="1008063" cy="192087"/>
          </a:xfrm>
          <a:prstGeom prst="rect">
            <a:avLst/>
          </a:prstGeom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3385C2F7-86B3-4CC4-9A2C-2C1CD22BAB14}"/>
              </a:ext>
            </a:extLst>
          </p:cNvPr>
          <p:cNvCxnSpPr>
            <a:cxnSpLocks/>
          </p:cNvCxnSpPr>
          <p:nvPr/>
        </p:nvCxnSpPr>
        <p:spPr>
          <a:xfrm>
            <a:off x="7088281" y="3246303"/>
            <a:ext cx="976313" cy="0"/>
          </a:xfrm>
          <a:prstGeom prst="line">
            <a:avLst/>
          </a:prstGeom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F5F76D27-DF5A-4909-AE1B-54B4538E5D0E}"/>
              </a:ext>
            </a:extLst>
          </p:cNvPr>
          <p:cNvCxnSpPr>
            <a:cxnSpLocks/>
          </p:cNvCxnSpPr>
          <p:nvPr/>
        </p:nvCxnSpPr>
        <p:spPr>
          <a:xfrm>
            <a:off x="7072406" y="3416165"/>
            <a:ext cx="976313" cy="0"/>
          </a:xfrm>
          <a:prstGeom prst="line">
            <a:avLst/>
          </a:prstGeom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92DDE961-5E58-4BDE-A946-21976B446C78}"/>
              </a:ext>
            </a:extLst>
          </p:cNvPr>
          <p:cNvCxnSpPr>
            <a:cxnSpLocks/>
          </p:cNvCxnSpPr>
          <p:nvPr/>
        </p:nvCxnSpPr>
        <p:spPr>
          <a:xfrm>
            <a:off x="7088281" y="3571740"/>
            <a:ext cx="976313" cy="0"/>
          </a:xfrm>
          <a:prstGeom prst="line">
            <a:avLst/>
          </a:prstGeom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矩形 21">
            <a:extLst>
              <a:ext uri="{FF2B5EF4-FFF2-40B4-BE49-F238E27FC236}">
                <a16:creationId xmlns:a16="http://schemas.microsoft.com/office/drawing/2014/main" id="{C91FC726-C04E-4D4C-8F59-65B98F1EA9ED}"/>
              </a:ext>
            </a:extLst>
          </p:cNvPr>
          <p:cNvSpPr/>
          <p:nvPr/>
        </p:nvSpPr>
        <p:spPr>
          <a:xfrm>
            <a:off x="7072406" y="1786416"/>
            <a:ext cx="1008063" cy="647700"/>
          </a:xfrm>
          <a:prstGeom prst="rect">
            <a:avLst/>
          </a:prstGeom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7F1B528B-7A26-4051-AEF2-6095A8258E47}"/>
              </a:ext>
            </a:extLst>
          </p:cNvPr>
          <p:cNvSpPr/>
          <p:nvPr/>
        </p:nvSpPr>
        <p:spPr>
          <a:xfrm>
            <a:off x="7072406" y="2435703"/>
            <a:ext cx="1008063" cy="647700"/>
          </a:xfrm>
          <a:prstGeom prst="rect">
            <a:avLst/>
          </a:prstGeom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BA0F53BA-B68A-4B6C-AFC1-F34ADE823D29}"/>
              </a:ext>
            </a:extLst>
          </p:cNvPr>
          <p:cNvSpPr/>
          <p:nvPr/>
        </p:nvSpPr>
        <p:spPr>
          <a:xfrm>
            <a:off x="7072406" y="1786416"/>
            <a:ext cx="1008063" cy="192087"/>
          </a:xfrm>
          <a:prstGeom prst="rect">
            <a:avLst/>
          </a:prstGeom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25" name="文本框 2">
            <a:extLst>
              <a:ext uri="{FF2B5EF4-FFF2-40B4-BE49-F238E27FC236}">
                <a16:creationId xmlns:a16="http://schemas.microsoft.com/office/drawing/2014/main" id="{F4A047DE-B35E-4B04-A55D-483C8B3F1C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36023" y="1665909"/>
            <a:ext cx="69691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800" dirty="0"/>
              <a:t>0000</a:t>
            </a:r>
            <a:endParaRPr lang="zh-CN" altLang="en-US" sz="1800" dirty="0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447980A2-C04E-4969-B3F6-29E8D59F0FC9}"/>
              </a:ext>
            </a:extLst>
          </p:cNvPr>
          <p:cNvSpPr/>
          <p:nvPr/>
        </p:nvSpPr>
        <p:spPr>
          <a:xfrm>
            <a:off x="7079410" y="1975264"/>
            <a:ext cx="1001060" cy="181039"/>
          </a:xfrm>
          <a:prstGeom prst="rect">
            <a:avLst/>
          </a:prstGeom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27" name="文本框 2">
            <a:extLst>
              <a:ext uri="{FF2B5EF4-FFF2-40B4-BE49-F238E27FC236}">
                <a16:creationId xmlns:a16="http://schemas.microsoft.com/office/drawing/2014/main" id="{C7A47CD6-1CD2-4658-BBE7-08188DB8BB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36022" y="1898540"/>
            <a:ext cx="69691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800" dirty="0"/>
              <a:t>0001</a:t>
            </a:r>
            <a:endParaRPr lang="zh-CN" altLang="en-US" sz="1800" dirty="0"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396DC75A-AC66-4379-AE44-E8511654E63E}"/>
              </a:ext>
            </a:extLst>
          </p:cNvPr>
          <p:cNvSpPr txBox="1"/>
          <p:nvPr/>
        </p:nvSpPr>
        <p:spPr>
          <a:xfrm>
            <a:off x="439429" y="1786416"/>
            <a:ext cx="4536504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        内存条中有非常多的相同的小电路，该电路能保存一个位（</a:t>
            </a:r>
            <a:r>
              <a:rPr lang="en-US" altLang="zh-CN" dirty="0"/>
              <a:t>bit</a:t>
            </a:r>
            <a:r>
              <a:rPr lang="zh-CN" altLang="en-US" dirty="0"/>
              <a:t>），也能被读出。高电平表示</a:t>
            </a:r>
            <a:r>
              <a:rPr lang="en-US" altLang="zh-CN" dirty="0"/>
              <a:t>1</a:t>
            </a:r>
            <a:r>
              <a:rPr lang="zh-CN" altLang="en-US" dirty="0"/>
              <a:t>，低电平表示</a:t>
            </a:r>
            <a:r>
              <a:rPr lang="en-US" altLang="zh-CN" dirty="0"/>
              <a:t>0</a:t>
            </a:r>
            <a:r>
              <a:rPr lang="zh-CN" altLang="en-US" dirty="0"/>
              <a:t>。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         </a:t>
            </a:r>
            <a:r>
              <a:rPr lang="zh-CN" altLang="en-US" dirty="0"/>
              <a:t>我们把</a:t>
            </a:r>
            <a:r>
              <a:rPr lang="en-US" altLang="zh-CN" dirty="0"/>
              <a:t>8</a:t>
            </a:r>
            <a:r>
              <a:rPr lang="zh-CN" altLang="en-US" dirty="0"/>
              <a:t>个这样的小电路看成一个组，称之为字节（</a:t>
            </a:r>
            <a:r>
              <a:rPr lang="en-US" altLang="zh-CN" dirty="0"/>
              <a:t>byte</a:t>
            </a:r>
            <a:r>
              <a:rPr lang="zh-CN" altLang="en-US" dirty="0"/>
              <a:t>）。并给每个字节一个编号，称之为地址。</a:t>
            </a:r>
            <a:endParaRPr lang="en-US" altLang="zh-CN" dirty="0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C4109EB2-B184-429F-B238-756A3E97AAD1}"/>
              </a:ext>
            </a:extLst>
          </p:cNvPr>
          <p:cNvSpPr/>
          <p:nvPr/>
        </p:nvSpPr>
        <p:spPr>
          <a:xfrm>
            <a:off x="1037154" y="4141931"/>
            <a:ext cx="342950" cy="2921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rgbClr val="FF0000"/>
                </a:solidFill>
              </a:rPr>
              <a:t>1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2A2EB73-E9D7-49D8-9CA0-BAE953DBDC38}"/>
              </a:ext>
            </a:extLst>
          </p:cNvPr>
          <p:cNvSpPr/>
          <p:nvPr/>
        </p:nvSpPr>
        <p:spPr>
          <a:xfrm>
            <a:off x="1385518" y="4141931"/>
            <a:ext cx="342950" cy="2921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rgbClr val="FF0000"/>
                </a:solidFill>
              </a:rPr>
              <a:t>1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82787185-5177-4EB1-AA7F-732B37C9889B}"/>
              </a:ext>
            </a:extLst>
          </p:cNvPr>
          <p:cNvSpPr/>
          <p:nvPr/>
        </p:nvSpPr>
        <p:spPr>
          <a:xfrm>
            <a:off x="1728652" y="4141931"/>
            <a:ext cx="342950" cy="2921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rgbClr val="FF0000"/>
                </a:solidFill>
              </a:rPr>
              <a:t>1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0F0FE8CE-83E4-4855-841E-2B92BF270A2A}"/>
              </a:ext>
            </a:extLst>
          </p:cNvPr>
          <p:cNvSpPr/>
          <p:nvPr/>
        </p:nvSpPr>
        <p:spPr>
          <a:xfrm>
            <a:off x="2077016" y="4141931"/>
            <a:ext cx="342950" cy="2921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rgbClr val="FF0000"/>
                </a:solidFill>
              </a:rPr>
              <a:t>1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D2AEAF61-103A-437A-BD52-FF3C23FD6A53}"/>
              </a:ext>
            </a:extLst>
          </p:cNvPr>
          <p:cNvSpPr/>
          <p:nvPr/>
        </p:nvSpPr>
        <p:spPr>
          <a:xfrm>
            <a:off x="2425564" y="4141931"/>
            <a:ext cx="342950" cy="2921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rgbClr val="FF0000"/>
                </a:solidFill>
              </a:rPr>
              <a:t>1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109B3579-768A-4C92-8948-CF17B9191DEA}"/>
              </a:ext>
            </a:extLst>
          </p:cNvPr>
          <p:cNvSpPr/>
          <p:nvPr/>
        </p:nvSpPr>
        <p:spPr>
          <a:xfrm>
            <a:off x="2773928" y="4141931"/>
            <a:ext cx="342950" cy="2921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rgbClr val="FF0000"/>
                </a:solidFill>
              </a:rPr>
              <a:t>1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120C55E5-1B70-4EA2-BF4C-ADEDEE2E4869}"/>
              </a:ext>
            </a:extLst>
          </p:cNvPr>
          <p:cNvSpPr/>
          <p:nvPr/>
        </p:nvSpPr>
        <p:spPr>
          <a:xfrm>
            <a:off x="3117062" y="4141931"/>
            <a:ext cx="342950" cy="2921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rgbClr val="FF0000"/>
                </a:solidFill>
              </a:rPr>
              <a:t>1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5632B5DA-6748-4948-B907-6FF9C8D6E610}"/>
              </a:ext>
            </a:extLst>
          </p:cNvPr>
          <p:cNvSpPr/>
          <p:nvPr/>
        </p:nvSpPr>
        <p:spPr>
          <a:xfrm>
            <a:off x="3465426" y="4141931"/>
            <a:ext cx="342950" cy="2921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rgbClr val="FF0000"/>
                </a:solidFill>
              </a:rPr>
              <a:t>0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91ED4F30-C31B-47B0-B266-A11793B0BA01}"/>
              </a:ext>
            </a:extLst>
          </p:cNvPr>
          <p:cNvSpPr txBox="1"/>
          <p:nvPr/>
        </p:nvSpPr>
        <p:spPr>
          <a:xfrm>
            <a:off x="1037154" y="3853006"/>
            <a:ext cx="28135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 7     6    5    4    3     2    1     0</a:t>
            </a:r>
            <a:endParaRPr lang="zh-CN" altLang="en-US" dirty="0"/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007F69FE-86ED-4931-82C8-6D39CE844B66}"/>
              </a:ext>
            </a:extLst>
          </p:cNvPr>
          <p:cNvSpPr txBox="1"/>
          <p:nvPr/>
        </p:nvSpPr>
        <p:spPr>
          <a:xfrm>
            <a:off x="439429" y="4708218"/>
            <a:ext cx="492465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      每一位都可以取</a:t>
            </a:r>
            <a:r>
              <a:rPr lang="en-US" altLang="zh-CN" dirty="0"/>
              <a:t>0</a:t>
            </a:r>
            <a:r>
              <a:rPr lang="zh-CN" altLang="en-US" dirty="0"/>
              <a:t>和</a:t>
            </a:r>
            <a:r>
              <a:rPr lang="en-US" altLang="zh-CN" dirty="0"/>
              <a:t>1</a:t>
            </a:r>
            <a:r>
              <a:rPr lang="zh-CN" altLang="en-US" dirty="0"/>
              <a:t>，那么一个字节共有</a:t>
            </a:r>
            <a:r>
              <a:rPr lang="en-US" altLang="zh-CN" dirty="0"/>
              <a:t>2</a:t>
            </a:r>
            <a:r>
              <a:rPr lang="en-US" altLang="zh-CN" baseline="30000" dirty="0"/>
              <a:t>8</a:t>
            </a:r>
            <a:r>
              <a:rPr lang="en-US" altLang="zh-CN" dirty="0"/>
              <a:t>=256</a:t>
            </a:r>
            <a:r>
              <a:rPr lang="zh-CN" altLang="en-US" dirty="0"/>
              <a:t>种不同的表示，代表</a:t>
            </a:r>
            <a:r>
              <a:rPr lang="en-US" altLang="zh-CN" dirty="0"/>
              <a:t>256</a:t>
            </a:r>
            <a:r>
              <a:rPr lang="zh-CN" altLang="en-US" dirty="0"/>
              <a:t>个不同的值。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      </a:t>
            </a:r>
            <a:r>
              <a:rPr lang="zh-CN" altLang="en-US" dirty="0"/>
              <a:t>比如 </a:t>
            </a:r>
            <a:r>
              <a:rPr lang="en-US" altLang="zh-CN" dirty="0"/>
              <a:t>11111110</a:t>
            </a:r>
            <a:r>
              <a:rPr lang="zh-CN" altLang="en-US" dirty="0"/>
              <a:t>，如果表示有符号整数，最高位</a:t>
            </a:r>
            <a:r>
              <a:rPr lang="en-US" altLang="zh-CN" dirty="0"/>
              <a:t>1</a:t>
            </a:r>
            <a:r>
              <a:rPr lang="zh-CN" altLang="en-US" dirty="0"/>
              <a:t>表示负数，那么值是</a:t>
            </a:r>
            <a:r>
              <a:rPr lang="en-US" altLang="zh-CN" dirty="0"/>
              <a:t>-2</a:t>
            </a:r>
            <a:r>
              <a:rPr lang="zh-CN" altLang="en-US" dirty="0"/>
              <a:t>；如果表示无符号整数，最高位</a:t>
            </a:r>
            <a:r>
              <a:rPr lang="en-US" altLang="zh-CN" dirty="0"/>
              <a:t>1</a:t>
            </a:r>
            <a:r>
              <a:rPr lang="zh-CN" altLang="en-US" dirty="0"/>
              <a:t>也是用来表示值，那么值是</a:t>
            </a:r>
            <a:r>
              <a:rPr lang="en-US" altLang="zh-CN" dirty="0"/>
              <a:t>254</a:t>
            </a:r>
            <a:r>
              <a:rPr lang="zh-CN" altLang="en-US" dirty="0"/>
              <a:t>。</a:t>
            </a: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4E3C2278-8F2E-49F9-B90B-ACE46DAB6AA8}"/>
              </a:ext>
            </a:extLst>
          </p:cNvPr>
          <p:cNvSpPr txBox="1"/>
          <p:nvPr/>
        </p:nvSpPr>
        <p:spPr>
          <a:xfrm>
            <a:off x="5652120" y="242598"/>
            <a:ext cx="324036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    内存就像是一个很长的纸条，可以在上面写数，也可以读数，也可以用橡皮擦擦掉某个数后，写上新的数。</a:t>
            </a:r>
          </a:p>
        </p:txBody>
      </p:sp>
    </p:spTree>
    <p:extLst>
      <p:ext uri="{BB962C8B-B14F-4D97-AF65-F5344CB8AC3E}">
        <p14:creationId xmlns:p14="http://schemas.microsoft.com/office/powerpoint/2010/main" val="5354609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2 </a:t>
            </a:r>
            <a:r>
              <a:rPr lang="zh-CN" altLang="en-US"/>
              <a:t>变量</a:t>
            </a:r>
          </a:p>
        </p:txBody>
      </p:sp>
      <p:sp>
        <p:nvSpPr>
          <p:cNvPr id="24577" name="文本占位符 21505"/>
          <p:cNvSpPr>
            <a:spLocks noGrp="1"/>
          </p:cNvSpPr>
          <p:nvPr>
            <p:ph idx="1"/>
          </p:nvPr>
        </p:nvSpPr>
        <p:spPr/>
        <p:txBody>
          <a:bodyPr anchor="t">
            <a:noAutofit/>
          </a:bodyPr>
          <a:lstStyle/>
          <a:p>
            <a:pPr>
              <a:lnSpc>
                <a:spcPct val="150000"/>
              </a:lnSpc>
              <a:spcBef>
                <a:spcPts val="450"/>
              </a:spcBef>
              <a:spcAft>
                <a:spcPts val="450"/>
              </a:spcAft>
              <a:buSzPct val="90000"/>
              <a:buFont typeface="Wingdings" panose="05000000000000000000" charset="0"/>
              <a:buChar char="§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Python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中，</a:t>
            </a:r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不需要事先声明变量名及其类型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，直接赋值即可创建各种类型的对象变量。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charset="-122"/>
              </a:rPr>
              <a:t>这一点适用于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charset="-122"/>
              </a:rPr>
              <a:t>Python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charset="-122"/>
              </a:rPr>
              <a:t>任意类型的对象。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450"/>
              </a:spcBef>
              <a:spcAft>
                <a:spcPts val="450"/>
              </a:spcAft>
              <a:buSzPct val="90000"/>
              <a:buNone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例如语句</a:t>
            </a:r>
          </a:p>
          <a:p>
            <a:pPr>
              <a:lnSpc>
                <a:spcPct val="150000"/>
              </a:lnSpc>
              <a:spcBef>
                <a:spcPts val="450"/>
              </a:spcBef>
              <a:spcAft>
                <a:spcPts val="450"/>
              </a:spcAft>
              <a:buSzPct val="90000"/>
              <a:buNone/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&gt;&gt;&gt; x = 3</a:t>
            </a:r>
          </a:p>
          <a:p>
            <a:pPr>
              <a:lnSpc>
                <a:spcPct val="150000"/>
              </a:lnSpc>
              <a:spcBef>
                <a:spcPts val="450"/>
              </a:spcBef>
              <a:spcAft>
                <a:spcPts val="450"/>
              </a:spcAft>
              <a:buSzPct val="90000"/>
              <a:buNone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创建了整型变量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，并赋值为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，再例如语句</a:t>
            </a:r>
          </a:p>
          <a:p>
            <a:pPr>
              <a:lnSpc>
                <a:spcPct val="150000"/>
              </a:lnSpc>
              <a:spcBef>
                <a:spcPts val="450"/>
              </a:spcBef>
              <a:spcAft>
                <a:spcPts val="450"/>
              </a:spcAft>
              <a:buSzPct val="90000"/>
              <a:buNone/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&gt;&gt;&gt; x = 'Hello world.'</a:t>
            </a:r>
          </a:p>
          <a:p>
            <a:pPr>
              <a:lnSpc>
                <a:spcPct val="150000"/>
              </a:lnSpc>
              <a:spcBef>
                <a:spcPts val="450"/>
              </a:spcBef>
              <a:spcAft>
                <a:spcPts val="450"/>
              </a:spcAft>
              <a:buSzPct val="90000"/>
              <a:buNone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创建了字符串变量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，并赋值为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'Hello world.'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12</a:t>
            </a:fld>
            <a:endParaRPr lang="zh-CN" altLang="en-US"/>
          </a:p>
        </p:txBody>
      </p:sp>
      <p:sp>
        <p:nvSpPr>
          <p:cNvPr id="5" name="线形标注 1 1"/>
          <p:cNvSpPr/>
          <p:nvPr/>
        </p:nvSpPr>
        <p:spPr>
          <a:xfrm>
            <a:off x="3361837" y="3202154"/>
            <a:ext cx="3331619" cy="416719"/>
          </a:xfrm>
          <a:prstGeom prst="borderCallout1">
            <a:avLst>
              <a:gd name="adj1" fmla="val 51258"/>
              <a:gd name="adj2" fmla="val -2022"/>
              <a:gd name="adj3" fmla="val 112500"/>
              <a:gd name="adj4" fmla="val -38333"/>
            </a:avLst>
          </a:prstGeom>
          <a:solidFill>
            <a:schemeClr val="accent2">
              <a:lumMod val="20000"/>
              <a:lumOff val="80000"/>
            </a:schemeClr>
          </a:solidFill>
          <a:ln w="31750"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/>
            <a:r>
              <a:rPr lang="zh-CN" altLang="en-US" noProof="1">
                <a:solidFill>
                  <a:srgbClr val="FF0000"/>
                </a:solidFill>
              </a:rPr>
              <a:t>凭空出现一个整型变量</a:t>
            </a:r>
            <a:r>
              <a:rPr lang="en-US" altLang="zh-CN" noProof="1">
                <a:solidFill>
                  <a:srgbClr val="FF0000"/>
                </a:solidFill>
              </a:rPr>
              <a:t>x</a:t>
            </a:r>
          </a:p>
        </p:txBody>
      </p:sp>
      <p:sp>
        <p:nvSpPr>
          <p:cNvPr id="6" name="线形标注 1 2"/>
          <p:cNvSpPr/>
          <p:nvPr/>
        </p:nvSpPr>
        <p:spPr>
          <a:xfrm>
            <a:off x="4716016" y="4689558"/>
            <a:ext cx="4290099" cy="416719"/>
          </a:xfrm>
          <a:prstGeom prst="borderCallout1">
            <a:avLst>
              <a:gd name="adj1" fmla="val 51258"/>
              <a:gd name="adj2" fmla="val -1468"/>
              <a:gd name="adj3" fmla="val 60068"/>
              <a:gd name="adj4" fmla="val -27181"/>
            </a:avLst>
          </a:prstGeom>
          <a:solidFill>
            <a:schemeClr val="accent2">
              <a:lumMod val="20000"/>
              <a:lumOff val="80000"/>
            </a:schemeClr>
          </a:solidFill>
          <a:ln w="31750"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/>
            <a:r>
              <a:rPr lang="zh-CN" altLang="en-US" noProof="1">
                <a:solidFill>
                  <a:srgbClr val="FF0000"/>
                </a:solidFill>
                <a:ea typeface="宋体" panose="02010600030101010101" pitchFamily="2" charset="-122"/>
              </a:rPr>
              <a:t>新的字符串变量，再也不是原来的</a:t>
            </a:r>
            <a:r>
              <a:rPr lang="en-US" altLang="zh-CN" noProof="1">
                <a:solidFill>
                  <a:srgbClr val="FF0000"/>
                </a:solidFill>
                <a:ea typeface="宋体" panose="02010600030101010101" pitchFamily="2" charset="-122"/>
              </a:rPr>
              <a:t>x</a:t>
            </a:r>
            <a:r>
              <a:rPr lang="zh-CN" altLang="en-US" noProof="1">
                <a:solidFill>
                  <a:srgbClr val="FF0000"/>
                </a:solidFill>
                <a:ea typeface="宋体" panose="02010600030101010101" pitchFamily="2" charset="-122"/>
              </a:rPr>
              <a:t>了</a:t>
            </a:r>
          </a:p>
        </p:txBody>
      </p:sp>
    </p:spTree>
    <p:extLst>
      <p:ext uri="{BB962C8B-B14F-4D97-AF65-F5344CB8AC3E}">
        <p14:creationId xmlns:p14="http://schemas.microsoft.com/office/powerpoint/2010/main" val="27394507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45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457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457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457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457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2457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1" name="表格 20"/>
          <p:cNvGraphicFramePr>
            <a:graphicFrameLocks noGrp="1"/>
          </p:cNvGraphicFramePr>
          <p:nvPr/>
        </p:nvGraphicFramePr>
        <p:xfrm>
          <a:off x="6084168" y="2933948"/>
          <a:ext cx="1656184" cy="1854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56184">
                  <a:extLst>
                    <a:ext uri="{9D8B030D-6E8A-4147-A177-3AD203B41FA5}">
                      <a16:colId xmlns:a16="http://schemas.microsoft.com/office/drawing/2014/main" val="26332752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/>
                        <a:t>3.14</a:t>
                      </a:r>
                      <a:endParaRPr lang="zh-CN" altLang="en-US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48671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/>
                        <a:t>......</a:t>
                      </a:r>
                      <a:endParaRPr lang="zh-CN" altLang="en-US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10681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/>
                        <a:t>hello</a:t>
                      </a:r>
                      <a:endParaRPr lang="zh-CN" altLang="en-US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361395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/>
                        <a:t>......</a:t>
                      </a:r>
                      <a:endParaRPr lang="zh-CN" altLang="en-US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04887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/>
                        <a:t>12</a:t>
                      </a:r>
                      <a:endParaRPr lang="zh-CN" altLang="en-US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0179668"/>
                  </a:ext>
                </a:extLst>
              </a:tr>
            </a:tbl>
          </a:graphicData>
        </a:graphic>
      </p:graphicFrame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>
                <a:solidFill>
                  <a:srgbClr val="245794"/>
                </a:solidFill>
              </a:rPr>
              <a:t>2</a:t>
            </a:r>
            <a:r>
              <a:rPr lang="zh-CN" altLang="zh-CN" b="1">
                <a:solidFill>
                  <a:srgbClr val="245794"/>
                </a:solidFill>
              </a:rPr>
              <a:t>．变量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>
          <a:xfrm>
            <a:off x="123064" y="1772816"/>
            <a:ext cx="3471530" cy="4771727"/>
          </a:xfrm>
        </p:spPr>
        <p:txBody>
          <a:bodyPr>
            <a:normAutofit/>
          </a:bodyPr>
          <a:lstStyle/>
          <a:p>
            <a:pPr>
              <a:lnSpc>
                <a:spcPct val="170000"/>
              </a:lnSpc>
              <a:spcAft>
                <a:spcPts val="600"/>
              </a:spcAft>
              <a:buClr>
                <a:srgbClr val="7030A0"/>
              </a:buClr>
              <a:buSzPct val="60000"/>
            </a:pPr>
            <a:r>
              <a:rPr lang="zh-CN" altLang="zh-CN" sz="2000" dirty="0">
                <a:latin typeface="+mn-ea"/>
              </a:rPr>
              <a:t>在高级语言中，变量可以看作是一个特定的内存存储区，该存储区由一定个数字节的内存单元组成</a:t>
            </a:r>
            <a:r>
              <a:rPr lang="zh-CN" altLang="en-US" sz="2000" dirty="0">
                <a:latin typeface="+mn-ea"/>
              </a:rPr>
              <a:t>。</a:t>
            </a:r>
            <a:endParaRPr lang="en-US" altLang="zh-CN" sz="2000" dirty="0">
              <a:latin typeface="+mn-ea"/>
            </a:endParaRPr>
          </a:p>
          <a:p>
            <a:pPr>
              <a:lnSpc>
                <a:spcPct val="170000"/>
              </a:lnSpc>
              <a:spcAft>
                <a:spcPts val="600"/>
              </a:spcAft>
              <a:buClr>
                <a:srgbClr val="7030A0"/>
              </a:buClr>
              <a:buSzPct val="60000"/>
            </a:pPr>
            <a:r>
              <a:rPr lang="zh-CN" altLang="zh-CN" sz="2000" dirty="0">
                <a:latin typeface="+mn-ea"/>
              </a:rPr>
              <a:t>存储单元存放变量的值。</a:t>
            </a:r>
            <a:endParaRPr lang="en-US" altLang="zh-CN" sz="2000" dirty="0">
              <a:latin typeface="+mn-ea"/>
            </a:endParaRPr>
          </a:p>
          <a:p>
            <a:pPr>
              <a:lnSpc>
                <a:spcPct val="170000"/>
              </a:lnSpc>
              <a:spcAft>
                <a:spcPts val="600"/>
              </a:spcAft>
              <a:buClr>
                <a:srgbClr val="7030A0"/>
              </a:buClr>
              <a:buSzPct val="60000"/>
            </a:pPr>
            <a:r>
              <a:rPr lang="zh-CN" altLang="zh-CN" sz="2000" dirty="0">
                <a:latin typeface="+mn-ea"/>
              </a:rPr>
              <a:t>通过变量的名字来访问。</a:t>
            </a:r>
          </a:p>
        </p:txBody>
      </p:sp>
      <p:graphicFrame>
        <p:nvGraphicFramePr>
          <p:cNvPr id="7" name="表格 6"/>
          <p:cNvGraphicFramePr>
            <a:graphicFrameLocks noGrp="1"/>
          </p:cNvGraphicFramePr>
          <p:nvPr/>
        </p:nvGraphicFramePr>
        <p:xfrm>
          <a:off x="6070670" y="2933948"/>
          <a:ext cx="1656184" cy="1854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56184">
                  <a:extLst>
                    <a:ext uri="{9D8B030D-6E8A-4147-A177-3AD203B41FA5}">
                      <a16:colId xmlns:a16="http://schemas.microsoft.com/office/drawing/2014/main" val="228671264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zh-CN" altLang="en-US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015671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CN" altLang="en-US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685425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CN" altLang="en-US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64962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CN" altLang="en-US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176940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CN" altLang="en-US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75642091"/>
                  </a:ext>
                </a:extLst>
              </a:tr>
            </a:tbl>
          </a:graphicData>
        </a:graphic>
      </p:graphicFrame>
      <p:sp>
        <p:nvSpPr>
          <p:cNvPr id="8" name="文本框 7"/>
          <p:cNvSpPr txBox="1"/>
          <p:nvPr/>
        </p:nvSpPr>
        <p:spPr>
          <a:xfrm>
            <a:off x="4680012" y="2829756"/>
            <a:ext cx="360040" cy="46166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CN" sz="2400"/>
              <a:t>x</a:t>
            </a:r>
            <a:endParaRPr lang="zh-CN" altLang="en-US" sz="2400"/>
          </a:p>
        </p:txBody>
      </p:sp>
      <p:cxnSp>
        <p:nvCxnSpPr>
          <p:cNvPr id="10" name="直接箭头连接符 9"/>
          <p:cNvCxnSpPr/>
          <p:nvPr/>
        </p:nvCxnSpPr>
        <p:spPr>
          <a:xfrm>
            <a:off x="5040052" y="3091366"/>
            <a:ext cx="1057816" cy="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2" name="文本框 21"/>
          <p:cNvSpPr txBox="1"/>
          <p:nvPr/>
        </p:nvSpPr>
        <p:spPr>
          <a:xfrm>
            <a:off x="4686862" y="3610656"/>
            <a:ext cx="346340" cy="46166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CN" sz="2400"/>
              <a:t>y</a:t>
            </a:r>
            <a:endParaRPr lang="zh-CN" altLang="en-US" sz="2400"/>
          </a:p>
        </p:txBody>
      </p:sp>
      <p:cxnSp>
        <p:nvCxnSpPr>
          <p:cNvPr id="23" name="直接箭头连接符 22"/>
          <p:cNvCxnSpPr/>
          <p:nvPr/>
        </p:nvCxnSpPr>
        <p:spPr>
          <a:xfrm>
            <a:off x="5026352" y="3877111"/>
            <a:ext cx="1057816" cy="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4" name="文本框 23"/>
          <p:cNvSpPr txBox="1"/>
          <p:nvPr/>
        </p:nvSpPr>
        <p:spPr>
          <a:xfrm>
            <a:off x="4652612" y="4287095"/>
            <a:ext cx="360040" cy="46166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CN" sz="2400"/>
              <a:t>z</a:t>
            </a:r>
            <a:endParaRPr lang="zh-CN" altLang="en-US" sz="2400"/>
          </a:p>
        </p:txBody>
      </p:sp>
      <p:cxnSp>
        <p:nvCxnSpPr>
          <p:cNvPr id="25" name="直接箭头连接符 24"/>
          <p:cNvCxnSpPr/>
          <p:nvPr/>
        </p:nvCxnSpPr>
        <p:spPr>
          <a:xfrm>
            <a:off x="5012652" y="4548705"/>
            <a:ext cx="1057816" cy="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6" name="矩形 25"/>
          <p:cNvSpPr/>
          <p:nvPr/>
        </p:nvSpPr>
        <p:spPr>
          <a:xfrm>
            <a:off x="6313892" y="2437909"/>
            <a:ext cx="1107996" cy="369332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r>
              <a:rPr lang="zh-CN" altLang="zh-CN">
                <a:latin typeface="+mn-ea"/>
              </a:rPr>
              <a:t>存储单元</a:t>
            </a:r>
            <a:endParaRPr lang="zh-CN" altLang="en-US"/>
          </a:p>
        </p:txBody>
      </p:sp>
      <p:sp>
        <p:nvSpPr>
          <p:cNvPr id="28" name="矩形 27"/>
          <p:cNvSpPr/>
          <p:nvPr/>
        </p:nvSpPr>
        <p:spPr>
          <a:xfrm>
            <a:off x="4369676" y="2459623"/>
            <a:ext cx="888385" cy="369332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r>
              <a:rPr lang="zh-CN" altLang="en-US">
                <a:latin typeface="+mn-ea"/>
              </a:rPr>
              <a:t>变量名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100067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000"/>
                            </p:stCondLst>
                            <p:childTnLst>
                              <p:par>
                                <p:cTn id="3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500"/>
                            </p:stCondLst>
                            <p:childTnLst>
                              <p:par>
                                <p:cTn id="3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4000" b="1">
                <a:solidFill>
                  <a:srgbClr val="245794"/>
                </a:solidFill>
              </a:rPr>
              <a:t>2</a:t>
            </a:r>
            <a:r>
              <a:rPr lang="zh-CN" altLang="zh-CN" sz="4000" b="1">
                <a:solidFill>
                  <a:srgbClr val="245794"/>
                </a:solidFill>
              </a:rPr>
              <a:t>．变量</a:t>
            </a:r>
            <a:r>
              <a:rPr lang="zh-CN" altLang="en-US" sz="4000" b="1">
                <a:solidFill>
                  <a:srgbClr val="245794"/>
                </a:solidFill>
              </a:rPr>
              <a:t>的</a:t>
            </a:r>
            <a:r>
              <a:rPr lang="zh-CN" altLang="en-US" sz="4000" b="1">
                <a:solidFill>
                  <a:srgbClr val="FF0000"/>
                </a:solidFill>
              </a:rPr>
              <a:t>三个属性</a:t>
            </a:r>
            <a:endParaRPr lang="zh-CN" altLang="en-US" sz="4000">
              <a:solidFill>
                <a:srgbClr val="FF0000"/>
              </a:solidFill>
            </a:endParaRPr>
          </a:p>
        </p:txBody>
      </p:sp>
      <p:graphicFrame>
        <p:nvGraphicFramePr>
          <p:cNvPr id="6" name="图示 5"/>
          <p:cNvGraphicFramePr/>
          <p:nvPr/>
        </p:nvGraphicFramePr>
        <p:xfrm>
          <a:off x="107504" y="1587652"/>
          <a:ext cx="5405696" cy="202616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17" name="表格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6630649"/>
              </p:ext>
            </p:extLst>
          </p:nvPr>
        </p:nvGraphicFramePr>
        <p:xfrm>
          <a:off x="2987824" y="4016403"/>
          <a:ext cx="1656184" cy="1854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56184">
                  <a:extLst>
                    <a:ext uri="{9D8B030D-6E8A-4147-A177-3AD203B41FA5}">
                      <a16:colId xmlns:a16="http://schemas.microsoft.com/office/drawing/2014/main" val="26332752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/>
                        <a:t>3.14</a:t>
                      </a:r>
                      <a:endParaRPr lang="zh-CN" altLang="en-US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48671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/>
                        <a:t>......</a:t>
                      </a:r>
                      <a:endParaRPr lang="zh-CN" altLang="en-US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10681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/>
                        <a:t>hello</a:t>
                      </a:r>
                      <a:endParaRPr lang="zh-CN" altLang="en-US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361395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/>
                        <a:t>......</a:t>
                      </a:r>
                      <a:endParaRPr lang="zh-CN" altLang="en-US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04887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/>
                        <a:t>12</a:t>
                      </a:r>
                      <a:endParaRPr lang="zh-CN" altLang="en-US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0179668"/>
                  </a:ext>
                </a:extLst>
              </a:tr>
            </a:tbl>
          </a:graphicData>
        </a:graphic>
      </p:graphicFrame>
      <p:graphicFrame>
        <p:nvGraphicFramePr>
          <p:cNvPr id="18" name="表格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97535974"/>
              </p:ext>
            </p:extLst>
          </p:nvPr>
        </p:nvGraphicFramePr>
        <p:xfrm>
          <a:off x="3002396" y="4025407"/>
          <a:ext cx="1656184" cy="1854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56184">
                  <a:extLst>
                    <a:ext uri="{9D8B030D-6E8A-4147-A177-3AD203B41FA5}">
                      <a16:colId xmlns:a16="http://schemas.microsoft.com/office/drawing/2014/main" val="228671264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zh-CN" altLang="en-US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015671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CN" altLang="en-US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685425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CN" altLang="en-US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64962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CN" altLang="en-US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176940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CN" altLang="en-US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75642091"/>
                  </a:ext>
                </a:extLst>
              </a:tr>
            </a:tbl>
          </a:graphicData>
        </a:graphic>
      </p:graphicFrame>
      <p:sp>
        <p:nvSpPr>
          <p:cNvPr id="19" name="文本框 18"/>
          <p:cNvSpPr txBox="1"/>
          <p:nvPr/>
        </p:nvSpPr>
        <p:spPr>
          <a:xfrm>
            <a:off x="1440760" y="4003771"/>
            <a:ext cx="360040" cy="46166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CN" sz="2400"/>
              <a:t>x</a:t>
            </a:r>
            <a:endParaRPr lang="zh-CN" altLang="en-US" sz="2400"/>
          </a:p>
        </p:txBody>
      </p:sp>
      <p:cxnSp>
        <p:nvCxnSpPr>
          <p:cNvPr id="20" name="直接箭头连接符 19"/>
          <p:cNvCxnSpPr>
            <a:cxnSpLocks/>
            <a:stCxn id="19" idx="3"/>
          </p:cNvCxnSpPr>
          <p:nvPr/>
        </p:nvCxnSpPr>
        <p:spPr>
          <a:xfrm flipV="1">
            <a:off x="1800800" y="4232427"/>
            <a:ext cx="1172452" cy="2177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5" name="文本框 24"/>
          <p:cNvSpPr txBox="1"/>
          <p:nvPr/>
        </p:nvSpPr>
        <p:spPr>
          <a:xfrm>
            <a:off x="1428170" y="4765957"/>
            <a:ext cx="346340" cy="46166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CN" sz="2400"/>
              <a:t>y</a:t>
            </a:r>
            <a:endParaRPr lang="zh-CN" altLang="en-US" sz="2400"/>
          </a:p>
        </p:txBody>
      </p:sp>
      <p:cxnSp>
        <p:nvCxnSpPr>
          <p:cNvPr id="26" name="直接箭头连接符 25"/>
          <p:cNvCxnSpPr>
            <a:cxnSpLocks/>
            <a:stCxn id="25" idx="3"/>
          </p:cNvCxnSpPr>
          <p:nvPr/>
        </p:nvCxnSpPr>
        <p:spPr>
          <a:xfrm>
            <a:off x="1774510" y="4996790"/>
            <a:ext cx="1216059" cy="16663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7" name="文本框 26"/>
          <p:cNvSpPr txBox="1"/>
          <p:nvPr/>
        </p:nvSpPr>
        <p:spPr>
          <a:xfrm>
            <a:off x="1414470" y="5462695"/>
            <a:ext cx="360040" cy="46166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CN" sz="2400"/>
              <a:t>z</a:t>
            </a:r>
            <a:endParaRPr lang="zh-CN" altLang="en-US" sz="2400"/>
          </a:p>
        </p:txBody>
      </p:sp>
      <p:cxnSp>
        <p:nvCxnSpPr>
          <p:cNvPr id="28" name="直接箭头连接符 27"/>
          <p:cNvCxnSpPr>
            <a:cxnSpLocks/>
            <a:stCxn id="27" idx="3"/>
          </p:cNvCxnSpPr>
          <p:nvPr/>
        </p:nvCxnSpPr>
        <p:spPr>
          <a:xfrm>
            <a:off x="1774510" y="5693528"/>
            <a:ext cx="1227886" cy="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5" name="文本框 4"/>
          <p:cNvSpPr txBox="1"/>
          <p:nvPr/>
        </p:nvSpPr>
        <p:spPr>
          <a:xfrm>
            <a:off x="5652120" y="1844824"/>
            <a:ext cx="3420888" cy="3693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id()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可以返回对象的内存地址</a:t>
            </a:r>
          </a:p>
        </p:txBody>
      </p:sp>
      <p:sp>
        <p:nvSpPr>
          <p:cNvPr id="9" name="矩形 8"/>
          <p:cNvSpPr/>
          <p:nvPr/>
        </p:nvSpPr>
        <p:spPr>
          <a:xfrm>
            <a:off x="6588224" y="2600736"/>
            <a:ext cx="1440160" cy="923330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r>
              <a:rPr lang="zh-CN" altLang="en-US"/>
              <a:t>&gt;&gt;&gt; </a:t>
            </a:r>
            <a:r>
              <a:rPr lang="en-US" altLang="zh-CN"/>
              <a:t>x=3.14</a:t>
            </a:r>
          </a:p>
          <a:p>
            <a:r>
              <a:rPr lang="zh-CN" altLang="en-US"/>
              <a:t>&gt;&gt;&gt; id(x)</a:t>
            </a:r>
          </a:p>
          <a:p>
            <a:r>
              <a:rPr lang="en-US" altLang="zh-CN"/>
              <a:t>63606304</a:t>
            </a:r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6588224" y="3910646"/>
            <a:ext cx="1421904" cy="923330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r>
              <a:rPr lang="zh-CN" altLang="en-US"/>
              <a:t>&gt;&gt;&gt; </a:t>
            </a:r>
            <a:r>
              <a:rPr lang="en-US" altLang="zh-CN"/>
              <a:t>y</a:t>
            </a:r>
            <a:r>
              <a:rPr lang="zh-CN" altLang="en-US"/>
              <a:t>='hello'</a:t>
            </a:r>
          </a:p>
          <a:p>
            <a:r>
              <a:rPr lang="zh-CN" altLang="en-US"/>
              <a:t>&gt;&gt;&gt; id(</a:t>
            </a:r>
            <a:r>
              <a:rPr lang="en-US" altLang="zh-CN"/>
              <a:t>y</a:t>
            </a:r>
            <a:r>
              <a:rPr lang="zh-CN" altLang="en-US"/>
              <a:t>)</a:t>
            </a:r>
          </a:p>
          <a:p>
            <a:r>
              <a:rPr lang="zh-CN" altLang="en-US"/>
              <a:t>74000224</a:t>
            </a:r>
          </a:p>
        </p:txBody>
      </p:sp>
      <p:sp>
        <p:nvSpPr>
          <p:cNvPr id="29" name="矩形 28"/>
          <p:cNvSpPr/>
          <p:nvPr/>
        </p:nvSpPr>
        <p:spPr>
          <a:xfrm>
            <a:off x="6565096" y="5159562"/>
            <a:ext cx="1440160" cy="923330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r>
              <a:rPr lang="zh-CN" altLang="en-US"/>
              <a:t>&gt;&gt;&gt; z=12</a:t>
            </a:r>
          </a:p>
          <a:p>
            <a:r>
              <a:rPr lang="zh-CN" altLang="en-US"/>
              <a:t>&gt;&gt;&gt; id(z)</a:t>
            </a:r>
          </a:p>
          <a:p>
            <a:r>
              <a:rPr lang="zh-CN" altLang="en-US"/>
              <a:t>1524360128</a:t>
            </a:r>
          </a:p>
        </p:txBody>
      </p:sp>
      <p:sp>
        <p:nvSpPr>
          <p:cNvPr id="30" name="矩形 29"/>
          <p:cNvSpPr/>
          <p:nvPr/>
        </p:nvSpPr>
        <p:spPr>
          <a:xfrm>
            <a:off x="1965721" y="4689389"/>
            <a:ext cx="112082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dirty="0"/>
              <a:t>74000224</a:t>
            </a:r>
          </a:p>
        </p:txBody>
      </p:sp>
      <p:sp>
        <p:nvSpPr>
          <p:cNvPr id="31" name="矩形 30"/>
          <p:cNvSpPr/>
          <p:nvPr/>
        </p:nvSpPr>
        <p:spPr>
          <a:xfrm>
            <a:off x="1725611" y="5346639"/>
            <a:ext cx="135485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1524360128</a:t>
            </a: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B5CD855E-625F-460D-9B56-682991013C6A}"/>
              </a:ext>
            </a:extLst>
          </p:cNvPr>
          <p:cNvSpPr txBox="1"/>
          <p:nvPr/>
        </p:nvSpPr>
        <p:spPr>
          <a:xfrm>
            <a:off x="1900612" y="3903003"/>
            <a:ext cx="11972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/>
              <a:t>63606304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322451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6" grpId="0">
        <p:bldAsOne/>
      </p:bldGraphic>
      <p:bldP spid="5" grpId="0" animBg="1"/>
      <p:bldP spid="9" grpId="0" animBg="1"/>
      <p:bldP spid="12" grpId="0" animBg="1"/>
      <p:bldP spid="29" grpId="0" animBg="1"/>
      <p:bldP spid="30" grpId="0"/>
      <p:bldP spid="31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b="1">
                <a:solidFill>
                  <a:srgbClr val="245794"/>
                </a:solidFill>
              </a:rPr>
              <a:t>（</a:t>
            </a:r>
            <a:r>
              <a:rPr lang="en-US" altLang="zh-CN" b="1">
                <a:solidFill>
                  <a:srgbClr val="245794"/>
                </a:solidFill>
              </a:rPr>
              <a:t>1</a:t>
            </a:r>
            <a:r>
              <a:rPr lang="zh-CN" altLang="zh-CN" b="1">
                <a:solidFill>
                  <a:srgbClr val="245794"/>
                </a:solidFill>
              </a:rPr>
              <a:t>）变量的数据类型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>
          <a:xfrm>
            <a:off x="251520" y="1723556"/>
            <a:ext cx="4032448" cy="1631047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  <a:buClr>
                <a:srgbClr val="7030A0"/>
              </a:buClr>
              <a:buSzPct val="60000"/>
            </a:pPr>
            <a:r>
              <a:rPr lang="en-US" altLang="zh-CN" sz="2000">
                <a:solidFill>
                  <a:srgbClr val="245794"/>
                </a:solidFill>
                <a:latin typeface="+mn-ea"/>
              </a:rPr>
              <a:t>Python</a:t>
            </a:r>
            <a:r>
              <a:rPr lang="zh-CN" altLang="zh-CN" sz="2000">
                <a:solidFill>
                  <a:srgbClr val="245794"/>
                </a:solidFill>
                <a:latin typeface="+mn-ea"/>
              </a:rPr>
              <a:t>语言是一种动态类型语言</a:t>
            </a:r>
            <a:endParaRPr lang="en-US" altLang="zh-CN" sz="2000">
              <a:solidFill>
                <a:srgbClr val="245794"/>
              </a:solidFill>
              <a:latin typeface="+mn-ea"/>
            </a:endParaRPr>
          </a:p>
          <a:p>
            <a:pPr>
              <a:spcAft>
                <a:spcPts val="600"/>
              </a:spcAft>
              <a:buClr>
                <a:srgbClr val="7030A0"/>
              </a:buClr>
              <a:buSzPct val="60000"/>
            </a:pPr>
            <a:r>
              <a:rPr lang="zh-CN" altLang="zh-CN" sz="2000">
                <a:solidFill>
                  <a:srgbClr val="245794"/>
                </a:solidFill>
                <a:latin typeface="+mn-ea"/>
              </a:rPr>
              <a:t>变量的数据类型是在给变量赋值时确定，对变量的</a:t>
            </a:r>
            <a:r>
              <a:rPr lang="zh-CN" altLang="zh-CN" sz="2000">
                <a:solidFill>
                  <a:srgbClr val="FF0000"/>
                </a:solidFill>
                <a:latin typeface="+mn-ea"/>
              </a:rPr>
              <a:t>每一次赋值</a:t>
            </a:r>
            <a:r>
              <a:rPr lang="zh-CN" altLang="zh-CN" sz="2000">
                <a:solidFill>
                  <a:srgbClr val="245794"/>
                </a:solidFill>
                <a:latin typeface="+mn-ea"/>
              </a:rPr>
              <a:t>，都</a:t>
            </a:r>
            <a:r>
              <a:rPr lang="zh-CN" altLang="zh-CN" sz="2000">
                <a:solidFill>
                  <a:srgbClr val="FF0000"/>
                </a:solidFill>
                <a:latin typeface="+mn-ea"/>
              </a:rPr>
              <a:t>可能改变</a:t>
            </a:r>
            <a:r>
              <a:rPr lang="zh-CN" altLang="zh-CN" sz="2000">
                <a:solidFill>
                  <a:srgbClr val="245794"/>
                </a:solidFill>
                <a:latin typeface="+mn-ea"/>
              </a:rPr>
              <a:t>变量的</a:t>
            </a:r>
            <a:r>
              <a:rPr lang="zh-CN" altLang="zh-CN" sz="2000">
                <a:solidFill>
                  <a:srgbClr val="FF0000"/>
                </a:solidFill>
                <a:latin typeface="+mn-ea"/>
              </a:rPr>
              <a:t>类型</a:t>
            </a:r>
            <a:r>
              <a:rPr lang="zh-CN" altLang="zh-CN" sz="2000">
                <a:solidFill>
                  <a:srgbClr val="245794"/>
                </a:solidFill>
                <a:latin typeface="+mn-ea"/>
              </a:rPr>
              <a:t>。</a:t>
            </a:r>
          </a:p>
        </p:txBody>
      </p:sp>
      <p:graphicFrame>
        <p:nvGraphicFramePr>
          <p:cNvPr id="5" name="表格 4"/>
          <p:cNvGraphicFramePr>
            <a:graphicFrameLocks noGrp="1"/>
          </p:cNvGraphicFramePr>
          <p:nvPr/>
        </p:nvGraphicFramePr>
        <p:xfrm>
          <a:off x="1965140" y="4284092"/>
          <a:ext cx="1656184" cy="1854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56184">
                  <a:extLst>
                    <a:ext uri="{9D8B030D-6E8A-4147-A177-3AD203B41FA5}">
                      <a16:colId xmlns:a16="http://schemas.microsoft.com/office/drawing/2014/main" val="26332752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/>
                        <a:t>3.14</a:t>
                      </a:r>
                      <a:endParaRPr lang="zh-CN" altLang="en-US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48671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/>
                        <a:t>......</a:t>
                      </a:r>
                      <a:endParaRPr lang="zh-CN" altLang="en-US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10681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/>
                        <a:t>hello</a:t>
                      </a:r>
                      <a:endParaRPr lang="zh-CN" altLang="en-US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361395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/>
                        <a:t>......</a:t>
                      </a:r>
                      <a:endParaRPr lang="zh-CN" altLang="en-US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04887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/>
                        <a:t>12</a:t>
                      </a:r>
                      <a:endParaRPr lang="zh-CN" altLang="en-US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0179668"/>
                  </a:ext>
                </a:extLst>
              </a:tr>
            </a:tbl>
          </a:graphicData>
        </a:graphic>
      </p:graphicFrame>
      <p:graphicFrame>
        <p:nvGraphicFramePr>
          <p:cNvPr id="6" name="表格 5"/>
          <p:cNvGraphicFramePr>
            <a:graphicFrameLocks noGrp="1"/>
          </p:cNvGraphicFramePr>
          <p:nvPr/>
        </p:nvGraphicFramePr>
        <p:xfrm>
          <a:off x="1979712" y="4293096"/>
          <a:ext cx="1656184" cy="1854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56184">
                  <a:extLst>
                    <a:ext uri="{9D8B030D-6E8A-4147-A177-3AD203B41FA5}">
                      <a16:colId xmlns:a16="http://schemas.microsoft.com/office/drawing/2014/main" val="228671264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zh-CN" altLang="en-US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015671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CN" altLang="en-US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685425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CN" altLang="en-US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64962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CN" altLang="en-US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176940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CN" altLang="en-US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75642091"/>
                  </a:ext>
                </a:extLst>
              </a:tr>
            </a:tbl>
          </a:graphicData>
        </a:graphic>
      </p:graphicFrame>
      <p:sp>
        <p:nvSpPr>
          <p:cNvPr id="7" name="文本框 6"/>
          <p:cNvSpPr txBox="1"/>
          <p:nvPr/>
        </p:nvSpPr>
        <p:spPr>
          <a:xfrm>
            <a:off x="560984" y="4179900"/>
            <a:ext cx="360040" cy="46166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CN" sz="2400"/>
              <a:t>x</a:t>
            </a:r>
            <a:endParaRPr lang="zh-CN" altLang="en-US" sz="2400"/>
          </a:p>
        </p:txBody>
      </p:sp>
      <p:cxnSp>
        <p:nvCxnSpPr>
          <p:cNvPr id="8" name="直接箭头连接符 7"/>
          <p:cNvCxnSpPr/>
          <p:nvPr/>
        </p:nvCxnSpPr>
        <p:spPr>
          <a:xfrm>
            <a:off x="921024" y="4441510"/>
            <a:ext cx="1057816" cy="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6" name="矩形 15"/>
          <p:cNvSpPr/>
          <p:nvPr/>
        </p:nvSpPr>
        <p:spPr>
          <a:xfrm>
            <a:off x="482442" y="3638330"/>
            <a:ext cx="8771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buClr>
                <a:srgbClr val="7030A0"/>
              </a:buClr>
              <a:buSzPct val="60000"/>
            </a:pPr>
            <a:r>
              <a:rPr lang="zh-CN" altLang="zh-CN">
                <a:solidFill>
                  <a:srgbClr val="245794"/>
                </a:solidFill>
                <a:latin typeface="+mn-ea"/>
              </a:rPr>
              <a:t>例如：</a:t>
            </a:r>
          </a:p>
        </p:txBody>
      </p:sp>
      <p:sp>
        <p:nvSpPr>
          <p:cNvPr id="17" name="矩形 16"/>
          <p:cNvSpPr/>
          <p:nvPr/>
        </p:nvSpPr>
        <p:spPr>
          <a:xfrm>
            <a:off x="5292080" y="1844824"/>
            <a:ext cx="3096344" cy="3693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285750" indent="-285750">
              <a:spcAft>
                <a:spcPts val="600"/>
              </a:spcAft>
              <a:buClr>
                <a:srgbClr val="7030A0"/>
              </a:buClr>
              <a:buSzPct val="60000"/>
              <a:buFont typeface="Arial" panose="020B0604020202020204" pitchFamily="34" charset="0"/>
              <a:buChar char="•"/>
            </a:pPr>
            <a:r>
              <a:rPr lang="en-US" altLang="zh-CN">
                <a:solidFill>
                  <a:srgbClr val="245794"/>
                </a:solidFill>
                <a:latin typeface="+mn-ea"/>
              </a:rPr>
              <a:t>type()</a:t>
            </a:r>
            <a:r>
              <a:rPr lang="zh-CN" altLang="en-US">
                <a:solidFill>
                  <a:srgbClr val="245794"/>
                </a:solidFill>
                <a:latin typeface="+mn-ea"/>
              </a:rPr>
              <a:t>：</a:t>
            </a:r>
            <a:r>
              <a:rPr lang="zh-CN" altLang="zh-CN">
                <a:solidFill>
                  <a:srgbClr val="245794"/>
                </a:solidFill>
                <a:latin typeface="+mn-ea"/>
              </a:rPr>
              <a:t> 查询变量的类型</a:t>
            </a:r>
            <a:endParaRPr lang="en-US" altLang="zh-CN">
              <a:solidFill>
                <a:srgbClr val="245794"/>
              </a:solidFill>
              <a:latin typeface="+mn-ea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5796136" y="2564904"/>
            <a:ext cx="1637928" cy="92333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r>
              <a:rPr lang="zh-CN" altLang="en-US"/>
              <a:t>&gt;&gt;&gt; x=3.14</a:t>
            </a:r>
          </a:p>
          <a:p>
            <a:r>
              <a:rPr lang="zh-CN" altLang="en-US"/>
              <a:t>&gt;&gt;&gt; type(x)</a:t>
            </a:r>
          </a:p>
          <a:p>
            <a:r>
              <a:rPr lang="zh-CN" altLang="en-US"/>
              <a:t>&lt;class '</a:t>
            </a:r>
            <a:r>
              <a:rPr lang="zh-CN" altLang="en-US">
                <a:solidFill>
                  <a:srgbClr val="FF0000"/>
                </a:solidFill>
              </a:rPr>
              <a:t>float</a:t>
            </a:r>
            <a:r>
              <a:rPr lang="zh-CN" altLang="en-US"/>
              <a:t>'&gt;</a:t>
            </a:r>
          </a:p>
        </p:txBody>
      </p:sp>
      <p:sp>
        <p:nvSpPr>
          <p:cNvPr id="19" name="矩形 18"/>
          <p:cNvSpPr/>
          <p:nvPr/>
        </p:nvSpPr>
        <p:spPr>
          <a:xfrm>
            <a:off x="5806720" y="3822427"/>
            <a:ext cx="1616760" cy="92333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r>
              <a:rPr lang="zh-CN" altLang="en-US"/>
              <a:t>&gt;&gt;&gt; x='hello'</a:t>
            </a:r>
          </a:p>
          <a:p>
            <a:r>
              <a:rPr lang="zh-CN" altLang="en-US"/>
              <a:t>&gt;&gt;&gt; type(x)</a:t>
            </a:r>
          </a:p>
          <a:p>
            <a:r>
              <a:rPr lang="zh-CN" altLang="en-US"/>
              <a:t>&lt;class '</a:t>
            </a:r>
            <a:r>
              <a:rPr lang="zh-CN" altLang="en-US">
                <a:solidFill>
                  <a:srgbClr val="FF0000"/>
                </a:solidFill>
              </a:rPr>
              <a:t>str</a:t>
            </a:r>
            <a:r>
              <a:rPr lang="zh-CN" altLang="en-US"/>
              <a:t>'&gt;</a:t>
            </a:r>
          </a:p>
        </p:txBody>
      </p:sp>
      <p:sp>
        <p:nvSpPr>
          <p:cNvPr id="20" name="矩形 19"/>
          <p:cNvSpPr/>
          <p:nvPr/>
        </p:nvSpPr>
        <p:spPr>
          <a:xfrm>
            <a:off x="5806720" y="5191632"/>
            <a:ext cx="1493912" cy="92333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r>
              <a:rPr lang="zh-CN" altLang="en-US"/>
              <a:t>&gt;&gt;&gt; x=12</a:t>
            </a:r>
          </a:p>
          <a:p>
            <a:r>
              <a:rPr lang="zh-CN" altLang="en-US"/>
              <a:t>&gt;&gt;&gt; type(x)</a:t>
            </a:r>
          </a:p>
          <a:p>
            <a:r>
              <a:rPr lang="zh-CN" altLang="en-US"/>
              <a:t>&lt;class '</a:t>
            </a:r>
            <a:r>
              <a:rPr lang="zh-CN" altLang="en-US">
                <a:solidFill>
                  <a:srgbClr val="FF0000"/>
                </a:solidFill>
              </a:rPr>
              <a:t>int</a:t>
            </a:r>
            <a:r>
              <a:rPr lang="zh-CN" altLang="en-US"/>
              <a:t>'&gt;</a:t>
            </a:r>
          </a:p>
        </p:txBody>
      </p:sp>
    </p:spTree>
    <p:extLst>
      <p:ext uri="{BB962C8B-B14F-4D97-AF65-F5344CB8AC3E}">
        <p14:creationId xmlns:p14="http://schemas.microsoft.com/office/powerpoint/2010/main" val="7451753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7" grpId="1" animBg="1"/>
      <p:bldP spid="17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b="1">
                <a:solidFill>
                  <a:srgbClr val="245794"/>
                </a:solidFill>
              </a:rPr>
              <a:t>（</a:t>
            </a:r>
            <a:r>
              <a:rPr lang="en-US" altLang="zh-CN" b="1">
                <a:solidFill>
                  <a:srgbClr val="245794"/>
                </a:solidFill>
              </a:rPr>
              <a:t>1</a:t>
            </a:r>
            <a:r>
              <a:rPr lang="zh-CN" altLang="zh-CN" b="1">
                <a:solidFill>
                  <a:srgbClr val="245794"/>
                </a:solidFill>
              </a:rPr>
              <a:t>）变量的数据类型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>
          <a:xfrm>
            <a:off x="251520" y="1723556"/>
            <a:ext cx="4032448" cy="1631047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  <a:buClr>
                <a:srgbClr val="7030A0"/>
              </a:buClr>
              <a:buSzPct val="60000"/>
            </a:pPr>
            <a:r>
              <a:rPr lang="en-US" altLang="zh-CN" sz="2000">
                <a:solidFill>
                  <a:srgbClr val="245794"/>
                </a:solidFill>
                <a:latin typeface="+mn-ea"/>
              </a:rPr>
              <a:t>Python</a:t>
            </a:r>
            <a:r>
              <a:rPr lang="zh-CN" altLang="zh-CN" sz="2000">
                <a:solidFill>
                  <a:srgbClr val="245794"/>
                </a:solidFill>
                <a:latin typeface="+mn-ea"/>
              </a:rPr>
              <a:t>语言是一种动态类型语言</a:t>
            </a:r>
            <a:endParaRPr lang="en-US" altLang="zh-CN" sz="2000">
              <a:solidFill>
                <a:srgbClr val="245794"/>
              </a:solidFill>
              <a:latin typeface="+mn-ea"/>
            </a:endParaRPr>
          </a:p>
          <a:p>
            <a:pPr>
              <a:spcAft>
                <a:spcPts val="600"/>
              </a:spcAft>
              <a:buClr>
                <a:srgbClr val="7030A0"/>
              </a:buClr>
              <a:buSzPct val="60000"/>
            </a:pPr>
            <a:r>
              <a:rPr lang="zh-CN" altLang="zh-CN" sz="2000">
                <a:solidFill>
                  <a:srgbClr val="245794"/>
                </a:solidFill>
                <a:latin typeface="+mn-ea"/>
              </a:rPr>
              <a:t>变量的数据类型是在给变量赋值时确定，对变量的</a:t>
            </a:r>
            <a:r>
              <a:rPr lang="zh-CN" altLang="zh-CN" sz="2000">
                <a:solidFill>
                  <a:srgbClr val="FF0000"/>
                </a:solidFill>
                <a:latin typeface="+mn-ea"/>
              </a:rPr>
              <a:t>每一次赋值</a:t>
            </a:r>
            <a:r>
              <a:rPr lang="zh-CN" altLang="zh-CN" sz="2000">
                <a:solidFill>
                  <a:srgbClr val="245794"/>
                </a:solidFill>
                <a:latin typeface="+mn-ea"/>
              </a:rPr>
              <a:t>，都</a:t>
            </a:r>
            <a:r>
              <a:rPr lang="zh-CN" altLang="zh-CN" sz="2000">
                <a:solidFill>
                  <a:srgbClr val="FF0000"/>
                </a:solidFill>
                <a:latin typeface="+mn-ea"/>
              </a:rPr>
              <a:t>可能改变</a:t>
            </a:r>
            <a:r>
              <a:rPr lang="zh-CN" altLang="zh-CN" sz="2000">
                <a:solidFill>
                  <a:srgbClr val="245794"/>
                </a:solidFill>
                <a:latin typeface="+mn-ea"/>
              </a:rPr>
              <a:t>变量的</a:t>
            </a:r>
            <a:r>
              <a:rPr lang="zh-CN" altLang="zh-CN" sz="2000">
                <a:solidFill>
                  <a:srgbClr val="FF0000"/>
                </a:solidFill>
                <a:latin typeface="+mn-ea"/>
              </a:rPr>
              <a:t>类型</a:t>
            </a:r>
            <a:r>
              <a:rPr lang="zh-CN" altLang="zh-CN" sz="2000">
                <a:solidFill>
                  <a:srgbClr val="245794"/>
                </a:solidFill>
                <a:latin typeface="+mn-ea"/>
              </a:rPr>
              <a:t>。</a:t>
            </a:r>
          </a:p>
        </p:txBody>
      </p:sp>
      <p:graphicFrame>
        <p:nvGraphicFramePr>
          <p:cNvPr id="5" name="表格 4"/>
          <p:cNvGraphicFramePr>
            <a:graphicFrameLocks noGrp="1"/>
          </p:cNvGraphicFramePr>
          <p:nvPr/>
        </p:nvGraphicFramePr>
        <p:xfrm>
          <a:off x="1965140" y="4284092"/>
          <a:ext cx="1656184" cy="1854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56184">
                  <a:extLst>
                    <a:ext uri="{9D8B030D-6E8A-4147-A177-3AD203B41FA5}">
                      <a16:colId xmlns:a16="http://schemas.microsoft.com/office/drawing/2014/main" val="26332752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/>
                        <a:t>3.14</a:t>
                      </a:r>
                      <a:endParaRPr lang="zh-CN" altLang="en-US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48671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/>
                        <a:t>......</a:t>
                      </a:r>
                      <a:endParaRPr lang="zh-CN" altLang="en-US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10681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/>
                        <a:t>hello</a:t>
                      </a:r>
                      <a:endParaRPr lang="zh-CN" altLang="en-US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361395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/>
                        <a:t>......</a:t>
                      </a:r>
                      <a:endParaRPr lang="zh-CN" altLang="en-US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04887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/>
                        <a:t>12</a:t>
                      </a:r>
                      <a:endParaRPr lang="zh-CN" altLang="en-US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0179668"/>
                  </a:ext>
                </a:extLst>
              </a:tr>
            </a:tbl>
          </a:graphicData>
        </a:graphic>
      </p:graphicFrame>
      <p:graphicFrame>
        <p:nvGraphicFramePr>
          <p:cNvPr id="6" name="表格 5"/>
          <p:cNvGraphicFramePr>
            <a:graphicFrameLocks noGrp="1"/>
          </p:cNvGraphicFramePr>
          <p:nvPr/>
        </p:nvGraphicFramePr>
        <p:xfrm>
          <a:off x="1979712" y="4293096"/>
          <a:ext cx="1656184" cy="1854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56184">
                  <a:extLst>
                    <a:ext uri="{9D8B030D-6E8A-4147-A177-3AD203B41FA5}">
                      <a16:colId xmlns:a16="http://schemas.microsoft.com/office/drawing/2014/main" val="228671264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zh-CN" altLang="en-US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015671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CN" altLang="en-US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685425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CN" altLang="en-US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64962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CN" altLang="en-US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176940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CN" altLang="en-US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75642091"/>
                  </a:ext>
                </a:extLst>
              </a:tr>
            </a:tbl>
          </a:graphicData>
        </a:graphic>
      </p:graphicFrame>
      <p:sp>
        <p:nvSpPr>
          <p:cNvPr id="7" name="文本框 6"/>
          <p:cNvSpPr txBox="1"/>
          <p:nvPr/>
        </p:nvSpPr>
        <p:spPr>
          <a:xfrm>
            <a:off x="560984" y="4179900"/>
            <a:ext cx="360040" cy="46166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CN" sz="2400"/>
              <a:t>x</a:t>
            </a:r>
            <a:endParaRPr lang="zh-CN" altLang="en-US" sz="2400"/>
          </a:p>
        </p:txBody>
      </p:sp>
      <p:cxnSp>
        <p:nvCxnSpPr>
          <p:cNvPr id="8" name="直接箭头连接符 7"/>
          <p:cNvCxnSpPr>
            <a:cxnSpLocks/>
            <a:endCxn id="6" idx="1"/>
          </p:cNvCxnSpPr>
          <p:nvPr/>
        </p:nvCxnSpPr>
        <p:spPr>
          <a:xfrm>
            <a:off x="921024" y="4441510"/>
            <a:ext cx="1058688" cy="778686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6" name="矩形 15"/>
          <p:cNvSpPr/>
          <p:nvPr/>
        </p:nvSpPr>
        <p:spPr>
          <a:xfrm>
            <a:off x="482442" y="3638330"/>
            <a:ext cx="8771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buClr>
                <a:srgbClr val="7030A0"/>
              </a:buClr>
              <a:buSzPct val="60000"/>
            </a:pPr>
            <a:r>
              <a:rPr lang="zh-CN" altLang="zh-CN">
                <a:solidFill>
                  <a:srgbClr val="245794"/>
                </a:solidFill>
                <a:latin typeface="+mn-ea"/>
              </a:rPr>
              <a:t>例如：</a:t>
            </a:r>
          </a:p>
        </p:txBody>
      </p:sp>
      <p:sp>
        <p:nvSpPr>
          <p:cNvPr id="17" name="矩形 16"/>
          <p:cNvSpPr/>
          <p:nvPr/>
        </p:nvSpPr>
        <p:spPr>
          <a:xfrm>
            <a:off x="5292080" y="1844824"/>
            <a:ext cx="3096344" cy="3693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285750" indent="-285750">
              <a:spcAft>
                <a:spcPts val="600"/>
              </a:spcAft>
              <a:buClr>
                <a:srgbClr val="7030A0"/>
              </a:buClr>
              <a:buSzPct val="60000"/>
              <a:buFont typeface="Arial" panose="020B0604020202020204" pitchFamily="34" charset="0"/>
              <a:buChar char="•"/>
            </a:pPr>
            <a:r>
              <a:rPr lang="en-US" altLang="zh-CN">
                <a:solidFill>
                  <a:srgbClr val="245794"/>
                </a:solidFill>
                <a:latin typeface="+mn-ea"/>
              </a:rPr>
              <a:t>type()</a:t>
            </a:r>
            <a:r>
              <a:rPr lang="zh-CN" altLang="en-US">
                <a:solidFill>
                  <a:srgbClr val="245794"/>
                </a:solidFill>
                <a:latin typeface="+mn-ea"/>
              </a:rPr>
              <a:t>：</a:t>
            </a:r>
            <a:r>
              <a:rPr lang="zh-CN" altLang="zh-CN">
                <a:solidFill>
                  <a:srgbClr val="245794"/>
                </a:solidFill>
                <a:latin typeface="+mn-ea"/>
              </a:rPr>
              <a:t> 查询变量的类型</a:t>
            </a:r>
            <a:endParaRPr lang="en-US" altLang="zh-CN">
              <a:solidFill>
                <a:srgbClr val="245794"/>
              </a:solidFill>
              <a:latin typeface="+mn-ea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5796136" y="2564904"/>
            <a:ext cx="1637928" cy="92333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r>
              <a:rPr lang="zh-CN" altLang="en-US"/>
              <a:t>&gt;&gt;&gt; x=3.14</a:t>
            </a:r>
          </a:p>
          <a:p>
            <a:r>
              <a:rPr lang="zh-CN" altLang="en-US"/>
              <a:t>&gt;&gt;&gt; type(x)</a:t>
            </a:r>
          </a:p>
          <a:p>
            <a:r>
              <a:rPr lang="zh-CN" altLang="en-US"/>
              <a:t>&lt;class '</a:t>
            </a:r>
            <a:r>
              <a:rPr lang="zh-CN" altLang="en-US">
                <a:solidFill>
                  <a:srgbClr val="FF0000"/>
                </a:solidFill>
              </a:rPr>
              <a:t>float</a:t>
            </a:r>
            <a:r>
              <a:rPr lang="zh-CN" altLang="en-US"/>
              <a:t>'&gt;</a:t>
            </a:r>
          </a:p>
        </p:txBody>
      </p:sp>
      <p:sp>
        <p:nvSpPr>
          <p:cNvPr id="19" name="矩形 18"/>
          <p:cNvSpPr/>
          <p:nvPr/>
        </p:nvSpPr>
        <p:spPr>
          <a:xfrm>
            <a:off x="5806720" y="3822427"/>
            <a:ext cx="1616760" cy="92333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r>
              <a:rPr lang="zh-CN" altLang="en-US"/>
              <a:t>&gt;&gt;&gt; x='hello'</a:t>
            </a:r>
          </a:p>
          <a:p>
            <a:r>
              <a:rPr lang="zh-CN" altLang="en-US"/>
              <a:t>&gt;&gt;&gt; type(x)</a:t>
            </a:r>
          </a:p>
          <a:p>
            <a:r>
              <a:rPr lang="zh-CN" altLang="en-US"/>
              <a:t>&lt;class '</a:t>
            </a:r>
            <a:r>
              <a:rPr lang="zh-CN" altLang="en-US">
                <a:solidFill>
                  <a:srgbClr val="FF0000"/>
                </a:solidFill>
              </a:rPr>
              <a:t>str</a:t>
            </a:r>
            <a:r>
              <a:rPr lang="zh-CN" altLang="en-US"/>
              <a:t>'&gt;</a:t>
            </a:r>
          </a:p>
        </p:txBody>
      </p:sp>
      <p:sp>
        <p:nvSpPr>
          <p:cNvPr id="20" name="矩形 19"/>
          <p:cNvSpPr/>
          <p:nvPr/>
        </p:nvSpPr>
        <p:spPr>
          <a:xfrm>
            <a:off x="5806720" y="5191632"/>
            <a:ext cx="1493912" cy="92333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r>
              <a:rPr lang="zh-CN" altLang="en-US"/>
              <a:t>&gt;&gt;&gt; x=12</a:t>
            </a:r>
          </a:p>
          <a:p>
            <a:r>
              <a:rPr lang="zh-CN" altLang="en-US"/>
              <a:t>&gt;&gt;&gt; type(x)</a:t>
            </a:r>
          </a:p>
          <a:p>
            <a:r>
              <a:rPr lang="zh-CN" altLang="en-US"/>
              <a:t>&lt;class '</a:t>
            </a:r>
            <a:r>
              <a:rPr lang="zh-CN" altLang="en-US">
                <a:solidFill>
                  <a:srgbClr val="FF0000"/>
                </a:solidFill>
              </a:rPr>
              <a:t>int</a:t>
            </a:r>
            <a:r>
              <a:rPr lang="zh-CN" altLang="en-US"/>
              <a:t>'&gt;</a:t>
            </a:r>
          </a:p>
        </p:txBody>
      </p:sp>
    </p:spTree>
    <p:extLst>
      <p:ext uri="{BB962C8B-B14F-4D97-AF65-F5344CB8AC3E}">
        <p14:creationId xmlns:p14="http://schemas.microsoft.com/office/powerpoint/2010/main" val="13769502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7" grpId="1" animBg="1"/>
      <p:bldP spid="17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b="1">
                <a:solidFill>
                  <a:srgbClr val="245794"/>
                </a:solidFill>
              </a:rPr>
              <a:t>（</a:t>
            </a:r>
            <a:r>
              <a:rPr lang="en-US" altLang="zh-CN" b="1">
                <a:solidFill>
                  <a:srgbClr val="245794"/>
                </a:solidFill>
              </a:rPr>
              <a:t>1</a:t>
            </a:r>
            <a:r>
              <a:rPr lang="zh-CN" altLang="zh-CN" b="1">
                <a:solidFill>
                  <a:srgbClr val="245794"/>
                </a:solidFill>
              </a:rPr>
              <a:t>）变量的数据类型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>
          <a:xfrm>
            <a:off x="251520" y="1723556"/>
            <a:ext cx="4032448" cy="1631047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  <a:buClr>
                <a:srgbClr val="7030A0"/>
              </a:buClr>
              <a:buSzPct val="60000"/>
            </a:pPr>
            <a:r>
              <a:rPr lang="en-US" altLang="zh-CN" sz="2000">
                <a:solidFill>
                  <a:srgbClr val="245794"/>
                </a:solidFill>
                <a:latin typeface="+mn-ea"/>
              </a:rPr>
              <a:t>Python</a:t>
            </a:r>
            <a:r>
              <a:rPr lang="zh-CN" altLang="zh-CN" sz="2000">
                <a:solidFill>
                  <a:srgbClr val="245794"/>
                </a:solidFill>
                <a:latin typeface="+mn-ea"/>
              </a:rPr>
              <a:t>语言是一种动态类型语言</a:t>
            </a:r>
            <a:endParaRPr lang="en-US" altLang="zh-CN" sz="2000">
              <a:solidFill>
                <a:srgbClr val="245794"/>
              </a:solidFill>
              <a:latin typeface="+mn-ea"/>
            </a:endParaRPr>
          </a:p>
          <a:p>
            <a:pPr>
              <a:spcAft>
                <a:spcPts val="600"/>
              </a:spcAft>
              <a:buClr>
                <a:srgbClr val="7030A0"/>
              </a:buClr>
              <a:buSzPct val="60000"/>
            </a:pPr>
            <a:r>
              <a:rPr lang="zh-CN" altLang="zh-CN" sz="2000">
                <a:solidFill>
                  <a:srgbClr val="245794"/>
                </a:solidFill>
                <a:latin typeface="+mn-ea"/>
              </a:rPr>
              <a:t>变量的数据类型是在给变量赋值时确定，对变量的</a:t>
            </a:r>
            <a:r>
              <a:rPr lang="zh-CN" altLang="zh-CN" sz="2000">
                <a:solidFill>
                  <a:srgbClr val="FF0000"/>
                </a:solidFill>
                <a:latin typeface="+mn-ea"/>
              </a:rPr>
              <a:t>每一次赋值</a:t>
            </a:r>
            <a:r>
              <a:rPr lang="zh-CN" altLang="zh-CN" sz="2000">
                <a:solidFill>
                  <a:srgbClr val="245794"/>
                </a:solidFill>
                <a:latin typeface="+mn-ea"/>
              </a:rPr>
              <a:t>，都</a:t>
            </a:r>
            <a:r>
              <a:rPr lang="zh-CN" altLang="zh-CN" sz="2000">
                <a:solidFill>
                  <a:srgbClr val="FF0000"/>
                </a:solidFill>
                <a:latin typeface="+mn-ea"/>
              </a:rPr>
              <a:t>可能改变</a:t>
            </a:r>
            <a:r>
              <a:rPr lang="zh-CN" altLang="zh-CN" sz="2000">
                <a:solidFill>
                  <a:srgbClr val="245794"/>
                </a:solidFill>
                <a:latin typeface="+mn-ea"/>
              </a:rPr>
              <a:t>变量的</a:t>
            </a:r>
            <a:r>
              <a:rPr lang="zh-CN" altLang="zh-CN" sz="2000">
                <a:solidFill>
                  <a:srgbClr val="FF0000"/>
                </a:solidFill>
                <a:latin typeface="+mn-ea"/>
              </a:rPr>
              <a:t>类型</a:t>
            </a:r>
            <a:r>
              <a:rPr lang="zh-CN" altLang="zh-CN" sz="2000">
                <a:solidFill>
                  <a:srgbClr val="245794"/>
                </a:solidFill>
                <a:latin typeface="+mn-ea"/>
              </a:rPr>
              <a:t>。</a:t>
            </a:r>
          </a:p>
        </p:txBody>
      </p:sp>
      <p:graphicFrame>
        <p:nvGraphicFramePr>
          <p:cNvPr id="5" name="表格 4"/>
          <p:cNvGraphicFramePr>
            <a:graphicFrameLocks noGrp="1"/>
          </p:cNvGraphicFramePr>
          <p:nvPr/>
        </p:nvGraphicFramePr>
        <p:xfrm>
          <a:off x="1965140" y="4284092"/>
          <a:ext cx="1656184" cy="1854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56184">
                  <a:extLst>
                    <a:ext uri="{9D8B030D-6E8A-4147-A177-3AD203B41FA5}">
                      <a16:colId xmlns:a16="http://schemas.microsoft.com/office/drawing/2014/main" val="26332752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/>
                        <a:t>3.14</a:t>
                      </a:r>
                      <a:endParaRPr lang="zh-CN" altLang="en-US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48671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/>
                        <a:t>......</a:t>
                      </a:r>
                      <a:endParaRPr lang="zh-CN" altLang="en-US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10681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/>
                        <a:t>hello</a:t>
                      </a:r>
                      <a:endParaRPr lang="zh-CN" altLang="en-US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361395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/>
                        <a:t>......</a:t>
                      </a:r>
                      <a:endParaRPr lang="zh-CN" altLang="en-US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04887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/>
                        <a:t>12</a:t>
                      </a:r>
                      <a:endParaRPr lang="zh-CN" altLang="en-US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0179668"/>
                  </a:ext>
                </a:extLst>
              </a:tr>
            </a:tbl>
          </a:graphicData>
        </a:graphic>
      </p:graphicFrame>
      <p:graphicFrame>
        <p:nvGraphicFramePr>
          <p:cNvPr id="6" name="表格 5"/>
          <p:cNvGraphicFramePr>
            <a:graphicFrameLocks noGrp="1"/>
          </p:cNvGraphicFramePr>
          <p:nvPr/>
        </p:nvGraphicFramePr>
        <p:xfrm>
          <a:off x="1979712" y="4293096"/>
          <a:ext cx="1656184" cy="1854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56184">
                  <a:extLst>
                    <a:ext uri="{9D8B030D-6E8A-4147-A177-3AD203B41FA5}">
                      <a16:colId xmlns:a16="http://schemas.microsoft.com/office/drawing/2014/main" val="228671264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zh-CN" altLang="en-US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015671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CN" altLang="en-US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685425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CN" altLang="en-US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64962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CN" altLang="en-US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176940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CN" altLang="en-US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75642091"/>
                  </a:ext>
                </a:extLst>
              </a:tr>
            </a:tbl>
          </a:graphicData>
        </a:graphic>
      </p:graphicFrame>
      <p:sp>
        <p:nvSpPr>
          <p:cNvPr id="7" name="文本框 6"/>
          <p:cNvSpPr txBox="1"/>
          <p:nvPr/>
        </p:nvSpPr>
        <p:spPr>
          <a:xfrm>
            <a:off x="560984" y="4179900"/>
            <a:ext cx="360040" cy="46166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CN" sz="2400"/>
              <a:t>x</a:t>
            </a:r>
            <a:endParaRPr lang="zh-CN" altLang="en-US" sz="2400"/>
          </a:p>
        </p:txBody>
      </p:sp>
      <p:cxnSp>
        <p:nvCxnSpPr>
          <p:cNvPr id="8" name="直接箭头连接符 7"/>
          <p:cNvCxnSpPr>
            <a:cxnSpLocks/>
          </p:cNvCxnSpPr>
          <p:nvPr/>
        </p:nvCxnSpPr>
        <p:spPr>
          <a:xfrm>
            <a:off x="921024" y="4441510"/>
            <a:ext cx="1044116" cy="1363754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6" name="矩形 15"/>
          <p:cNvSpPr/>
          <p:nvPr/>
        </p:nvSpPr>
        <p:spPr>
          <a:xfrm>
            <a:off x="482442" y="3638330"/>
            <a:ext cx="8771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buClr>
                <a:srgbClr val="7030A0"/>
              </a:buClr>
              <a:buSzPct val="60000"/>
            </a:pPr>
            <a:r>
              <a:rPr lang="zh-CN" altLang="zh-CN">
                <a:solidFill>
                  <a:srgbClr val="245794"/>
                </a:solidFill>
                <a:latin typeface="+mn-ea"/>
              </a:rPr>
              <a:t>例如：</a:t>
            </a:r>
          </a:p>
        </p:txBody>
      </p:sp>
      <p:sp>
        <p:nvSpPr>
          <p:cNvPr id="17" name="矩形 16"/>
          <p:cNvSpPr/>
          <p:nvPr/>
        </p:nvSpPr>
        <p:spPr>
          <a:xfrm>
            <a:off x="5292080" y="1844824"/>
            <a:ext cx="3096344" cy="3693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285750" indent="-285750">
              <a:spcAft>
                <a:spcPts val="600"/>
              </a:spcAft>
              <a:buClr>
                <a:srgbClr val="7030A0"/>
              </a:buClr>
              <a:buSzPct val="60000"/>
              <a:buFont typeface="Arial" panose="020B0604020202020204" pitchFamily="34" charset="0"/>
              <a:buChar char="•"/>
            </a:pPr>
            <a:r>
              <a:rPr lang="en-US" altLang="zh-CN">
                <a:solidFill>
                  <a:srgbClr val="245794"/>
                </a:solidFill>
                <a:latin typeface="+mn-ea"/>
              </a:rPr>
              <a:t>type()</a:t>
            </a:r>
            <a:r>
              <a:rPr lang="zh-CN" altLang="en-US">
                <a:solidFill>
                  <a:srgbClr val="245794"/>
                </a:solidFill>
                <a:latin typeface="+mn-ea"/>
              </a:rPr>
              <a:t>：</a:t>
            </a:r>
            <a:r>
              <a:rPr lang="zh-CN" altLang="zh-CN">
                <a:solidFill>
                  <a:srgbClr val="245794"/>
                </a:solidFill>
                <a:latin typeface="+mn-ea"/>
              </a:rPr>
              <a:t> 查询变量的类型</a:t>
            </a:r>
            <a:endParaRPr lang="en-US" altLang="zh-CN">
              <a:solidFill>
                <a:srgbClr val="245794"/>
              </a:solidFill>
              <a:latin typeface="+mn-ea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5796136" y="2564904"/>
            <a:ext cx="1637928" cy="92333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r>
              <a:rPr lang="zh-CN" altLang="en-US"/>
              <a:t>&gt;&gt;&gt; x=3.14</a:t>
            </a:r>
          </a:p>
          <a:p>
            <a:r>
              <a:rPr lang="zh-CN" altLang="en-US"/>
              <a:t>&gt;&gt;&gt; type(x)</a:t>
            </a:r>
          </a:p>
          <a:p>
            <a:r>
              <a:rPr lang="zh-CN" altLang="en-US"/>
              <a:t>&lt;class '</a:t>
            </a:r>
            <a:r>
              <a:rPr lang="zh-CN" altLang="en-US">
                <a:solidFill>
                  <a:srgbClr val="FF0000"/>
                </a:solidFill>
              </a:rPr>
              <a:t>float</a:t>
            </a:r>
            <a:r>
              <a:rPr lang="zh-CN" altLang="en-US"/>
              <a:t>'&gt;</a:t>
            </a:r>
          </a:p>
        </p:txBody>
      </p:sp>
      <p:sp>
        <p:nvSpPr>
          <p:cNvPr id="19" name="矩形 18"/>
          <p:cNvSpPr/>
          <p:nvPr/>
        </p:nvSpPr>
        <p:spPr>
          <a:xfrm>
            <a:off x="5806720" y="3822427"/>
            <a:ext cx="1616760" cy="92333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r>
              <a:rPr lang="zh-CN" altLang="en-US"/>
              <a:t>&gt;&gt;&gt; x='hello'</a:t>
            </a:r>
          </a:p>
          <a:p>
            <a:r>
              <a:rPr lang="zh-CN" altLang="en-US"/>
              <a:t>&gt;&gt;&gt; type(x)</a:t>
            </a:r>
          </a:p>
          <a:p>
            <a:r>
              <a:rPr lang="zh-CN" altLang="en-US"/>
              <a:t>&lt;class '</a:t>
            </a:r>
            <a:r>
              <a:rPr lang="zh-CN" altLang="en-US">
                <a:solidFill>
                  <a:srgbClr val="FF0000"/>
                </a:solidFill>
              </a:rPr>
              <a:t>str</a:t>
            </a:r>
            <a:r>
              <a:rPr lang="zh-CN" altLang="en-US"/>
              <a:t>'&gt;</a:t>
            </a:r>
          </a:p>
        </p:txBody>
      </p:sp>
      <p:sp>
        <p:nvSpPr>
          <p:cNvPr id="20" name="矩形 19"/>
          <p:cNvSpPr/>
          <p:nvPr/>
        </p:nvSpPr>
        <p:spPr>
          <a:xfrm>
            <a:off x="5806720" y="5191632"/>
            <a:ext cx="1493912" cy="92333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r>
              <a:rPr lang="zh-CN" altLang="en-US"/>
              <a:t>&gt;&gt;&gt; x=12</a:t>
            </a:r>
          </a:p>
          <a:p>
            <a:r>
              <a:rPr lang="zh-CN" altLang="en-US"/>
              <a:t>&gt;&gt;&gt; type(x)</a:t>
            </a:r>
          </a:p>
          <a:p>
            <a:r>
              <a:rPr lang="zh-CN" altLang="en-US"/>
              <a:t>&lt;class '</a:t>
            </a:r>
            <a:r>
              <a:rPr lang="zh-CN" altLang="en-US">
                <a:solidFill>
                  <a:srgbClr val="FF0000"/>
                </a:solidFill>
              </a:rPr>
              <a:t>int</a:t>
            </a:r>
            <a:r>
              <a:rPr lang="zh-CN" altLang="en-US"/>
              <a:t>'&gt;</a:t>
            </a:r>
          </a:p>
        </p:txBody>
      </p:sp>
    </p:spTree>
    <p:extLst>
      <p:ext uri="{BB962C8B-B14F-4D97-AF65-F5344CB8AC3E}">
        <p14:creationId xmlns:p14="http://schemas.microsoft.com/office/powerpoint/2010/main" val="30610753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7" grpId="1" animBg="1"/>
      <p:bldP spid="17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18</a:t>
            </a:fld>
            <a:endParaRPr lang="zh-CN" altLang="en-US"/>
          </a:p>
        </p:txBody>
      </p:sp>
      <p:sp>
        <p:nvSpPr>
          <p:cNvPr id="6" name="文本框 5"/>
          <p:cNvSpPr txBox="1"/>
          <p:nvPr>
            <p:custDataLst>
              <p:tags r:id="rId2"/>
            </p:custDataLst>
          </p:nvPr>
        </p:nvSpPr>
        <p:spPr>
          <a:xfrm>
            <a:off x="1515053" y="920510"/>
            <a:ext cx="4593704" cy="175839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4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x=56</a:t>
            </a:r>
          </a:p>
          <a:p>
            <a:r>
              <a:rPr lang="en-US" altLang="zh-CN" sz="24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x=98.2</a:t>
            </a:r>
          </a:p>
          <a:p>
            <a:r>
              <a:rPr lang="en-US" altLang="zh-CN" sz="24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x="89.2"</a:t>
            </a:r>
          </a:p>
          <a:p>
            <a:r>
              <a:rPr lang="en-US" altLang="zh-CN" sz="24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type(x)</a:t>
            </a:r>
            <a:r>
              <a:rPr lang="zh-CN" altLang="en-US" sz="24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的结果是（   ）。</a:t>
            </a:r>
          </a:p>
        </p:txBody>
      </p:sp>
      <p:sp>
        <p:nvSpPr>
          <p:cNvPr id="7" name="文本框 6"/>
          <p:cNvSpPr txBox="1"/>
          <p:nvPr>
            <p:custDataLst>
              <p:tags r:id="rId3"/>
            </p:custDataLst>
          </p:nvPr>
        </p:nvSpPr>
        <p:spPr>
          <a:xfrm>
            <a:off x="1828800" y="2786063"/>
            <a:ext cx="27432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400"/>
              <a:t>&lt;class '</a:t>
            </a:r>
            <a:r>
              <a:rPr lang="zh-CN" altLang="en-US" sz="2400">
                <a:solidFill>
                  <a:srgbClr val="FF0000"/>
                </a:solidFill>
              </a:rPr>
              <a:t>str</a:t>
            </a:r>
            <a:r>
              <a:rPr lang="zh-CN" altLang="en-US" sz="2400"/>
              <a:t>'&gt;</a:t>
            </a:r>
          </a:p>
        </p:txBody>
      </p:sp>
      <p:sp>
        <p:nvSpPr>
          <p:cNvPr id="8" name="文本框 7"/>
          <p:cNvSpPr txBox="1"/>
          <p:nvPr>
            <p:custDataLst>
              <p:tags r:id="rId4"/>
            </p:custDataLst>
          </p:nvPr>
        </p:nvSpPr>
        <p:spPr>
          <a:xfrm>
            <a:off x="1828800" y="3643313"/>
            <a:ext cx="27432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400"/>
              <a:t>&lt;class '</a:t>
            </a:r>
            <a:r>
              <a:rPr lang="zh-CN" altLang="en-US" sz="2400">
                <a:solidFill>
                  <a:srgbClr val="FF0000"/>
                </a:solidFill>
              </a:rPr>
              <a:t>float</a:t>
            </a:r>
            <a:r>
              <a:rPr lang="zh-CN" altLang="en-US" sz="2400"/>
              <a:t>'&gt;</a:t>
            </a:r>
          </a:p>
        </p:txBody>
      </p:sp>
      <p:sp>
        <p:nvSpPr>
          <p:cNvPr id="9" name="文本框 8"/>
          <p:cNvSpPr txBox="1"/>
          <p:nvPr>
            <p:custDataLst>
              <p:tags r:id="rId5"/>
            </p:custDataLst>
          </p:nvPr>
        </p:nvSpPr>
        <p:spPr>
          <a:xfrm>
            <a:off x="1828800" y="4500563"/>
            <a:ext cx="27432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400"/>
              <a:t>&lt;class '</a:t>
            </a:r>
            <a:r>
              <a:rPr lang="zh-CN" altLang="en-US" sz="2400">
                <a:solidFill>
                  <a:srgbClr val="FF0000"/>
                </a:solidFill>
              </a:rPr>
              <a:t>int</a:t>
            </a:r>
            <a:r>
              <a:rPr lang="zh-CN" altLang="en-US" sz="2400"/>
              <a:t>'&gt;</a:t>
            </a:r>
          </a:p>
        </p:txBody>
      </p:sp>
      <p:sp>
        <p:nvSpPr>
          <p:cNvPr id="10" name="文本框 9"/>
          <p:cNvSpPr txBox="1"/>
          <p:nvPr>
            <p:custDataLst>
              <p:tags r:id="rId6"/>
            </p:custDataLst>
          </p:nvPr>
        </p:nvSpPr>
        <p:spPr>
          <a:xfrm>
            <a:off x="1828800" y="5357813"/>
            <a:ext cx="27432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4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报错</a:t>
            </a: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114425" y="2850356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114425" y="370760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3" name="椭圆 12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114425" y="456485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4" name="椭圆 13"/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1114425" y="542210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5" name="圆角矩形 14"/>
          <p:cNvSpPr/>
          <p:nvPr>
            <p:custDataLst>
              <p:tags r:id="rId11"/>
            </p:custDataLst>
          </p:nvPr>
        </p:nvSpPr>
        <p:spPr>
          <a:xfrm>
            <a:off x="6172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</a:p>
        </p:txBody>
      </p:sp>
      <p:grpSp>
        <p:nvGrpSpPr>
          <p:cNvPr id="20" name="组合 19"/>
          <p:cNvGrpSpPr/>
          <p:nvPr>
            <p:custDataLst>
              <p:tags r:id="rId12"/>
            </p:custDataLst>
          </p:nvPr>
        </p:nvGrpSpPr>
        <p:grpSpPr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16" name="TitleBackground"/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ColorBlock"/>
            <p:cNvSpPr/>
            <p:nvPr>
              <p:custDataLst>
                <p:tags r:id="rId15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TypeText"/>
            <p:cNvSpPr txBox="1"/>
            <p:nvPr>
              <p:custDataLst>
                <p:tags r:id="rId16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</a:p>
          </p:txBody>
        </p:sp>
        <p:sp>
          <p:nvSpPr>
            <p:cNvPr id="19" name="TipText"/>
            <p:cNvSpPr txBox="1"/>
            <p:nvPr>
              <p:custDataLst>
                <p:tags r:id="rId17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5" name="图片 4"/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0878337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2.1.1  </a:t>
            </a:r>
            <a:r>
              <a:rPr lang="zh-CN" altLang="en-US">
                <a:sym typeface="+mn-ea"/>
              </a:rPr>
              <a:t>常量与变量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fontAlgn="auto">
              <a:lnSpc>
                <a:spcPct val="150000"/>
              </a:lnSpc>
            </a:pPr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赋值语句的执行过程是：首先把等号右侧表达式的值计算出来，然后在内存中寻找一个位置把值存放进去，最后创建变量并</a:t>
            </a:r>
            <a:r>
              <a:rPr lang="en-US" altLang="zh-CN" sz="2000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指向</a:t>
            </a:r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这个内存地址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。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&gt;&gt;&gt; 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x = 3</a:t>
            </a:r>
          </a:p>
          <a:p>
            <a:pPr marL="0" indent="0">
              <a:lnSpc>
                <a:spcPct val="150000"/>
              </a:lnSpc>
              <a:buNone/>
            </a:pP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fontAlgn="auto">
              <a:lnSpc>
                <a:spcPct val="150000"/>
              </a:lnSpc>
            </a:pPr>
            <a:r>
              <a:rPr lang="en-US" altLang="zh-CN" sz="2000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Python中的变量并不直接存储值，而是存储了值的内存地址或者引用</a:t>
            </a:r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，这也是变量类型随时可以改变的原因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。</a:t>
            </a:r>
            <a:endParaRPr 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19</a:t>
            </a:fld>
            <a:endParaRPr lang="zh-CN" altLang="en-US"/>
          </a:p>
        </p:txBody>
      </p:sp>
      <p:graphicFrame>
        <p:nvGraphicFramePr>
          <p:cNvPr id="28676" name="图片 82"/>
          <p:cNvGraphicFramePr>
            <a:graphicFrameLocks noChangeAspect="1"/>
          </p:cNvGraphicFramePr>
          <p:nvPr/>
        </p:nvGraphicFramePr>
        <p:xfrm>
          <a:off x="4313556" y="2969261"/>
          <a:ext cx="3243066" cy="1306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01" r:id="rId3" imgW="2546350" imgH="751840" progId="Visio.Drawing.11">
                  <p:embed/>
                </p:oleObj>
              </mc:Choice>
              <mc:Fallback>
                <p:oleObj r:id="rId3" imgW="2546350" imgH="751840" progId="Visio.Drawing.11">
                  <p:embed/>
                  <p:pic>
                    <p:nvPicPr>
                      <p:cNvPr id="28676" name="图片 82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313556" y="2969261"/>
                        <a:ext cx="3243066" cy="13063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8017513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b="1">
                <a:solidFill>
                  <a:srgbClr val="245794"/>
                </a:solidFill>
              </a:rPr>
              <a:t>（</a:t>
            </a:r>
            <a:r>
              <a:rPr lang="en-US" altLang="zh-CN" b="1">
                <a:solidFill>
                  <a:srgbClr val="245794"/>
                </a:solidFill>
              </a:rPr>
              <a:t>2</a:t>
            </a:r>
            <a:r>
              <a:rPr lang="zh-CN" altLang="zh-CN" b="1">
                <a:solidFill>
                  <a:srgbClr val="245794"/>
                </a:solidFill>
              </a:rPr>
              <a:t>）变量与地址的关系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1185743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zh-CN" sz="1800">
                <a:solidFill>
                  <a:srgbClr val="245794"/>
                </a:solidFill>
                <a:latin typeface="+mn-ea"/>
              </a:rPr>
              <a:t>Python</a:t>
            </a:r>
            <a:r>
              <a:rPr lang="zh-CN" altLang="zh-CN" sz="1800">
                <a:solidFill>
                  <a:srgbClr val="245794"/>
                </a:solidFill>
                <a:latin typeface="+mn-ea"/>
              </a:rPr>
              <a:t>语言采用</a:t>
            </a:r>
            <a:r>
              <a:rPr lang="zh-CN" altLang="zh-CN" sz="1800">
                <a:solidFill>
                  <a:srgbClr val="FF0000"/>
                </a:solidFill>
                <a:latin typeface="+mn-ea"/>
              </a:rPr>
              <a:t>基于值</a:t>
            </a:r>
            <a:r>
              <a:rPr lang="zh-CN" altLang="zh-CN" sz="1800">
                <a:solidFill>
                  <a:srgbClr val="245794"/>
                </a:solidFill>
                <a:latin typeface="+mn-ea"/>
              </a:rPr>
              <a:t>的内存管理方式，不同的值分配不同的内存空间。</a:t>
            </a:r>
            <a:endParaRPr lang="en-US" altLang="zh-CN" sz="1800">
              <a:solidFill>
                <a:srgbClr val="245794"/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1800">
                <a:solidFill>
                  <a:srgbClr val="245794"/>
                </a:solidFill>
                <a:latin typeface="+mn-ea"/>
              </a:rPr>
              <a:t>Python</a:t>
            </a:r>
            <a:r>
              <a:rPr lang="zh-CN" altLang="zh-CN" sz="1800">
                <a:solidFill>
                  <a:srgbClr val="245794"/>
                </a:solidFill>
                <a:latin typeface="+mn-ea"/>
              </a:rPr>
              <a:t>变量是对内存中存储的某个数据的</a:t>
            </a:r>
            <a:r>
              <a:rPr lang="zh-CN" altLang="zh-CN" sz="1800">
                <a:solidFill>
                  <a:srgbClr val="FF0000"/>
                </a:solidFill>
                <a:latin typeface="+mn-ea"/>
              </a:rPr>
              <a:t>引用（</a:t>
            </a:r>
            <a:r>
              <a:rPr lang="en-US" altLang="zh-CN" sz="1800">
                <a:solidFill>
                  <a:srgbClr val="FF0000"/>
                </a:solidFill>
                <a:latin typeface="+mn-ea"/>
              </a:rPr>
              <a:t>reference</a:t>
            </a:r>
            <a:r>
              <a:rPr lang="zh-CN" altLang="zh-CN" sz="1800">
                <a:solidFill>
                  <a:srgbClr val="FF0000"/>
                </a:solidFill>
                <a:latin typeface="+mn-ea"/>
              </a:rPr>
              <a:t>）</a:t>
            </a:r>
            <a:endParaRPr lang="zh-CN" altLang="zh-CN" sz="1800">
              <a:solidFill>
                <a:srgbClr val="245794"/>
              </a:solidFill>
              <a:latin typeface="+mn-ea"/>
            </a:endParaRPr>
          </a:p>
        </p:txBody>
      </p:sp>
      <p:graphicFrame>
        <p:nvGraphicFramePr>
          <p:cNvPr id="5" name="表格 4"/>
          <p:cNvGraphicFramePr>
            <a:graphicFrameLocks noGrp="1"/>
          </p:cNvGraphicFramePr>
          <p:nvPr/>
        </p:nvGraphicFramePr>
        <p:xfrm>
          <a:off x="1827092" y="4037248"/>
          <a:ext cx="1656184" cy="1854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56184">
                  <a:extLst>
                    <a:ext uri="{9D8B030D-6E8A-4147-A177-3AD203B41FA5}">
                      <a16:colId xmlns:a16="http://schemas.microsoft.com/office/drawing/2014/main" val="26332752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/>
                        <a:t>3.14</a:t>
                      </a:r>
                      <a:endParaRPr lang="zh-CN" altLang="en-US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48671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/>
                        <a:t>......</a:t>
                      </a:r>
                      <a:endParaRPr lang="zh-CN" altLang="en-US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10681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/>
                        <a:t>hello</a:t>
                      </a:r>
                      <a:endParaRPr lang="zh-CN" altLang="en-US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361395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/>
                        <a:t>......</a:t>
                      </a:r>
                      <a:endParaRPr lang="zh-CN" altLang="en-US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04887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/>
                        <a:t>12</a:t>
                      </a:r>
                      <a:endParaRPr lang="zh-CN" altLang="en-US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0179668"/>
                  </a:ext>
                </a:extLst>
              </a:tr>
            </a:tbl>
          </a:graphicData>
        </a:graphic>
      </p:graphicFrame>
      <p:graphicFrame>
        <p:nvGraphicFramePr>
          <p:cNvPr id="6" name="表格 5"/>
          <p:cNvGraphicFramePr>
            <a:graphicFrameLocks noGrp="1"/>
          </p:cNvGraphicFramePr>
          <p:nvPr/>
        </p:nvGraphicFramePr>
        <p:xfrm>
          <a:off x="1841664" y="4046252"/>
          <a:ext cx="1656184" cy="1854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56184">
                  <a:extLst>
                    <a:ext uri="{9D8B030D-6E8A-4147-A177-3AD203B41FA5}">
                      <a16:colId xmlns:a16="http://schemas.microsoft.com/office/drawing/2014/main" val="228671264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zh-CN" altLang="en-US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015671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CN" altLang="en-US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685425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CN" altLang="en-US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64962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CN" altLang="en-US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176940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CN" altLang="en-US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75642091"/>
                  </a:ext>
                </a:extLst>
              </a:tr>
            </a:tbl>
          </a:graphicData>
        </a:graphic>
      </p:graphicFrame>
      <p:graphicFrame>
        <p:nvGraphicFramePr>
          <p:cNvPr id="9" name="表格 8"/>
          <p:cNvGraphicFramePr>
            <a:graphicFrameLocks noGrp="1"/>
          </p:cNvGraphicFramePr>
          <p:nvPr/>
        </p:nvGraphicFramePr>
        <p:xfrm>
          <a:off x="4145048" y="4037248"/>
          <a:ext cx="1368152" cy="1854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68152">
                  <a:extLst>
                    <a:ext uri="{9D8B030D-6E8A-4147-A177-3AD203B41FA5}">
                      <a16:colId xmlns:a16="http://schemas.microsoft.com/office/drawing/2014/main" val="228671264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/>
                        <a:t>63606304</a:t>
                      </a:r>
                      <a:endParaRPr lang="zh-CN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ash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015671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/>
                        <a:t>......</a:t>
                      </a:r>
                      <a:endParaRPr lang="zh-CN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ash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85425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CN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ash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64962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/>
                        <a:t>.......</a:t>
                      </a:r>
                      <a:endParaRPr lang="zh-CN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ash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73939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ash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5642091"/>
                  </a:ext>
                </a:extLst>
              </a:tr>
            </a:tbl>
          </a:graphicData>
        </a:graphic>
      </p:graphicFrame>
      <p:cxnSp>
        <p:nvCxnSpPr>
          <p:cNvPr id="10" name="直接箭头连接符 9"/>
          <p:cNvCxnSpPr/>
          <p:nvPr/>
        </p:nvCxnSpPr>
        <p:spPr>
          <a:xfrm flipH="1">
            <a:off x="3496976" y="4253272"/>
            <a:ext cx="576064" cy="0"/>
          </a:xfrm>
          <a:prstGeom prst="straightConnector1">
            <a:avLst/>
          </a:prstGeom>
          <a:ln w="19050">
            <a:solidFill>
              <a:schemeClr val="accent2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箭头连接符 10"/>
          <p:cNvCxnSpPr/>
          <p:nvPr/>
        </p:nvCxnSpPr>
        <p:spPr>
          <a:xfrm flipH="1">
            <a:off x="3496976" y="4973352"/>
            <a:ext cx="576064" cy="0"/>
          </a:xfrm>
          <a:prstGeom prst="straightConnector1">
            <a:avLst/>
          </a:prstGeom>
          <a:ln w="19050">
            <a:solidFill>
              <a:schemeClr val="accent2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箭头连接符 11"/>
          <p:cNvCxnSpPr/>
          <p:nvPr/>
        </p:nvCxnSpPr>
        <p:spPr>
          <a:xfrm flipH="1">
            <a:off x="3496976" y="5693432"/>
            <a:ext cx="576064" cy="0"/>
          </a:xfrm>
          <a:prstGeom prst="straightConnector1">
            <a:avLst/>
          </a:prstGeom>
          <a:ln w="19050">
            <a:solidFill>
              <a:schemeClr val="accent2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本框 12"/>
          <p:cNvSpPr txBox="1"/>
          <p:nvPr/>
        </p:nvSpPr>
        <p:spPr>
          <a:xfrm>
            <a:off x="429786" y="4713956"/>
            <a:ext cx="346340" cy="46166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CN" sz="2400"/>
              <a:t>y</a:t>
            </a:r>
            <a:endParaRPr lang="zh-CN" altLang="en-US" sz="2400"/>
          </a:p>
        </p:txBody>
      </p:sp>
      <p:cxnSp>
        <p:nvCxnSpPr>
          <p:cNvPr id="14" name="直接箭头连接符 13"/>
          <p:cNvCxnSpPr>
            <a:endCxn id="6" idx="1"/>
          </p:cNvCxnSpPr>
          <p:nvPr/>
        </p:nvCxnSpPr>
        <p:spPr>
          <a:xfrm flipV="1">
            <a:off x="769276" y="4973352"/>
            <a:ext cx="1072388" cy="7059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5" name="文本框 14"/>
          <p:cNvSpPr txBox="1"/>
          <p:nvPr/>
        </p:nvSpPr>
        <p:spPr>
          <a:xfrm>
            <a:off x="395536" y="5390395"/>
            <a:ext cx="360040" cy="46166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CN" sz="2400"/>
              <a:t>z</a:t>
            </a:r>
            <a:endParaRPr lang="zh-CN" altLang="en-US" sz="2400"/>
          </a:p>
        </p:txBody>
      </p:sp>
      <p:cxnSp>
        <p:nvCxnSpPr>
          <p:cNvPr id="16" name="直接箭头连接符 15"/>
          <p:cNvCxnSpPr/>
          <p:nvPr/>
        </p:nvCxnSpPr>
        <p:spPr>
          <a:xfrm>
            <a:off x="755576" y="5652005"/>
            <a:ext cx="1057816" cy="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矩形 16"/>
          <p:cNvSpPr/>
          <p:nvPr/>
        </p:nvSpPr>
        <p:spPr>
          <a:xfrm>
            <a:off x="4268714" y="4786992"/>
            <a:ext cx="112082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/>
              <a:t>74000224</a:t>
            </a:r>
          </a:p>
        </p:txBody>
      </p:sp>
      <p:sp>
        <p:nvSpPr>
          <p:cNvPr id="18" name="矩形 17"/>
          <p:cNvSpPr/>
          <p:nvPr/>
        </p:nvSpPr>
        <p:spPr>
          <a:xfrm>
            <a:off x="4168032" y="5508766"/>
            <a:ext cx="135485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/>
              <a:t>1524360128</a:t>
            </a:r>
          </a:p>
        </p:txBody>
      </p:sp>
      <p:sp>
        <p:nvSpPr>
          <p:cNvPr id="20" name="矩形 19"/>
          <p:cNvSpPr/>
          <p:nvPr/>
        </p:nvSpPr>
        <p:spPr>
          <a:xfrm>
            <a:off x="6444208" y="4512981"/>
            <a:ext cx="1637928" cy="136511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250000"/>
              </a:lnSpc>
            </a:pPr>
            <a:r>
              <a:rPr lang="zh-CN" altLang="en-US"/>
              <a:t>&gt;&gt;&gt; </a:t>
            </a:r>
            <a:r>
              <a:rPr lang="en-US" altLang="zh-CN"/>
              <a:t>z</a:t>
            </a:r>
            <a:r>
              <a:rPr lang="zh-CN" altLang="en-US"/>
              <a:t>=12</a:t>
            </a:r>
          </a:p>
          <a:p>
            <a:pPr>
              <a:lnSpc>
                <a:spcPct val="250000"/>
              </a:lnSpc>
            </a:pPr>
            <a:r>
              <a:rPr lang="zh-CN" altLang="en-US"/>
              <a:t>&gt;&gt;&gt; y=</a:t>
            </a:r>
            <a:r>
              <a:rPr lang="en-US" altLang="zh-CN"/>
              <a:t>'hello'</a:t>
            </a:r>
            <a:endParaRPr lang="zh-CN" altLang="en-US"/>
          </a:p>
        </p:txBody>
      </p:sp>
      <p:sp>
        <p:nvSpPr>
          <p:cNvPr id="22" name="矩形 21"/>
          <p:cNvSpPr/>
          <p:nvPr/>
        </p:nvSpPr>
        <p:spPr>
          <a:xfrm>
            <a:off x="2115758" y="3367034"/>
            <a:ext cx="1107996" cy="369332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r>
              <a:rPr lang="zh-CN" altLang="zh-CN">
                <a:latin typeface="+mn-ea"/>
              </a:rPr>
              <a:t>存储单元</a:t>
            </a:r>
            <a:endParaRPr lang="zh-CN" altLang="en-US"/>
          </a:p>
        </p:txBody>
      </p:sp>
      <p:sp>
        <p:nvSpPr>
          <p:cNvPr id="23" name="矩形 22"/>
          <p:cNvSpPr/>
          <p:nvPr/>
        </p:nvSpPr>
        <p:spPr>
          <a:xfrm>
            <a:off x="4268714" y="3356992"/>
            <a:ext cx="1107996" cy="369332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r>
              <a:rPr lang="zh-CN" altLang="zh-CN">
                <a:latin typeface="+mn-ea"/>
              </a:rPr>
              <a:t>存储</a:t>
            </a:r>
            <a:r>
              <a:rPr lang="zh-CN" altLang="en-US">
                <a:latin typeface="+mn-ea"/>
              </a:rPr>
              <a:t>地址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904712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000"/>
                            </p:stCondLst>
                            <p:childTnLst>
                              <p:par>
                                <p:cTn id="4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00"/>
                            </p:stCondLst>
                            <p:childTnLst>
                              <p:par>
                                <p:cTn id="5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1000"/>
                            </p:stCondLst>
                            <p:childTnLst>
                              <p:par>
                                <p:cTn id="5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5" grpId="0" animBg="1"/>
      <p:bldP spid="17" grpId="0"/>
      <p:bldP spid="18" grpId="0"/>
      <p:bldP spid="20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b="1">
                <a:solidFill>
                  <a:srgbClr val="245794"/>
                </a:solidFill>
              </a:rPr>
              <a:t>（</a:t>
            </a:r>
            <a:r>
              <a:rPr lang="en-US" altLang="zh-CN" b="1">
                <a:solidFill>
                  <a:srgbClr val="245794"/>
                </a:solidFill>
              </a:rPr>
              <a:t>2</a:t>
            </a:r>
            <a:r>
              <a:rPr lang="zh-CN" altLang="zh-CN" b="1">
                <a:solidFill>
                  <a:srgbClr val="245794"/>
                </a:solidFill>
              </a:rPr>
              <a:t>）变量与地址的关系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>
          <a:xfrm>
            <a:off x="93591" y="1665807"/>
            <a:ext cx="7548726" cy="1729307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2200" dirty="0">
                <a:solidFill>
                  <a:srgbClr val="245794"/>
                </a:solidFill>
                <a:latin typeface="+mn-ea"/>
              </a:rPr>
              <a:t>对</a:t>
            </a:r>
            <a:r>
              <a:rPr lang="zh-CN" altLang="en-US" sz="2200" dirty="0">
                <a:solidFill>
                  <a:srgbClr val="FF0000"/>
                </a:solidFill>
                <a:latin typeface="+mn-ea"/>
              </a:rPr>
              <a:t>较小的整数</a:t>
            </a:r>
            <a:r>
              <a:rPr lang="zh-CN" altLang="en-US" sz="2200" dirty="0">
                <a:solidFill>
                  <a:srgbClr val="245794"/>
                </a:solidFill>
                <a:latin typeface="+mn-ea"/>
              </a:rPr>
              <a:t>对象，</a:t>
            </a:r>
            <a:r>
              <a:rPr lang="en-US" altLang="zh-CN" sz="2200" dirty="0">
                <a:solidFill>
                  <a:srgbClr val="245794"/>
                </a:solidFill>
                <a:latin typeface="+mn-ea"/>
              </a:rPr>
              <a:t>python</a:t>
            </a:r>
            <a:r>
              <a:rPr lang="zh-CN" altLang="en-US" sz="2200" dirty="0">
                <a:solidFill>
                  <a:srgbClr val="245794"/>
                </a:solidFill>
                <a:latin typeface="+mn-ea"/>
              </a:rPr>
              <a:t>采用重用对象内存的方法</a:t>
            </a:r>
            <a:r>
              <a:rPr lang="zh-CN" altLang="zh-CN" sz="2200" dirty="0">
                <a:solidFill>
                  <a:srgbClr val="245794"/>
                </a:solidFill>
                <a:latin typeface="+mn-ea"/>
              </a:rPr>
              <a:t>。</a:t>
            </a:r>
            <a:endParaRPr lang="en-US" altLang="zh-CN" sz="2200" dirty="0">
              <a:solidFill>
                <a:srgbClr val="245794"/>
              </a:solidFill>
              <a:latin typeface="+mn-ea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 sz="1800" dirty="0">
                <a:latin typeface="+mn-ea"/>
                <a:sym typeface="+mn-ea"/>
              </a:rPr>
              <a:t>如果为不同变量赋值为相同值（仅适用于</a:t>
            </a:r>
            <a:r>
              <a:rPr lang="en-US" altLang="zh-CN" sz="1800" dirty="0">
                <a:solidFill>
                  <a:srgbClr val="FF0000"/>
                </a:solidFill>
                <a:latin typeface="+mn-ea"/>
                <a:sym typeface="+mn-ea"/>
              </a:rPr>
              <a:t>-5</a:t>
            </a:r>
            <a:r>
              <a:rPr lang="zh-CN" altLang="en-US" sz="1800" dirty="0">
                <a:solidFill>
                  <a:srgbClr val="FF0000"/>
                </a:solidFill>
                <a:latin typeface="+mn-ea"/>
                <a:sym typeface="+mn-ea"/>
              </a:rPr>
              <a:t>至</a:t>
            </a:r>
            <a:r>
              <a:rPr lang="en-US" altLang="zh-CN" sz="1800" dirty="0">
                <a:solidFill>
                  <a:srgbClr val="FF0000"/>
                </a:solidFill>
                <a:latin typeface="+mn-ea"/>
                <a:sym typeface="+mn-ea"/>
              </a:rPr>
              <a:t>256</a:t>
            </a:r>
            <a:r>
              <a:rPr lang="zh-CN" altLang="en-US" sz="1800" dirty="0">
                <a:solidFill>
                  <a:srgbClr val="FF0000"/>
                </a:solidFill>
                <a:latin typeface="+mn-ea"/>
                <a:sym typeface="+mn-ea"/>
              </a:rPr>
              <a:t>的整数</a:t>
            </a:r>
            <a:r>
              <a:rPr lang="zh-CN" altLang="en-US" sz="1800" dirty="0">
                <a:latin typeface="+mn-ea"/>
                <a:sym typeface="+mn-ea"/>
              </a:rPr>
              <a:t>和</a:t>
            </a:r>
            <a:r>
              <a:rPr lang="zh-CN" altLang="en-US" sz="1800" dirty="0">
                <a:solidFill>
                  <a:srgbClr val="FF0000"/>
                </a:solidFill>
                <a:latin typeface="+mn-ea"/>
                <a:sym typeface="+mn-ea"/>
              </a:rPr>
              <a:t>短字符串</a:t>
            </a:r>
            <a:r>
              <a:rPr lang="zh-CN" altLang="en-US" sz="1800" dirty="0">
                <a:latin typeface="+mn-ea"/>
                <a:sym typeface="+mn-ea"/>
              </a:rPr>
              <a:t>），这个值在内存中只有一份，多个变量指向同一块内存地址。</a:t>
            </a:r>
            <a:endParaRPr lang="zh-CN" altLang="zh-CN" sz="1800" dirty="0">
              <a:latin typeface="+mn-ea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7411144" y="3042104"/>
            <a:ext cx="1637928" cy="378885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/>
              <a:t>&gt;&gt;&gt; </a:t>
            </a:r>
            <a:r>
              <a:rPr lang="en-US" altLang="zh-CN" dirty="0"/>
              <a:t>y</a:t>
            </a:r>
            <a:r>
              <a:rPr lang="zh-CN" altLang="en-US" dirty="0"/>
              <a:t>=</a:t>
            </a:r>
            <a:r>
              <a:rPr lang="en-US" altLang="zh-CN" dirty="0"/>
              <a:t>‘hello’</a:t>
            </a:r>
          </a:p>
          <a:p>
            <a:pPr>
              <a:lnSpc>
                <a:spcPct val="150000"/>
              </a:lnSpc>
            </a:pPr>
            <a:r>
              <a:rPr lang="zh-CN" altLang="en-US" dirty="0"/>
              <a:t>&gt;&gt;&gt; </a:t>
            </a:r>
            <a:r>
              <a:rPr lang="en-US" altLang="zh-CN" dirty="0"/>
              <a:t>z</a:t>
            </a:r>
            <a:r>
              <a:rPr lang="zh-CN" altLang="en-US" dirty="0"/>
              <a:t>=12</a:t>
            </a:r>
          </a:p>
          <a:p>
            <a:pPr>
              <a:lnSpc>
                <a:spcPct val="150000"/>
              </a:lnSpc>
            </a:pPr>
            <a:r>
              <a:rPr lang="zh-CN" altLang="en-US" dirty="0"/>
              <a:t>&gt;&gt;&gt; id(</a:t>
            </a:r>
            <a:r>
              <a:rPr lang="en-US" altLang="zh-CN" dirty="0"/>
              <a:t>z</a:t>
            </a:r>
            <a:r>
              <a:rPr lang="zh-CN" altLang="en-US" dirty="0"/>
              <a:t>)</a:t>
            </a:r>
          </a:p>
          <a:p>
            <a:pPr>
              <a:lnSpc>
                <a:spcPct val="150000"/>
              </a:lnSpc>
            </a:pPr>
            <a:r>
              <a:rPr lang="zh-CN" altLang="en-US" dirty="0"/>
              <a:t>1524360128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zh-CN" altLang="en-US" dirty="0"/>
              <a:t>&gt;&gt;&gt; </a:t>
            </a:r>
            <a:r>
              <a:rPr lang="en-US" altLang="zh-CN" dirty="0"/>
              <a:t>m</a:t>
            </a:r>
            <a:r>
              <a:rPr lang="zh-CN" altLang="en-US" dirty="0"/>
              <a:t>=12</a:t>
            </a:r>
          </a:p>
          <a:p>
            <a:pPr>
              <a:lnSpc>
                <a:spcPct val="150000"/>
              </a:lnSpc>
            </a:pPr>
            <a:r>
              <a:rPr lang="zh-CN" altLang="en-US" dirty="0"/>
              <a:t>&gt;&gt;&gt; id(</a:t>
            </a:r>
            <a:r>
              <a:rPr lang="en-US" altLang="zh-CN" dirty="0"/>
              <a:t>m</a:t>
            </a:r>
            <a:r>
              <a:rPr lang="zh-CN" altLang="en-US" dirty="0"/>
              <a:t>)</a:t>
            </a:r>
          </a:p>
          <a:p>
            <a:pPr>
              <a:lnSpc>
                <a:spcPct val="150000"/>
              </a:lnSpc>
            </a:pPr>
            <a:r>
              <a:rPr lang="zh-CN" altLang="en-US" dirty="0"/>
              <a:t>1524360128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zh-CN" altLang="en-US" dirty="0"/>
              <a:t>&gt;&gt;&gt; </a:t>
            </a:r>
            <a:r>
              <a:rPr lang="en-US" altLang="zh-CN" dirty="0"/>
              <a:t>n</a:t>
            </a:r>
            <a:r>
              <a:rPr lang="zh-CN" altLang="en-US" dirty="0"/>
              <a:t>=</a:t>
            </a:r>
            <a:r>
              <a:rPr lang="en-US" altLang="zh-CN" dirty="0"/>
              <a:t>'hello'</a:t>
            </a:r>
          </a:p>
          <a:p>
            <a:pPr>
              <a:lnSpc>
                <a:spcPct val="150000"/>
              </a:lnSpc>
            </a:pPr>
            <a:r>
              <a:rPr lang="en-US" altLang="zh-CN" dirty="0"/>
              <a:t>&gt;&gt;&gt; k=3.14</a:t>
            </a:r>
            <a:endParaRPr lang="zh-CN" altLang="en-US" dirty="0"/>
          </a:p>
        </p:txBody>
      </p:sp>
      <p:graphicFrame>
        <p:nvGraphicFramePr>
          <p:cNvPr id="19" name="表格 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7446124"/>
              </p:ext>
            </p:extLst>
          </p:nvPr>
        </p:nvGraphicFramePr>
        <p:xfrm>
          <a:off x="3386602" y="3914548"/>
          <a:ext cx="1656184" cy="25958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56184">
                  <a:extLst>
                    <a:ext uri="{9D8B030D-6E8A-4147-A177-3AD203B41FA5}">
                      <a16:colId xmlns:a16="http://schemas.microsoft.com/office/drawing/2014/main" val="26332752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/>
                        <a:t>3.14</a:t>
                      </a:r>
                      <a:endParaRPr lang="zh-CN" altLang="en-US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48671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/>
                        <a:t>......</a:t>
                      </a:r>
                      <a:endParaRPr lang="zh-CN" altLang="en-US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10681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CN" altLang="en-US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60219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/>
                        <a:t>......</a:t>
                      </a:r>
                      <a:endParaRPr lang="zh-CN" altLang="en-US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22961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/>
                        <a:t>hello</a:t>
                      </a:r>
                      <a:endParaRPr lang="zh-CN" altLang="en-US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361395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/>
                        <a:t>......</a:t>
                      </a:r>
                      <a:endParaRPr lang="zh-CN" altLang="en-US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04887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/>
                        <a:t>12</a:t>
                      </a:r>
                      <a:endParaRPr lang="zh-CN" altLang="en-US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0179668"/>
                  </a:ext>
                </a:extLst>
              </a:tr>
            </a:tbl>
          </a:graphicData>
        </a:graphic>
      </p:graphicFrame>
      <p:graphicFrame>
        <p:nvGraphicFramePr>
          <p:cNvPr id="21" name="表格 2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11410154"/>
              </p:ext>
            </p:extLst>
          </p:nvPr>
        </p:nvGraphicFramePr>
        <p:xfrm>
          <a:off x="3381506" y="3931067"/>
          <a:ext cx="1656184" cy="25958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56184">
                  <a:extLst>
                    <a:ext uri="{9D8B030D-6E8A-4147-A177-3AD203B41FA5}">
                      <a16:colId xmlns:a16="http://schemas.microsoft.com/office/drawing/2014/main" val="228671264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zh-CN" altLang="en-US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015671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CN" altLang="en-US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685425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CN" altLang="en-US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64962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CN" altLang="en-US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176940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CN" altLang="en-US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756420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CN" altLang="en-US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98304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CN" altLang="en-US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6041966"/>
                  </a:ext>
                </a:extLst>
              </a:tr>
            </a:tbl>
          </a:graphicData>
        </a:graphic>
      </p:graphicFrame>
      <p:sp>
        <p:nvSpPr>
          <p:cNvPr id="26" name="文本框 25"/>
          <p:cNvSpPr txBox="1"/>
          <p:nvPr/>
        </p:nvSpPr>
        <p:spPr>
          <a:xfrm>
            <a:off x="2001846" y="5393384"/>
            <a:ext cx="346340" cy="46166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CN" sz="2400"/>
              <a:t>y</a:t>
            </a:r>
            <a:endParaRPr lang="zh-CN" altLang="en-US" sz="2400"/>
          </a:p>
        </p:txBody>
      </p:sp>
      <p:sp>
        <p:nvSpPr>
          <p:cNvPr id="28" name="文本框 27"/>
          <p:cNvSpPr txBox="1"/>
          <p:nvPr/>
        </p:nvSpPr>
        <p:spPr>
          <a:xfrm>
            <a:off x="1967160" y="6058635"/>
            <a:ext cx="360040" cy="46166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CN" sz="2400"/>
              <a:t>z</a:t>
            </a:r>
            <a:endParaRPr lang="zh-CN" altLang="en-US" sz="2400"/>
          </a:p>
        </p:txBody>
      </p:sp>
      <p:cxnSp>
        <p:nvCxnSpPr>
          <p:cNvPr id="29" name="直接箭头连接符 28"/>
          <p:cNvCxnSpPr/>
          <p:nvPr/>
        </p:nvCxnSpPr>
        <p:spPr>
          <a:xfrm>
            <a:off x="2327200" y="6320245"/>
            <a:ext cx="1057816" cy="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2" name="矩形 31"/>
          <p:cNvSpPr/>
          <p:nvPr/>
        </p:nvSpPr>
        <p:spPr>
          <a:xfrm>
            <a:off x="3675268" y="3244334"/>
            <a:ext cx="1107996" cy="369332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r>
              <a:rPr lang="zh-CN" altLang="zh-CN">
                <a:latin typeface="+mn-ea"/>
              </a:rPr>
              <a:t>存储单元</a:t>
            </a:r>
            <a:endParaRPr lang="zh-CN" altLang="en-US"/>
          </a:p>
        </p:txBody>
      </p:sp>
      <p:cxnSp>
        <p:nvCxnSpPr>
          <p:cNvPr id="34" name="直接箭头连接符 33"/>
          <p:cNvCxnSpPr>
            <a:stCxn id="26" idx="3"/>
          </p:cNvCxnSpPr>
          <p:nvPr/>
        </p:nvCxnSpPr>
        <p:spPr>
          <a:xfrm flipV="1">
            <a:off x="2348186" y="5618973"/>
            <a:ext cx="1036444" cy="5244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8" name="文本框 37"/>
          <p:cNvSpPr txBox="1"/>
          <p:nvPr/>
        </p:nvSpPr>
        <p:spPr>
          <a:xfrm>
            <a:off x="5841892" y="6089412"/>
            <a:ext cx="346340" cy="46166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CN" sz="2400"/>
              <a:t>m</a:t>
            </a:r>
            <a:endParaRPr lang="zh-CN" altLang="en-US" sz="2400"/>
          </a:p>
        </p:txBody>
      </p:sp>
      <p:cxnSp>
        <p:nvCxnSpPr>
          <p:cNvPr id="39" name="直接箭头连接符 38"/>
          <p:cNvCxnSpPr/>
          <p:nvPr/>
        </p:nvCxnSpPr>
        <p:spPr>
          <a:xfrm flipH="1">
            <a:off x="5029472" y="6311453"/>
            <a:ext cx="807504" cy="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1" name="文本框 40"/>
          <p:cNvSpPr txBox="1"/>
          <p:nvPr/>
        </p:nvSpPr>
        <p:spPr>
          <a:xfrm>
            <a:off x="5836132" y="5396932"/>
            <a:ext cx="346340" cy="46166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CN" sz="2400"/>
              <a:t>n</a:t>
            </a:r>
            <a:endParaRPr lang="zh-CN" altLang="en-US" sz="2400"/>
          </a:p>
        </p:txBody>
      </p:sp>
      <p:cxnSp>
        <p:nvCxnSpPr>
          <p:cNvPr id="42" name="直接箭头连接符 41"/>
          <p:cNvCxnSpPr/>
          <p:nvPr/>
        </p:nvCxnSpPr>
        <p:spPr>
          <a:xfrm flipH="1">
            <a:off x="5023712" y="5618973"/>
            <a:ext cx="807504" cy="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6" name="矩形 45"/>
          <p:cNvSpPr/>
          <p:nvPr/>
        </p:nvSpPr>
        <p:spPr>
          <a:xfrm>
            <a:off x="3870402" y="4680563"/>
            <a:ext cx="67839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3.14</a:t>
            </a:r>
            <a:endParaRPr lang="zh-CN" altLang="en-US" b="1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9" name="矩形 48"/>
          <p:cNvSpPr/>
          <p:nvPr/>
        </p:nvSpPr>
        <p:spPr>
          <a:xfrm>
            <a:off x="3937037" y="4621449"/>
            <a:ext cx="53091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/>
              <a:t>......</a:t>
            </a:r>
            <a:endParaRPr lang="zh-CN" altLang="en-US"/>
          </a:p>
        </p:txBody>
      </p:sp>
      <p:sp>
        <p:nvSpPr>
          <p:cNvPr id="50" name="文本框 49"/>
          <p:cNvSpPr txBox="1"/>
          <p:nvPr/>
        </p:nvSpPr>
        <p:spPr>
          <a:xfrm>
            <a:off x="5857178" y="4602444"/>
            <a:ext cx="346340" cy="46166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CN" sz="2400"/>
              <a:t>k</a:t>
            </a:r>
            <a:endParaRPr lang="zh-CN" altLang="en-US" sz="2400"/>
          </a:p>
        </p:txBody>
      </p:sp>
      <p:cxnSp>
        <p:nvCxnSpPr>
          <p:cNvPr id="51" name="直接箭头连接符 50"/>
          <p:cNvCxnSpPr/>
          <p:nvPr/>
        </p:nvCxnSpPr>
        <p:spPr>
          <a:xfrm flipH="1">
            <a:off x="5044758" y="4824485"/>
            <a:ext cx="807504" cy="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548313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000"/>
                            </p:stCondLst>
                            <p:childTnLst>
                              <p:par>
                                <p:cTn id="33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5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2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500"/>
                            </p:stCondLst>
                            <p:childTnLst>
                              <p:par>
                                <p:cTn id="5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1000"/>
                            </p:stCondLst>
                            <p:childTnLst>
                              <p:par>
                                <p:cTn id="54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6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 animBg="1"/>
      <p:bldP spid="41" grpId="0" animBg="1"/>
      <p:bldP spid="46" grpId="0"/>
      <p:bldP spid="49" grpId="0"/>
      <p:bldP spid="50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>
            <p:custDataLst>
              <p:tags r:id="rId2"/>
            </p:custDataLst>
          </p:nvPr>
        </p:nvSpPr>
        <p:spPr>
          <a:xfrm>
            <a:off x="959618" y="1018540"/>
            <a:ext cx="4491613" cy="237403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vert="horz" wrap="square" rtlCol="0" anchor="ctr" anchorCtr="0">
            <a:noAutofit/>
          </a:bodyPr>
          <a:lstStyle/>
          <a:p>
            <a:pPr>
              <a:lnSpc>
                <a:spcPct val="200000"/>
              </a:lnSpc>
              <a:buNone/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&gt;&gt;&gt; x = 13</a:t>
            </a:r>
          </a:p>
          <a:p>
            <a:pPr>
              <a:lnSpc>
                <a:spcPct val="200000"/>
              </a:lnSpc>
              <a:buNone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执行下面语句后，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lnSpc>
                <a:spcPct val="200000"/>
              </a:lnSpc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&gt;&gt;&gt; x = 3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  <a:buNone/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id(x)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的返回值有变化吗？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3"/>
            </p:custDataLst>
          </p:nvPr>
        </p:nvSpPr>
        <p:spPr>
          <a:xfrm>
            <a:off x="1914211" y="3675340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有</a:t>
            </a:r>
          </a:p>
        </p:txBody>
      </p:sp>
      <p:sp>
        <p:nvSpPr>
          <p:cNvPr id="7" name="文本框 6"/>
          <p:cNvSpPr txBox="1"/>
          <p:nvPr>
            <p:custDataLst>
              <p:tags r:id="rId4"/>
            </p:custDataLst>
          </p:nvPr>
        </p:nvSpPr>
        <p:spPr>
          <a:xfrm>
            <a:off x="1914211" y="4532590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没有</a:t>
            </a: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5"/>
            </p:custDataLst>
          </p:nvPr>
        </p:nvSpPr>
        <p:spPr>
          <a:xfrm>
            <a:off x="1199836" y="3739633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1199836" y="4596883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4" name="圆角矩形 13"/>
          <p:cNvSpPr/>
          <p:nvPr>
            <p:custDataLst>
              <p:tags r:id="rId7"/>
            </p:custDataLst>
          </p:nvPr>
        </p:nvSpPr>
        <p:spPr>
          <a:xfrm>
            <a:off x="6172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</a:p>
        </p:txBody>
      </p:sp>
      <p:grpSp>
        <p:nvGrpSpPr>
          <p:cNvPr id="19" name="组合 18"/>
          <p:cNvGrpSpPr/>
          <p:nvPr>
            <p:custDataLst>
              <p:tags r:id="rId8"/>
            </p:custDataLst>
          </p:nvPr>
        </p:nvGrpSpPr>
        <p:grpSpPr>
          <a:xfrm>
            <a:off x="0" y="0"/>
            <a:ext cx="9144000" cy="635000"/>
            <a:chOff x="-40194" y="0"/>
            <a:chExt cx="9144000" cy="635000"/>
          </a:xfrm>
        </p:grpSpPr>
        <p:sp>
          <p:nvSpPr>
            <p:cNvPr id="15" name="TitleBackground"/>
            <p:cNvSpPr/>
            <p:nvPr>
              <p:custDataLst>
                <p:tags r:id="rId10"/>
              </p:custDataLst>
            </p:nvPr>
          </p:nvSpPr>
          <p:spPr>
            <a:xfrm>
              <a:off x="-40194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ColorBlock"/>
            <p:cNvSpPr/>
            <p:nvPr>
              <p:custDataLst>
                <p:tags r:id="rId11"/>
              </p:custDataLst>
            </p:nvPr>
          </p:nvSpPr>
          <p:spPr>
            <a:xfrm>
              <a:off x="-40194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TypeText"/>
            <p:cNvSpPr txBox="1"/>
            <p:nvPr>
              <p:custDataLst>
                <p:tags r:id="rId12"/>
              </p:custDataLst>
            </p:nvPr>
          </p:nvSpPr>
          <p:spPr>
            <a:xfrm>
              <a:off x="213806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</a:p>
          </p:txBody>
        </p:sp>
        <p:sp>
          <p:nvSpPr>
            <p:cNvPr id="18" name="TipText"/>
            <p:cNvSpPr txBox="1"/>
            <p:nvPr>
              <p:custDataLst>
                <p:tags r:id="rId13"/>
              </p:custDataLst>
            </p:nvPr>
          </p:nvSpPr>
          <p:spPr>
            <a:xfrm>
              <a:off x="1485711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4" name="图片 3"/>
          <p:cNvPicPr>
            <a:picLocks/>
          </p:cNvPicPr>
          <p:nvPr>
            <p:custDataLst>
              <p:tags r:id="rId9"/>
            </p:custDataLst>
          </p:nvPr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8963821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>
            <p:custDataLst>
              <p:tags r:id="rId2"/>
            </p:custDataLst>
          </p:nvPr>
        </p:nvSpPr>
        <p:spPr>
          <a:xfrm>
            <a:off x="959618" y="1018540"/>
            <a:ext cx="4491613" cy="237403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vert="horz" wrap="square" rtlCol="0" anchor="ctr" anchorCtr="0">
            <a:noAutofit/>
          </a:bodyPr>
          <a:lstStyle/>
          <a:p>
            <a:pPr>
              <a:lnSpc>
                <a:spcPct val="200000"/>
              </a:lnSpc>
              <a:buNone/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&gt;&gt;&gt; x 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= 3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lnSpc>
                <a:spcPct val="200000"/>
              </a:lnSpc>
              <a:buNone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执行下面语句后，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lnSpc>
                <a:spcPct val="200000"/>
              </a:lnSpc>
            </a:pP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&gt;&gt;&gt; z = 3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  <a:buNone/>
            </a:pP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id(x)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与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id(z)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的值一样吗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？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3"/>
            </p:custDataLst>
          </p:nvPr>
        </p:nvSpPr>
        <p:spPr>
          <a:xfrm>
            <a:off x="1914211" y="3675340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一样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4"/>
            </p:custDataLst>
          </p:nvPr>
        </p:nvSpPr>
        <p:spPr>
          <a:xfrm>
            <a:off x="1914211" y="4532590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不一样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5"/>
            </p:custDataLst>
          </p:nvPr>
        </p:nvSpPr>
        <p:spPr>
          <a:xfrm>
            <a:off x="1199836" y="3739633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1199836" y="4596883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4" name="圆角矩形 13"/>
          <p:cNvSpPr/>
          <p:nvPr>
            <p:custDataLst>
              <p:tags r:id="rId7"/>
            </p:custDataLst>
          </p:nvPr>
        </p:nvSpPr>
        <p:spPr>
          <a:xfrm>
            <a:off x="6172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</a:p>
        </p:txBody>
      </p:sp>
      <p:grpSp>
        <p:nvGrpSpPr>
          <p:cNvPr id="19" name="组合 18"/>
          <p:cNvGrpSpPr/>
          <p:nvPr>
            <p:custDataLst>
              <p:tags r:id="rId8"/>
            </p:custDataLst>
          </p:nvPr>
        </p:nvGrpSpPr>
        <p:grpSpPr>
          <a:xfrm>
            <a:off x="0" y="0"/>
            <a:ext cx="9144000" cy="635000"/>
            <a:chOff x="-40194" y="0"/>
            <a:chExt cx="9144000" cy="635000"/>
          </a:xfrm>
        </p:grpSpPr>
        <p:sp>
          <p:nvSpPr>
            <p:cNvPr id="15" name="TitleBackground"/>
            <p:cNvSpPr/>
            <p:nvPr>
              <p:custDataLst>
                <p:tags r:id="rId10"/>
              </p:custDataLst>
            </p:nvPr>
          </p:nvSpPr>
          <p:spPr>
            <a:xfrm>
              <a:off x="-40194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ColorBlock"/>
            <p:cNvSpPr/>
            <p:nvPr>
              <p:custDataLst>
                <p:tags r:id="rId11"/>
              </p:custDataLst>
            </p:nvPr>
          </p:nvSpPr>
          <p:spPr>
            <a:xfrm>
              <a:off x="-40194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TypeText"/>
            <p:cNvSpPr txBox="1"/>
            <p:nvPr>
              <p:custDataLst>
                <p:tags r:id="rId12"/>
              </p:custDataLst>
            </p:nvPr>
          </p:nvSpPr>
          <p:spPr>
            <a:xfrm>
              <a:off x="213806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</a:p>
          </p:txBody>
        </p:sp>
        <p:sp>
          <p:nvSpPr>
            <p:cNvPr id="18" name="TipText"/>
            <p:cNvSpPr txBox="1"/>
            <p:nvPr>
              <p:custDataLst>
                <p:tags r:id="rId13"/>
              </p:custDataLst>
            </p:nvPr>
          </p:nvSpPr>
          <p:spPr>
            <a:xfrm>
              <a:off x="1485711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4" name="图片 3"/>
          <p:cNvPicPr>
            <a:picLocks/>
          </p:cNvPicPr>
          <p:nvPr>
            <p:custDataLst>
              <p:tags r:id="rId9"/>
            </p:custDataLst>
          </p:nvPr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2FD1AB8D-0EC0-4146-B85C-80F54D49716A}"/>
              </a:ext>
            </a:extLst>
          </p:cNvPr>
          <p:cNvSpPr txBox="1"/>
          <p:nvPr/>
        </p:nvSpPr>
        <p:spPr>
          <a:xfrm>
            <a:off x="5724128" y="1124744"/>
            <a:ext cx="2952328" cy="230832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&gt;&gt;&gt; x = 123456789</a:t>
            </a:r>
          </a:p>
          <a:p>
            <a:r>
              <a:rPr lang="en-US" altLang="zh-CN" sz="2400" dirty="0"/>
              <a:t>&gt;&gt;&gt; y = 123456789</a:t>
            </a:r>
          </a:p>
          <a:p>
            <a:r>
              <a:rPr lang="en-US" altLang="zh-CN" sz="2400" dirty="0"/>
              <a:t>&gt;&gt;&gt; x == y</a:t>
            </a:r>
          </a:p>
          <a:p>
            <a:r>
              <a:rPr lang="en-US" altLang="zh-CN" sz="2400" dirty="0"/>
              <a:t>True</a:t>
            </a:r>
          </a:p>
          <a:p>
            <a:r>
              <a:rPr lang="en-US" altLang="zh-CN" sz="2400" dirty="0"/>
              <a:t>&gt;&gt;&gt; id(x) == id(y)</a:t>
            </a:r>
          </a:p>
          <a:p>
            <a:r>
              <a:rPr lang="en-US" altLang="zh-CN" sz="2400" dirty="0"/>
              <a:t>False</a:t>
            </a:r>
            <a:endParaRPr lang="zh-CN" altLang="en-US" sz="2400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AA583388-E3FE-4FC2-BB38-ADC70E551D0E}"/>
              </a:ext>
            </a:extLst>
          </p:cNvPr>
          <p:cNvSpPr txBox="1"/>
          <p:nvPr/>
        </p:nvSpPr>
        <p:spPr>
          <a:xfrm>
            <a:off x="4716017" y="3861048"/>
            <a:ext cx="410445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对于</a:t>
            </a:r>
            <a:r>
              <a:rPr lang="en-US" altLang="zh-CN" dirty="0"/>
              <a:t>[-5, 256]</a:t>
            </a:r>
            <a:r>
              <a:rPr lang="zh-CN" altLang="en-US" dirty="0"/>
              <a:t>中的整数，</a:t>
            </a:r>
            <a:r>
              <a:rPr lang="en-US" altLang="zh-CN" dirty="0"/>
              <a:t>Python</a:t>
            </a:r>
            <a:r>
              <a:rPr lang="zh-CN" altLang="en-US" dirty="0"/>
              <a:t>会在内存中预先创建好这些整数对象，不会重复创建。</a:t>
            </a:r>
            <a:endParaRPr lang="en-US" altLang="zh-CN" dirty="0"/>
          </a:p>
          <a:p>
            <a:r>
              <a:rPr lang="zh-CN" altLang="en-US" dirty="0"/>
              <a:t>对于不在</a:t>
            </a:r>
            <a:r>
              <a:rPr lang="en-US" altLang="zh-CN" dirty="0"/>
              <a:t>[-5, 256]</a:t>
            </a:r>
            <a:r>
              <a:rPr lang="zh-CN" altLang="en-US" dirty="0"/>
              <a:t>中的整数，每次都要新创建该整数对象</a:t>
            </a:r>
            <a:r>
              <a:rPr lang="en-US" altLang="zh-CN" dirty="0"/>
              <a:t>,</a:t>
            </a:r>
            <a:r>
              <a:rPr lang="zh-CN" altLang="en-US" dirty="0"/>
              <a:t>所以</a:t>
            </a:r>
            <a:r>
              <a:rPr lang="en-US" altLang="zh-CN" dirty="0"/>
              <a:t>id</a:t>
            </a:r>
            <a:r>
              <a:rPr lang="zh-CN" altLang="en-US" dirty="0"/>
              <a:t>值不同。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40639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  <p:tag name="PROBLEMHASREMARK" val="True"/>
  <p:tag name="PROBLEMREMARK" val="A与B是元组&#10;D是int型常量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RemarkBoard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p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Remark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MA"/>
  <p:tag name="PROBLEMSCORE" val="1.0"/>
  <p:tag name="PROBLEMSCORE_HALF" val="0.0"/>
  <p:tag name="PROBLEMHASREMARK" val="True"/>
  <p:tag name="PROBLEMREMARK" val="BC是集合，没有key&#10;D是列表&#10;E是空字典&#10;F是空列表&#10;G是元组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Correct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Wrong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Wrong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Wrong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MA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Correct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Wrong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Wrong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RemarkBoard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p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Remark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MA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heme/theme1.xml><?xml version="1.0" encoding="utf-8"?>
<a:theme xmlns:a="http://schemas.openxmlformats.org/drawingml/2006/main" name="Office 主题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5366</TotalTime>
  <Words>1763</Words>
  <Application>Microsoft Office PowerPoint</Application>
  <PresentationFormat>全屏显示(4:3)</PresentationFormat>
  <Paragraphs>345</Paragraphs>
  <Slides>23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23</vt:i4>
      </vt:variant>
    </vt:vector>
  </HeadingPairs>
  <TitlesOfParts>
    <vt:vector size="33" baseType="lpstr">
      <vt:lpstr>等线</vt:lpstr>
      <vt:lpstr>宋体</vt:lpstr>
      <vt:lpstr>微软雅黑</vt:lpstr>
      <vt:lpstr>微软雅黑</vt:lpstr>
      <vt:lpstr>Arial</vt:lpstr>
      <vt:lpstr>Calibri</vt:lpstr>
      <vt:lpstr>Calibri Light</vt:lpstr>
      <vt:lpstr>Wingdings</vt:lpstr>
      <vt:lpstr>Office 主题</vt:lpstr>
      <vt:lpstr>Visio.Drawing.11</vt:lpstr>
      <vt:lpstr>1.4.4  复合数据类型</vt:lpstr>
      <vt:lpstr>复合数据类型</vt:lpstr>
      <vt:lpstr>1．列表</vt:lpstr>
      <vt:lpstr>1．列表</vt:lpstr>
      <vt:lpstr>2．元组</vt:lpstr>
      <vt:lpstr>PowerPoint 演示文稿</vt:lpstr>
      <vt:lpstr>4．集合</vt:lpstr>
      <vt:lpstr>3．字典</vt:lpstr>
      <vt:lpstr>PowerPoint 演示文稿</vt:lpstr>
      <vt:lpstr>变量</vt:lpstr>
      <vt:lpstr>内存和变量</vt:lpstr>
      <vt:lpstr>2 变量</vt:lpstr>
      <vt:lpstr>2．变量</vt:lpstr>
      <vt:lpstr>2．变量的三个属性</vt:lpstr>
      <vt:lpstr>（1）变量的数据类型</vt:lpstr>
      <vt:lpstr>（1）变量的数据类型</vt:lpstr>
      <vt:lpstr>（1）变量的数据类型</vt:lpstr>
      <vt:lpstr>PowerPoint 演示文稿</vt:lpstr>
      <vt:lpstr>2.1.1  常量与变量</vt:lpstr>
      <vt:lpstr>（2）变量与地址的关系</vt:lpstr>
      <vt:lpstr>（2）变量与地址的关系</vt:lpstr>
      <vt:lpstr>PowerPoint 演示文稿</vt:lpstr>
      <vt:lpstr>PowerPoint 演示文稿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cyj</cp:lastModifiedBy>
  <cp:revision>229</cp:revision>
  <dcterms:created xsi:type="dcterms:W3CDTF">2016-08-25T03:48:37Z</dcterms:created>
  <dcterms:modified xsi:type="dcterms:W3CDTF">2024-09-10T15:27:59Z</dcterms:modified>
</cp:coreProperties>
</file>