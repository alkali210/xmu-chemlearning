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B374-0303-423C-8514-85F11D98B3DF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AB6D-B22F-4002-90DD-7A54B938D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70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B374-0303-423C-8514-85F11D98B3DF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AB6D-B22F-4002-90DD-7A54B938D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464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B374-0303-423C-8514-85F11D98B3DF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AB6D-B22F-4002-90DD-7A54B938D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87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B374-0303-423C-8514-85F11D98B3DF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AB6D-B22F-4002-90DD-7A54B938D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781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B374-0303-423C-8514-85F11D98B3DF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AB6D-B22F-4002-90DD-7A54B938D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973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B374-0303-423C-8514-85F11D98B3DF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AB6D-B22F-4002-90DD-7A54B938D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69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B374-0303-423C-8514-85F11D98B3DF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AB6D-B22F-4002-90DD-7A54B938D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484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B374-0303-423C-8514-85F11D98B3DF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AB6D-B22F-4002-90DD-7A54B938D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5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B374-0303-423C-8514-85F11D98B3DF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AB6D-B22F-4002-90DD-7A54B938D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099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B374-0303-423C-8514-85F11D98B3DF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AB6D-B22F-4002-90DD-7A54B938D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348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B374-0303-423C-8514-85F11D98B3DF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AB6D-B22F-4002-90DD-7A54B938D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186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DB374-0303-423C-8514-85F11D98B3DF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8AB6D-B22F-4002-90DD-7A54B938DE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602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常见的程序错误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593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三种错误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语法错误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逻辑错误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运行错误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3879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初学者的语法错误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拼写错误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192" y="1825625"/>
            <a:ext cx="8222241" cy="180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585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初学者的语法错误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字符串的引号是否配对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49" y="2516919"/>
            <a:ext cx="10188355" cy="11074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14153" y="4130977"/>
            <a:ext cx="4220001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print('hello, world'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1893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类型不一致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2698" y="2476884"/>
            <a:ext cx="2039389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= input()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= a + 2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print(a)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412" y="2476884"/>
            <a:ext cx="6200775" cy="107632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238597" y="4674215"/>
            <a:ext cx="2635134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= 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= a + 2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print(a)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24412" y="4905047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46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61</Words>
  <Application>Microsoft Office PowerPoint</Application>
  <PresentationFormat>宽屏</PresentationFormat>
  <Paragraphs>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微软雅黑</vt:lpstr>
      <vt:lpstr>Arial</vt:lpstr>
      <vt:lpstr>Wingdings</vt:lpstr>
      <vt:lpstr>Office 主题​​</vt:lpstr>
      <vt:lpstr>常见的程序错误</vt:lpstr>
      <vt:lpstr>三种错误</vt:lpstr>
      <vt:lpstr>初学者的语法错误</vt:lpstr>
      <vt:lpstr>初学者的语法错误</vt:lpstr>
      <vt:lpstr>类型不一致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常见的程序错误</dc:title>
  <dc:creator>LiHQ</dc:creator>
  <cp:lastModifiedBy>LiHQ</cp:lastModifiedBy>
  <cp:revision>2</cp:revision>
  <dcterms:created xsi:type="dcterms:W3CDTF">2023-09-12T02:13:48Z</dcterms:created>
  <dcterms:modified xsi:type="dcterms:W3CDTF">2023-09-12T02:43:47Z</dcterms:modified>
</cp:coreProperties>
</file>