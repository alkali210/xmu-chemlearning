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34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4E00-7086-4490-BA2E-7EAD291704D6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CECB-C64E-4F1B-B905-4CD2557710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61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4E00-7086-4490-BA2E-7EAD291704D6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CECB-C64E-4F1B-B905-4CD2557710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778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4E00-7086-4490-BA2E-7EAD291704D6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CECB-C64E-4F1B-B905-4CD2557710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746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4E00-7086-4490-BA2E-7EAD291704D6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CECB-C64E-4F1B-B905-4CD2557710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694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4E00-7086-4490-BA2E-7EAD291704D6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CECB-C64E-4F1B-B905-4CD2557710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633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4E00-7086-4490-BA2E-7EAD291704D6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CECB-C64E-4F1B-B905-4CD2557710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320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4E00-7086-4490-BA2E-7EAD291704D6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CECB-C64E-4F1B-B905-4CD2557710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40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4E00-7086-4490-BA2E-7EAD291704D6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CECB-C64E-4F1B-B905-4CD2557710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951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4E00-7086-4490-BA2E-7EAD291704D6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CECB-C64E-4F1B-B905-4CD2557710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157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4E00-7086-4490-BA2E-7EAD291704D6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CECB-C64E-4F1B-B905-4CD2557710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6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94E00-7086-4490-BA2E-7EAD291704D6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0CECB-C64E-4F1B-B905-4CD2557710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0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94E00-7086-4490-BA2E-7EAD291704D6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0CECB-C64E-4F1B-B905-4CD2557710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362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PTA</a:t>
            </a:r>
            <a:r>
              <a:rPr lang="zh-CN" altLang="en-US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编程作业说明</a:t>
            </a:r>
          </a:p>
        </p:txBody>
      </p:sp>
    </p:spTree>
    <p:extLst>
      <p:ext uri="{BB962C8B-B14F-4D97-AF65-F5344CB8AC3E}">
        <p14:creationId xmlns:p14="http://schemas.microsoft.com/office/powerpoint/2010/main" val="3995840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7- </a:t>
            </a:r>
            <a:r>
              <a:rPr lang="en-US" altLang="zh-CN" b="1" dirty="0"/>
              <a:t>1 </a:t>
            </a:r>
            <a:r>
              <a:rPr lang="zh-CN" altLang="en-US" b="1" dirty="0"/>
              <a:t>产生每位数字相同的</a:t>
            </a:r>
            <a:r>
              <a:rPr lang="en-US" altLang="zh-CN" b="1" dirty="0"/>
              <a:t>n</a:t>
            </a:r>
            <a:r>
              <a:rPr lang="zh-CN" altLang="en-US" b="1" dirty="0"/>
              <a:t>位数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CN" altLang="en-US" dirty="0"/>
              <a:t>输入 </a:t>
            </a:r>
            <a:r>
              <a:rPr lang="en-US" altLang="zh-CN" dirty="0"/>
              <a:t>A B</a:t>
            </a:r>
          </a:p>
          <a:p>
            <a:pPr marL="0" indent="0">
              <a:buNone/>
            </a:pPr>
            <a:r>
              <a:rPr lang="zh-CN" altLang="en-US" dirty="0"/>
              <a:t>输出：</a:t>
            </a:r>
            <a:r>
              <a:rPr lang="en-US" altLang="zh-CN" dirty="0"/>
              <a:t>B</a:t>
            </a:r>
            <a:r>
              <a:rPr lang="zh-CN" altLang="en-US" dirty="0"/>
              <a:t>个</a:t>
            </a:r>
            <a:r>
              <a:rPr lang="en-US" altLang="zh-CN" dirty="0"/>
              <a:t>A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需要用到：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zh-CN" altLang="en-US" dirty="0"/>
              <a:t>读入字符串，逗号分隔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A, B =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input().split(‘,’)</a:t>
            </a:r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zh-CN" altLang="en-US" dirty="0"/>
              <a:t>此时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都是字符串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#</a:t>
            </a:r>
            <a:r>
              <a:rPr lang="zh-CN" altLang="en-US" dirty="0"/>
              <a:t>将</a:t>
            </a:r>
            <a:r>
              <a:rPr lang="en-US" altLang="zh-CN" dirty="0"/>
              <a:t>B</a:t>
            </a:r>
            <a:r>
              <a:rPr lang="zh-CN" altLang="en-US" dirty="0"/>
              <a:t>转换成整数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B = int(B)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字符串重复连接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s * 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BFB2F5-9C03-4737-AD0A-6D22AEC856F4}"/>
              </a:ext>
            </a:extLst>
          </p:cNvPr>
          <p:cNvSpPr/>
          <p:nvPr/>
        </p:nvSpPr>
        <p:spPr>
          <a:xfrm>
            <a:off x="5393422" y="1567853"/>
            <a:ext cx="6096000" cy="13849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A,B =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(input())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=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print(A*B)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00556C-D8A0-4296-855E-991135AF95B4}"/>
              </a:ext>
            </a:extLst>
          </p:cNvPr>
          <p:cNvSpPr/>
          <p:nvPr/>
        </p:nvSpPr>
        <p:spPr>
          <a:xfrm>
            <a:off x="5393422" y="3835908"/>
            <a:ext cx="5988935" cy="18158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A,B = input().split(',')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=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(A))   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转换后去除空格</a:t>
            </a:r>
            <a:endParaRPr lang="en-US" altLang="zh-CN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= 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print(A*B)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343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7-2 </a:t>
            </a:r>
            <a:r>
              <a:rPr lang="en-US" altLang="zh-CN" b="1" dirty="0" err="1"/>
              <a:t>jmu</a:t>
            </a:r>
            <a:r>
              <a:rPr lang="en-US" altLang="zh-CN" b="1" dirty="0"/>
              <a:t>-python-</a:t>
            </a:r>
            <a:r>
              <a:rPr lang="zh-CN" altLang="en-US" b="1" dirty="0"/>
              <a:t>求三角形面积及周长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input()</a:t>
            </a:r>
            <a:r>
              <a:rPr lang="zh-CN" altLang="en-US" dirty="0"/>
              <a:t>读入的是字符串，用</a:t>
            </a:r>
            <a:r>
              <a:rPr lang="en-US" altLang="zh-CN" dirty="0" err="1"/>
              <a:t>int</a:t>
            </a:r>
            <a:r>
              <a:rPr lang="en-US" altLang="zh-CN" dirty="0"/>
              <a:t>()</a:t>
            </a:r>
            <a:r>
              <a:rPr lang="zh-CN" altLang="en-US" dirty="0"/>
              <a:t>得到整数值并赋值给变量</a:t>
            </a:r>
            <a:r>
              <a:rPr lang="en-US" altLang="zh-CN" dirty="0" err="1"/>
              <a:t>a,b,c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 = </a:t>
            </a:r>
            <a:r>
              <a:rPr lang="en-US" altLang="zh-CN" dirty="0" err="1"/>
              <a:t>int</a:t>
            </a:r>
            <a:r>
              <a:rPr lang="en-US" altLang="zh-CN" dirty="0"/>
              <a:t>(input())</a:t>
            </a:r>
          </a:p>
          <a:p>
            <a:endParaRPr lang="en-US" altLang="zh-CN" dirty="0"/>
          </a:p>
          <a:p>
            <a:r>
              <a:rPr lang="zh-CN" altLang="en-US" dirty="0"/>
              <a:t>输出格式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print("area={0:.2f};perimeter={1:.2f}".format(area, s*2))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479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7-3</a:t>
            </a:r>
            <a:r>
              <a:rPr lang="zh-CN" altLang="en-US" b="1" dirty="0"/>
              <a:t>从键盘输入三个数到</a:t>
            </a:r>
            <a:r>
              <a:rPr lang="en-US" altLang="zh-CN" b="1" dirty="0" err="1"/>
              <a:t>a,b,c</a:t>
            </a:r>
            <a:r>
              <a:rPr lang="zh-CN" altLang="en-US" b="1" dirty="0"/>
              <a:t>中，按公式值输出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同一行依次输入三个值</a:t>
            </a:r>
            <a:r>
              <a:rPr lang="en-US" altLang="zh-CN" dirty="0" err="1"/>
              <a:t>a,b,c</a:t>
            </a:r>
            <a:r>
              <a:rPr lang="zh-CN" altLang="en-US" dirty="0"/>
              <a:t>，用空格分开</a:t>
            </a:r>
          </a:p>
        </p:txBody>
      </p:sp>
      <p:sp>
        <p:nvSpPr>
          <p:cNvPr id="4" name="矩形 3"/>
          <p:cNvSpPr/>
          <p:nvPr/>
        </p:nvSpPr>
        <p:spPr>
          <a:xfrm>
            <a:off x="934267" y="2458923"/>
            <a:ext cx="6096000" cy="107721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a,b,c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=input().split()</a:t>
            </a:r>
          </a:p>
          <a:p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a,b,c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(a),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(b),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(c)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34267" y="3671078"/>
            <a:ext cx="8003787" cy="107721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千万不能这样： 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a,b,c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eval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(input().split())   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34267" y="5277963"/>
            <a:ext cx="4551246" cy="830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或者可以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a,b,c</a:t>
            </a:r>
            <a:r>
              <a:rPr lang="en-US" altLang="zh-CN" sz="2400" dirty="0">
                <a:solidFill>
                  <a:srgbClr val="ABB2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map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input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().split())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4793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7-4 </a:t>
            </a:r>
            <a:r>
              <a:rPr lang="zh-CN" altLang="en-US" b="1" dirty="0"/>
              <a:t>求圆面积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import math</a:t>
            </a:r>
          </a:p>
          <a:p>
            <a:pPr marL="0" indent="0">
              <a:buNone/>
            </a:pPr>
            <a:r>
              <a:rPr lang="en-US" altLang="zh-CN" dirty="0" err="1"/>
              <a:t>math.pi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输出格式</a:t>
            </a:r>
            <a:r>
              <a:rPr lang="en-US" altLang="zh-CN" dirty="0"/>
              <a:t>:</a:t>
            </a:r>
          </a:p>
          <a:p>
            <a:pPr marL="0" indent="0">
              <a:buNone/>
            </a:pPr>
            <a:r>
              <a:rPr lang="en-US" altLang="zh-CN" dirty="0"/>
              <a:t>print(</a:t>
            </a:r>
            <a:r>
              <a:rPr lang="en-US" altLang="zh-CN" dirty="0">
                <a:solidFill>
                  <a:srgbClr val="FF0000"/>
                </a:solidFill>
              </a:rPr>
              <a:t>"{0:.2f}"</a:t>
            </a:r>
            <a:r>
              <a:rPr lang="en-US" altLang="zh-CN" dirty="0"/>
              <a:t>.format(area))</a:t>
            </a:r>
          </a:p>
        </p:txBody>
      </p:sp>
    </p:spTree>
    <p:extLst>
      <p:ext uri="{BB962C8B-B14F-4D97-AF65-F5344CB8AC3E}">
        <p14:creationId xmlns:p14="http://schemas.microsoft.com/office/powerpoint/2010/main" val="1069086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1241" y="2280610"/>
            <a:ext cx="4572000" cy="10618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</a:t>
            </a:r>
          </a:p>
          <a:p>
            <a:r>
              <a:rPr lang="en-US" altLang="zh-CN" sz="2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area = </a:t>
            </a:r>
            <a:r>
              <a:rPr lang="zh-CN" altLang="en-US" sz="2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面积</a:t>
            </a:r>
            <a:r>
              <a:rPr lang="en-US" altLang="zh-CN" sz="2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perimeter = </a:t>
            </a:r>
            <a:r>
              <a:rPr lang="zh-CN" altLang="en-US" sz="2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周长</a:t>
            </a:r>
          </a:p>
          <a:p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的格式输出，</a:t>
            </a:r>
            <a:r>
              <a:rPr lang="zh-CN" altLang="en-US" sz="21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保留两位小数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PTA</a:t>
            </a:r>
            <a:r>
              <a:rPr lang="zh-CN" altLang="en-US" dirty="0"/>
              <a:t>练习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63587" y="3619153"/>
            <a:ext cx="383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a,b,c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，计算得到周长和面积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63587" y="4035471"/>
            <a:ext cx="6822671" cy="1061829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100" dirty="0"/>
              <a:t>s = (a + b + c ) / 2    </a:t>
            </a:r>
          </a:p>
          <a:p>
            <a:r>
              <a:rPr lang="en-US" altLang="zh-CN" sz="2100" dirty="0"/>
              <a:t>area = </a:t>
            </a:r>
            <a:r>
              <a:rPr lang="en-US" altLang="zh-CN" sz="2100" dirty="0" err="1"/>
              <a:t>math.sqrt</a:t>
            </a:r>
            <a:r>
              <a:rPr lang="en-US" altLang="zh-CN" sz="2100" dirty="0"/>
              <a:t>(s * (s - a) * (s - b) * (s - c))   </a:t>
            </a:r>
          </a:p>
          <a:p>
            <a:r>
              <a:rPr lang="en-US" altLang="zh-CN" sz="2100" dirty="0"/>
              <a:t>print(</a:t>
            </a:r>
            <a:r>
              <a:rPr lang="en-US" altLang="zh-CN" sz="2100" dirty="0">
                <a:solidFill>
                  <a:srgbClr val="0000FF"/>
                </a:solidFill>
              </a:rPr>
              <a:t>"area = {:.2f}; perimeter = {:.2f}".format(area, s * 2)</a:t>
            </a:r>
            <a:r>
              <a:rPr lang="en-US" altLang="zh-CN" sz="2100" dirty="0"/>
              <a:t>)</a:t>
            </a:r>
            <a:endParaRPr lang="zh-CN" altLang="en-US" sz="2100" dirty="0"/>
          </a:p>
        </p:txBody>
      </p:sp>
    </p:spTree>
    <p:extLst>
      <p:ext uri="{BB962C8B-B14F-4D97-AF65-F5344CB8AC3E}">
        <p14:creationId xmlns:p14="http://schemas.microsoft.com/office/powerpoint/2010/main" val="127334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386</Words>
  <Application>Microsoft Office PowerPoint</Application>
  <PresentationFormat>宽屏</PresentationFormat>
  <Paragraphs>52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华文楷体</vt:lpstr>
      <vt:lpstr>微软雅黑</vt:lpstr>
      <vt:lpstr>Arial</vt:lpstr>
      <vt:lpstr>Office 主题​​</vt:lpstr>
      <vt:lpstr>Python 第二章</vt:lpstr>
      <vt:lpstr>7- 1 产生每位数字相同的n位数 </vt:lpstr>
      <vt:lpstr>7-2 jmu-python-求三角形面积及周长</vt:lpstr>
      <vt:lpstr>7-3从键盘输入三个数到a,b,c中，按公式值输出</vt:lpstr>
      <vt:lpstr>7-4 求圆面积 </vt:lpstr>
      <vt:lpstr>PTA练习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第一章</dc:title>
  <dc:creator>LiHQ</dc:creator>
  <cp:lastModifiedBy>cyj</cp:lastModifiedBy>
  <cp:revision>14</cp:revision>
  <dcterms:created xsi:type="dcterms:W3CDTF">2020-09-16T13:46:35Z</dcterms:created>
  <dcterms:modified xsi:type="dcterms:W3CDTF">2024-03-08T16:14:37Z</dcterms:modified>
</cp:coreProperties>
</file>