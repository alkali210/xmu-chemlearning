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2" r:id="rId3"/>
    <p:sldId id="277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87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HQ" initials="L" lastIdx="1" clrIdx="0">
    <p:extLst>
      <p:ext uri="{19B8F6BF-5375-455C-9EA6-DF929625EA0E}">
        <p15:presenceInfo xmlns:p15="http://schemas.microsoft.com/office/powerpoint/2012/main" userId="LiH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407459" y="3325814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752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212680" y="1505745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055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6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919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36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698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87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96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45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26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701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976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079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826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207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50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180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7906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064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7635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9300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6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908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0F3DCE-58F5-424D-8293-59619B05EFD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2020/10/21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44FAE-C68B-4E60-8214-DAE1AC4D422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5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 </a:t>
            </a:r>
            <a:r>
              <a:rPr lang="zh-CN" altLang="en-US" dirty="0" smtClean="0"/>
              <a:t>第四章 循环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8200" y="1981885"/>
            <a:ext cx="111364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输入一个整数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n&gt;0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，计算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s=1+1/2+1/3+1/4+......+1/n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的值并输出（显示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位小数）</a:t>
            </a:r>
          </a:p>
        </p:txBody>
      </p:sp>
      <p:sp>
        <p:nvSpPr>
          <p:cNvPr id="3" name="矩形 2"/>
          <p:cNvSpPr/>
          <p:nvPr/>
        </p:nvSpPr>
        <p:spPr>
          <a:xfrm>
            <a:off x="1449788" y="3365463"/>
            <a:ext cx="3042699" cy="317009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n =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(input())</a:t>
            </a:r>
          </a:p>
          <a:p>
            <a:endParaRPr lang="en-US" altLang="zh-CN" sz="2000" dirty="0"/>
          </a:p>
          <a:p>
            <a:r>
              <a:rPr lang="en-US" altLang="zh-CN" sz="2000" dirty="0"/>
              <a:t>s = 0</a:t>
            </a:r>
          </a:p>
          <a:p>
            <a:r>
              <a:rPr lang="en-US" altLang="zh-CN" sz="2000" dirty="0" err="1"/>
              <a:t>i</a:t>
            </a:r>
            <a:r>
              <a:rPr lang="en-US" altLang="zh-CN" sz="2000" dirty="0"/>
              <a:t> = 1</a:t>
            </a:r>
          </a:p>
          <a:p>
            <a:endParaRPr lang="en-US" altLang="zh-CN" sz="2000" dirty="0"/>
          </a:p>
          <a:p>
            <a:r>
              <a:rPr lang="en-US" altLang="zh-CN" sz="2000" dirty="0"/>
              <a:t>while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&lt;= n:</a:t>
            </a:r>
          </a:p>
          <a:p>
            <a:r>
              <a:rPr lang="en-US" altLang="zh-CN" sz="2000" dirty="0"/>
              <a:t>    s += 1/</a:t>
            </a:r>
            <a:r>
              <a:rPr lang="en-US" altLang="zh-CN" sz="2000" dirty="0" err="1"/>
              <a:t>i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+= 1</a:t>
            </a:r>
          </a:p>
          <a:p>
            <a:r>
              <a:rPr lang="en-US" altLang="zh-CN" sz="2000" dirty="0"/>
              <a:t>    </a:t>
            </a:r>
          </a:p>
          <a:p>
            <a:r>
              <a:rPr lang="en-US" altLang="zh-CN" sz="2000" dirty="0"/>
              <a:t>print("{:.4f}".format(s))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6213945" y="3365463"/>
            <a:ext cx="3042699" cy="25545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n =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(input())</a:t>
            </a:r>
          </a:p>
          <a:p>
            <a:endParaRPr lang="en-US" altLang="zh-CN" sz="2000" dirty="0"/>
          </a:p>
          <a:p>
            <a:r>
              <a:rPr lang="en-US" altLang="zh-CN" sz="2000" dirty="0"/>
              <a:t>s = 0</a:t>
            </a:r>
          </a:p>
          <a:p>
            <a:endParaRPr lang="en-US" altLang="zh-CN" sz="2000" dirty="0"/>
          </a:p>
          <a:p>
            <a:r>
              <a:rPr lang="en-US" altLang="zh-CN" sz="2000" dirty="0" smtClean="0"/>
              <a:t>for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 in range(1, n+1) :</a:t>
            </a:r>
            <a:endParaRPr lang="en-US" altLang="zh-CN" sz="2000" dirty="0"/>
          </a:p>
          <a:p>
            <a:r>
              <a:rPr lang="en-US" altLang="zh-CN" sz="2000" dirty="0"/>
              <a:t>    s += 1/</a:t>
            </a:r>
            <a:r>
              <a:rPr lang="en-US" altLang="zh-CN" sz="2000" dirty="0" err="1"/>
              <a:t>i</a:t>
            </a:r>
            <a:endParaRPr lang="en-US" altLang="zh-CN" sz="2000" dirty="0"/>
          </a:p>
          <a:p>
            <a:r>
              <a:rPr lang="en-US" altLang="zh-CN" sz="2000" dirty="0" smtClean="0"/>
              <a:t>    </a:t>
            </a:r>
            <a:endParaRPr lang="en-US" altLang="zh-CN" sz="2000" dirty="0"/>
          </a:p>
          <a:p>
            <a:r>
              <a:rPr lang="en-US" altLang="zh-CN" sz="2000" dirty="0"/>
              <a:t>print("{:.4f}".format(s))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1744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82016" y="994115"/>
            <a:ext cx="98106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交错序列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1-2/3+3/5-4/7+5/9-6/11+...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项之和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38" y="2501058"/>
            <a:ext cx="73818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6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54371" y="947704"/>
            <a:ext cx="94673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计算序列 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2/1+3/2+5/3+8/5+... 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的前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项之和。注意该序列从第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项起，每一项的分子是前一项分子与分母的和，分母是前一项的分子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369" y="2324450"/>
            <a:ext cx="672465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8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8193" y="551435"/>
            <a:ext cx="1040560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植树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第一年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种植树木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颗，后续每年都种树，第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年种植的树木是第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i-1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输入需要种植树木的总数量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与第一年种植的颗数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，请编程计算第几年可完成任务。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14" y="3194050"/>
            <a:ext cx="707707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3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66" y="2803081"/>
            <a:ext cx="8839200" cy="288607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20587" y="644257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求一组数的最大值</a:t>
            </a:r>
          </a:p>
        </p:txBody>
      </p:sp>
      <p:sp>
        <p:nvSpPr>
          <p:cNvPr id="4" name="矩形 3"/>
          <p:cNvSpPr/>
          <p:nvPr/>
        </p:nvSpPr>
        <p:spPr>
          <a:xfrm>
            <a:off x="1120587" y="1622268"/>
            <a:ext cx="92015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输入一组数，一行输入一个 最后一行为空字符串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结束；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输出最大值</a:t>
            </a:r>
          </a:p>
        </p:txBody>
      </p:sp>
      <p:sp>
        <p:nvSpPr>
          <p:cNvPr id="6" name="线形标注 1 5"/>
          <p:cNvSpPr/>
          <p:nvPr/>
        </p:nvSpPr>
        <p:spPr>
          <a:xfrm>
            <a:off x="5042479" y="2044868"/>
            <a:ext cx="5279666" cy="866692"/>
          </a:xfrm>
          <a:prstGeom prst="borderCallout1">
            <a:avLst>
              <a:gd name="adj1" fmla="val 18750"/>
              <a:gd name="adj2" fmla="val -8333"/>
              <a:gd name="adj3" fmla="val 186812"/>
              <a:gd name="adj4" fmla="val -5158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循环条件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是字符串类型，空串表示条件不成立，结束循环</a:t>
            </a:r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线形标注 1 6"/>
          <p:cNvSpPr/>
          <p:nvPr/>
        </p:nvSpPr>
        <p:spPr>
          <a:xfrm>
            <a:off x="5552687" y="5357795"/>
            <a:ext cx="5279666" cy="866692"/>
          </a:xfrm>
          <a:prstGeom prst="borderCallout1">
            <a:avLst>
              <a:gd name="adj1" fmla="val 18750"/>
              <a:gd name="adj2" fmla="val -8333"/>
              <a:gd name="adj3" fmla="val -134289"/>
              <a:gd name="adj4" fmla="val -348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不是空串，用</a:t>
            </a:r>
            <a:r>
              <a:rPr lang="en-US" altLang="zh-CN" sz="2000" dirty="0" err="1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得到数值</a:t>
            </a:r>
            <a:endParaRPr lang="en-US" altLang="zh-CN" sz="200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230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43224" y="858943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判断整数是否素数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24" y="2047708"/>
            <a:ext cx="6715951" cy="297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0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09712" y="835089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统计输入数的个数及平均值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2" y="1858701"/>
            <a:ext cx="6731743" cy="345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4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79444" y="1086204"/>
            <a:ext cx="9084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1~n-1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之间能被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整除或者被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整除的所有整数，一行输出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15" y="2225618"/>
            <a:ext cx="6513773" cy="2934777"/>
          </a:xfrm>
          <a:prstGeom prst="rect">
            <a:avLst/>
          </a:prstGeom>
        </p:spPr>
      </p:pic>
      <p:sp>
        <p:nvSpPr>
          <p:cNvPr id="5" name="线形标注 1 4"/>
          <p:cNvSpPr/>
          <p:nvPr/>
        </p:nvSpPr>
        <p:spPr>
          <a:xfrm>
            <a:off x="6654579" y="4827825"/>
            <a:ext cx="4373880" cy="866692"/>
          </a:xfrm>
          <a:prstGeom prst="borderCallout1">
            <a:avLst>
              <a:gd name="adj1" fmla="val 18750"/>
              <a:gd name="adj2" fmla="val -8333"/>
              <a:gd name="adj3" fmla="val -24197"/>
              <a:gd name="adj4" fmla="val -3984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计数变量 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的倍数，换行</a:t>
            </a:r>
            <a:endParaRPr lang="zh-CN" altLang="en-US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931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循环三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多重循环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25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96562" y="720444"/>
            <a:ext cx="96979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输出正整数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n, m(n&lt;m)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n~m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之间的所有素数，每行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个数，空格分隔。 注意，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不是素数。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084" y="1878827"/>
            <a:ext cx="6290558" cy="464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5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循环编程注意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比较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 while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544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58956" y="543484"/>
            <a:ext cx="4855598" cy="19389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 = </a:t>
            </a:r>
            <a:r>
              <a:rPr kumimoji="0" lang="pt-B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pt-B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input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 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pt-B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range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(2,n):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n = n - 2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print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'i={}, n={}'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.format(i,n))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58955" y="2971225"/>
            <a:ext cx="381397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i=2, n=8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i=3, n=6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i=4, n=4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i=5, n=2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i=6, n=0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i=7, n=-2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i=8, n=-4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i=9, n=-6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46681" y="543484"/>
            <a:ext cx="4855598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 = </a:t>
            </a:r>
            <a:r>
              <a:rPr kumimoji="0" lang="pt-B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pt-B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input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 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while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 &lt; 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n = n - 2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print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'i={}, n={}'</a:t>
            </a: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.format(i,n))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 += 1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6114554" y="1248355"/>
            <a:ext cx="632127" cy="3816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46681" y="3671675"/>
            <a:ext cx="48555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i=2, n=8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i=3, n=6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i=4, n=4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06317" y="5573864"/>
            <a:ext cx="5057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的值在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while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循环中改变，影响了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while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的条件判断；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而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 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range(2, n)</a:t>
            </a:r>
            <a:r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得到的元素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列表，不会受影响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208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7638" y="94109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书宋简体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．写出下列程序的运行结果。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 i+1: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if 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&gt;4: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print(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+=1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break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print(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+=</a:t>
            </a:r>
            <a:r>
              <a:rPr kumimoji="0" lang="en-US" altLang="zh-CN" sz="2400" b="0" i="0" u="none" strike="noStrike" kern="1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7638" y="488822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6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7639" y="95157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书宋简体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．写出下列程序的运行结果。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sum=j=1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while j&lt;=3: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    f=1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    for </a:t>
            </a:r>
            <a:r>
              <a:rPr kumimoji="0" lang="en-US" altLang="zh-CN" sz="2400" b="0" i="0" u="none" strike="noStrike" kern="100" cap="none" spc="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 in range(2,2*(j+1)):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        f*=</a:t>
            </a:r>
            <a:r>
              <a:rPr kumimoji="0" lang="en-US" altLang="zh-CN" sz="2400" b="0" i="0" u="none" strike="noStrike" kern="100" cap="none" spc="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i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    sum+=f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    j+=1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print("sum=",sum</a:t>
            </a:r>
            <a:r>
              <a:rPr kumimoji="0" lang="en-US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方正书宋简体"/>
                <a:cs typeface="Times New Roman" panose="02020603050405020304" pitchFamily="18" charset="0"/>
              </a:rPr>
              <a:t>)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47639" y="4732770"/>
            <a:ext cx="1863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方正书宋简体"/>
                <a:ea typeface="宋体" panose="02010600030101010101" pitchFamily="2" charset="-122"/>
                <a:cs typeface="Times New Roman" panose="02020603050405020304" pitchFamily="18" charset="0"/>
              </a:rPr>
              <a:t>sum= 5167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29600" y="1407382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sum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34007" y="1407382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29600" y="1877835"/>
            <a:ext cx="253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034007" y="1877835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29600" y="2491410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034007" y="2491410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29600" y="2955237"/>
            <a:ext cx="253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34007" y="2955237"/>
            <a:ext cx="6238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2, 3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65582" y="2491410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65582" y="1427279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565582" y="1905683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657896" y="2967165"/>
            <a:ext cx="9749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2,3,4,5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095965" y="2495404"/>
            <a:ext cx="6367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177995" y="1427279"/>
            <a:ext cx="6367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127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177995" y="1905683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814708" y="2967165"/>
            <a:ext cx="1401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2,3,4,5,6,7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78668" y="2491410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5040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878668" y="1407382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5167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891028" y="1905683"/>
            <a:ext cx="335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0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78226" y="891812"/>
            <a:ext cx="909364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书宋简体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．阅读下面的</a:t>
            </a: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Python</a:t>
            </a:r>
            <a:r>
              <a:rPr kumimoji="0" lang="zh-CN" altLang="zh-CN" sz="2400" b="0" i="0" u="none" strike="noStrike" kern="1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程序，程序的功能是什么？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import math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n=0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 m in range(101,201,2):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k=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math.sqrt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(m))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for 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 range(2,k+2):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if 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m%i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==0:break</a:t>
            </a:r>
            <a:endParaRPr kumimoji="0" lang="zh-CN" altLang="zh-CN" sz="2400" b="0" i="1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 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==k+1: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if n%10==0:print()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0" lang="da-DK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print(m,end=' ')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25844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n+=1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78226" y="5584066"/>
            <a:ext cx="6921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2584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输出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间的全部素数，每行输出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个数。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49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14616" y="763283"/>
            <a:ext cx="8743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书宋简体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．</a:t>
            </a: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从键盘输入</a:t>
            </a:r>
            <a:r>
              <a:rPr kumimoji="0" lang="en-US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5</a:t>
            </a: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组数，每组有</a:t>
            </a:r>
            <a:r>
              <a:rPr kumimoji="0" lang="en-US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6</a:t>
            </a: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个数，求出各组元素绝对值之和的最大者和最小者。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48571" y="2176095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max1 = min1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 range(1,6):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sum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for j in range(1,7):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en-US" altLang="zh-CN" sz="2400" b="0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</a:t>
            </a:r>
            <a:r>
              <a:rPr kumimoji="0" lang="en-US" altLang="zh-CN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0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sum += abs(x)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if sum &gt; max1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en-US" altLang="zh-CN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if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== 1 </a:t>
            </a:r>
            <a:r>
              <a:rPr kumimoji="0" lang="en-US" altLang="zh-CN" sz="2400" b="0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sum&lt;min1:min1=sum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print(max1, min1)</a:t>
            </a:r>
          </a:p>
        </p:txBody>
      </p:sp>
      <p:sp>
        <p:nvSpPr>
          <p:cNvPr id="4" name="矩形 3"/>
          <p:cNvSpPr/>
          <p:nvPr/>
        </p:nvSpPr>
        <p:spPr>
          <a:xfrm>
            <a:off x="1648800" y="2178000"/>
            <a:ext cx="6096000" cy="341632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max1 = min1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 range(1,6):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sum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for j in range(1,7):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x 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eval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(input())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sum += abs(x)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if sum &gt; max1: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max1= sum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if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== 1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sum&lt;min1:min1=sum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print(max1, min1)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435703" y="4021742"/>
            <a:ext cx="2063469" cy="2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00719" y="4716309"/>
            <a:ext cx="2063469" cy="2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117337" y="5101791"/>
            <a:ext cx="700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039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14616" y="763283"/>
            <a:ext cx="8743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书宋简体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．</a:t>
            </a: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如果一个整数等于它的因子之和（不包括该数本身），称之为完数。</a:t>
            </a:r>
            <a:r>
              <a:rPr kumimoji="0" lang="en-US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6</a:t>
            </a: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是完数，</a:t>
            </a:r>
            <a:r>
              <a:rPr kumimoji="0" lang="en-US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6 = 1 + 2 + 3</a:t>
            </a: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。找出</a:t>
            </a:r>
            <a:r>
              <a:rPr kumimoji="0" lang="en-US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1000</a:t>
            </a: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以内的所有完数。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14616" y="1877269"/>
            <a:ext cx="4270396" cy="489364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输入一个数，判断是否完数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 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(input())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sum = 0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因子之和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 range(1, 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if n %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==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sum +=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sum == 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print("yes")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print("no")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00800" y="1877269"/>
            <a:ext cx="41596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#1000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以内完数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 n in range(1,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sum = 0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因子之和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 range(1, 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if n %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==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sum +=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if sum == 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print(n)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6989" y="5226441"/>
            <a:ext cx="2805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496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334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384612" y="4518212"/>
            <a:ext cx="3908612" cy="19184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14616" y="763283"/>
            <a:ext cx="87437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书宋简体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．</a:t>
            </a: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找出</a:t>
            </a:r>
            <a:r>
              <a:rPr kumimoji="0" lang="en-US" altLang="zh-CN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1000</a:t>
            </a: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以内的所有完数，</a:t>
            </a:r>
            <a:endParaRPr kumimoji="0" lang="en-US" altLang="zh-CN" sz="2400" b="0" i="0" u="none" strike="noStrike" kern="100" cap="none" spc="3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方正书宋简体"/>
              <a:cs typeface="Times New Roman" panose="02020603050405020304" pitchFamily="18" charset="0"/>
            </a:endParaRPr>
          </a:p>
          <a:p>
            <a:pPr marL="0" marR="0" lvl="0" indent="25654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并按“</a:t>
            </a:r>
            <a:r>
              <a:rPr kumimoji="0" lang="en-US" altLang="zh-CN" sz="2400" b="0" i="0" u="none" strike="noStrike" kern="100" cap="none" spc="3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6 = 1 + 2 + 3</a:t>
            </a:r>
            <a:r>
              <a:rPr kumimoji="0" lang="zh-CN" altLang="en-US" sz="2400" b="0" i="0" u="none" strike="noStrike" kern="100" cap="none" spc="3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方正书宋简体"/>
                <a:cs typeface="Times New Roman" panose="02020603050405020304" pitchFamily="18" charset="0"/>
              </a:rPr>
              <a:t>”形式输出因子之和形式：。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85364" y="1931964"/>
            <a:ext cx="781722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#1000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以内完数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 n in range(1, 1001):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sum = 0 #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因子之和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 range(1, 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if n %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==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sum +=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if sum == n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print(n,'= 1', end = ' 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for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 range(2, n):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if n %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==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 print('+',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end =' 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print()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81483" y="4518212"/>
            <a:ext cx="36279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个因子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1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单独输出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从第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个因子起，输出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 </a:t>
            </a:r>
            <a:r>
              <a:rPr lang="en-US" altLang="zh-CN" sz="2400" dirty="0" err="1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en-US" altLang="zh-CN" sz="240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换行</a:t>
            </a:r>
          </a:p>
        </p:txBody>
      </p:sp>
      <p:sp>
        <p:nvSpPr>
          <p:cNvPr id="6" name="矩形 5"/>
          <p:cNvSpPr/>
          <p:nvPr/>
        </p:nvSpPr>
        <p:spPr>
          <a:xfrm>
            <a:off x="5952564" y="2141881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6 = 1 + 2 + 3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28 = 1 + 2 + 4 + 7 + 14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496 = 1 + 2 + 4 + 8 + 16 + 31 + 62 + 124 + 248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388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16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1070</Words>
  <Application>Microsoft Office PowerPoint</Application>
  <PresentationFormat>宽屏</PresentationFormat>
  <Paragraphs>199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等线</vt:lpstr>
      <vt:lpstr>等线 Light</vt:lpstr>
      <vt:lpstr>方正书宋简体</vt:lpstr>
      <vt:lpstr>宋体</vt:lpstr>
      <vt:lpstr>微软雅黑</vt:lpstr>
      <vt:lpstr>Arial</vt:lpstr>
      <vt:lpstr>Calibri</vt:lpstr>
      <vt:lpstr>Calibri Light</vt:lpstr>
      <vt:lpstr>Courier New</vt:lpstr>
      <vt:lpstr>Times New Roman</vt:lpstr>
      <vt:lpstr>1_Office 主题</vt:lpstr>
      <vt:lpstr>Office 主题​​</vt:lpstr>
      <vt:lpstr>python 第四章 循环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循环三</vt:lpstr>
      <vt:lpstr>PowerPoint 演示文稿</vt:lpstr>
      <vt:lpstr>循环编程注意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输入问题</dc:title>
  <dc:creator>LiHQ</dc:creator>
  <cp:lastModifiedBy>LiHQ</cp:lastModifiedBy>
  <cp:revision>37</cp:revision>
  <dcterms:created xsi:type="dcterms:W3CDTF">2020-09-29T23:29:55Z</dcterms:created>
  <dcterms:modified xsi:type="dcterms:W3CDTF">2020-10-21T01:49:49Z</dcterms:modified>
</cp:coreProperties>
</file>